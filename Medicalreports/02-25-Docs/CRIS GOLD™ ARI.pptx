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95" r:id="rId2"/>
    <p:sldId id="29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94" r:id="rId15"/>
    <p:sldId id="25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Kessler" userId="7d87ac7dc7529b6a" providerId="LiveId" clId="{B0073314-F183-4E48-BD9F-D6B634546FF2}"/>
    <pc:docChg chg="custSel addSld modSld">
      <pc:chgData name="Michael Kessler" userId="7d87ac7dc7529b6a" providerId="LiveId" clId="{B0073314-F183-4E48-BD9F-D6B634546FF2}" dt="2026-01-24T21:16:28.730" v="54" actId="1076"/>
      <pc:docMkLst>
        <pc:docMk/>
      </pc:docMkLst>
      <pc:sldChg chg="addSp modSp add mod">
        <pc:chgData name="Michael Kessler" userId="7d87ac7dc7529b6a" providerId="LiveId" clId="{B0073314-F183-4E48-BD9F-D6B634546FF2}" dt="2026-01-24T19:49:19.615" v="9" actId="1076"/>
        <pc:sldMkLst>
          <pc:docMk/>
          <pc:sldMk cId="0" sldId="258"/>
        </pc:sldMkLst>
        <pc:spChg chg="mod">
          <ac:chgData name="Michael Kessler" userId="7d87ac7dc7529b6a" providerId="LiveId" clId="{B0073314-F183-4E48-BD9F-D6B634546FF2}" dt="2026-01-24T19:44:35.605" v="1" actId="207"/>
          <ac:spMkLst>
            <pc:docMk/>
            <pc:sldMk cId="0" sldId="258"/>
            <ac:spMk id="2" creationId="{00000000-0000-0000-0000-000000000000}"/>
          </ac:spMkLst>
        </pc:spChg>
        <pc:spChg chg="mod">
          <ac:chgData name="Michael Kessler" userId="7d87ac7dc7529b6a" providerId="LiveId" clId="{B0073314-F183-4E48-BD9F-D6B634546FF2}" dt="2026-01-24T19:44:43.353" v="2" actId="207"/>
          <ac:spMkLst>
            <pc:docMk/>
            <pc:sldMk cId="0" sldId="258"/>
            <ac:spMk id="3" creationId="{00000000-0000-0000-0000-000000000000}"/>
          </ac:spMkLst>
        </pc:spChg>
        <pc:picChg chg="add mod">
          <ac:chgData name="Michael Kessler" userId="7d87ac7dc7529b6a" providerId="LiveId" clId="{B0073314-F183-4E48-BD9F-D6B634546FF2}" dt="2026-01-24T19:49:19.615" v="9" actId="1076"/>
          <ac:picMkLst>
            <pc:docMk/>
            <pc:sldMk cId="0" sldId="258"/>
            <ac:picMk id="5" creationId="{C8B79395-D136-2754-3182-86B765C3AD7F}"/>
          </ac:picMkLst>
        </pc:picChg>
      </pc:sldChg>
      <pc:sldChg chg="addSp modSp add mod">
        <pc:chgData name="Michael Kessler" userId="7d87ac7dc7529b6a" providerId="LiveId" clId="{B0073314-F183-4E48-BD9F-D6B634546FF2}" dt="2026-01-24T19:59:25.699" v="15" actId="1076"/>
        <pc:sldMkLst>
          <pc:docMk/>
          <pc:sldMk cId="0" sldId="259"/>
        </pc:sldMkLst>
        <pc:spChg chg="mod">
          <ac:chgData name="Michael Kessler" userId="7d87ac7dc7529b6a" providerId="LiveId" clId="{B0073314-F183-4E48-BD9F-D6B634546FF2}" dt="2026-01-24T19:51:12.908" v="11" actId="207"/>
          <ac:spMkLst>
            <pc:docMk/>
            <pc:sldMk cId="0" sldId="259"/>
            <ac:spMk id="2" creationId="{00000000-0000-0000-0000-000000000000}"/>
          </ac:spMkLst>
        </pc:spChg>
        <pc:spChg chg="mod">
          <ac:chgData name="Michael Kessler" userId="7d87ac7dc7529b6a" providerId="LiveId" clId="{B0073314-F183-4E48-BD9F-D6B634546FF2}" dt="2026-01-24T19:51:18.930" v="12" actId="207"/>
          <ac:spMkLst>
            <pc:docMk/>
            <pc:sldMk cId="0" sldId="259"/>
            <ac:spMk id="3" creationId="{00000000-0000-0000-0000-000000000000}"/>
          </ac:spMkLst>
        </pc:spChg>
        <pc:picChg chg="add mod">
          <ac:chgData name="Michael Kessler" userId="7d87ac7dc7529b6a" providerId="LiveId" clId="{B0073314-F183-4E48-BD9F-D6B634546FF2}" dt="2026-01-24T19:59:25.699" v="15" actId="1076"/>
          <ac:picMkLst>
            <pc:docMk/>
            <pc:sldMk cId="0" sldId="259"/>
            <ac:picMk id="5" creationId="{5CEE0AA3-0FFF-F148-6CAB-4EE0531ED35D}"/>
          </ac:picMkLst>
        </pc:picChg>
      </pc:sldChg>
      <pc:sldChg chg="addSp modSp add mod">
        <pc:chgData name="Michael Kessler" userId="7d87ac7dc7529b6a" providerId="LiveId" clId="{B0073314-F183-4E48-BD9F-D6B634546FF2}" dt="2026-01-24T20:12:04.861" v="26" actId="1076"/>
        <pc:sldMkLst>
          <pc:docMk/>
          <pc:sldMk cId="0" sldId="260"/>
        </pc:sldMkLst>
        <pc:spChg chg="mod">
          <ac:chgData name="Michael Kessler" userId="7d87ac7dc7529b6a" providerId="LiveId" clId="{B0073314-F183-4E48-BD9F-D6B634546FF2}" dt="2026-01-24T20:00:09.668" v="17" actId="207"/>
          <ac:spMkLst>
            <pc:docMk/>
            <pc:sldMk cId="0" sldId="260"/>
            <ac:spMk id="2" creationId="{00000000-0000-0000-0000-000000000000}"/>
          </ac:spMkLst>
        </pc:spChg>
        <pc:spChg chg="mod">
          <ac:chgData name="Michael Kessler" userId="7d87ac7dc7529b6a" providerId="LiveId" clId="{B0073314-F183-4E48-BD9F-D6B634546FF2}" dt="2026-01-24T20:00:16.050" v="18" actId="207"/>
          <ac:spMkLst>
            <pc:docMk/>
            <pc:sldMk cId="0" sldId="260"/>
            <ac:spMk id="3" creationId="{00000000-0000-0000-0000-000000000000}"/>
          </ac:spMkLst>
        </pc:spChg>
        <pc:picChg chg="add mod">
          <ac:chgData name="Michael Kessler" userId="7d87ac7dc7529b6a" providerId="LiveId" clId="{B0073314-F183-4E48-BD9F-D6B634546FF2}" dt="2026-01-24T20:05:05.287" v="23" actId="1076"/>
          <ac:picMkLst>
            <pc:docMk/>
            <pc:sldMk cId="0" sldId="260"/>
            <ac:picMk id="5" creationId="{0303AEB5-4371-1B39-135D-433B88FE20D6}"/>
          </ac:picMkLst>
        </pc:picChg>
        <pc:picChg chg="add mod">
          <ac:chgData name="Michael Kessler" userId="7d87ac7dc7529b6a" providerId="LiveId" clId="{B0073314-F183-4E48-BD9F-D6B634546FF2}" dt="2026-01-24T20:12:04.861" v="26" actId="1076"/>
          <ac:picMkLst>
            <pc:docMk/>
            <pc:sldMk cId="0" sldId="260"/>
            <ac:picMk id="7" creationId="{D9C37D85-6325-056A-5CFA-356D5D831276}"/>
          </ac:picMkLst>
        </pc:picChg>
      </pc:sldChg>
      <pc:sldChg chg="addSp modSp add mod">
        <pc:chgData name="Michael Kessler" userId="7d87ac7dc7529b6a" providerId="LiveId" clId="{B0073314-F183-4E48-BD9F-D6B634546FF2}" dt="2026-01-24T21:16:28.730" v="54" actId="1076"/>
        <pc:sldMkLst>
          <pc:docMk/>
          <pc:sldMk cId="0" sldId="261"/>
        </pc:sldMkLst>
        <pc:spChg chg="mod">
          <ac:chgData name="Michael Kessler" userId="7d87ac7dc7529b6a" providerId="LiveId" clId="{B0073314-F183-4E48-BD9F-D6B634546FF2}" dt="2026-01-24T20:14:47.524" v="28" actId="207"/>
          <ac:spMkLst>
            <pc:docMk/>
            <pc:sldMk cId="0" sldId="261"/>
            <ac:spMk id="2" creationId="{00000000-0000-0000-0000-000000000000}"/>
          </ac:spMkLst>
        </pc:spChg>
        <pc:spChg chg="mod">
          <ac:chgData name="Michael Kessler" userId="7d87ac7dc7529b6a" providerId="LiveId" clId="{B0073314-F183-4E48-BD9F-D6B634546FF2}" dt="2026-01-24T20:14:55.098" v="29" actId="207"/>
          <ac:spMkLst>
            <pc:docMk/>
            <pc:sldMk cId="0" sldId="261"/>
            <ac:spMk id="3" creationId="{00000000-0000-0000-0000-000000000000}"/>
          </ac:spMkLst>
        </pc:spChg>
        <pc:picChg chg="add mod modCrop">
          <ac:chgData name="Michael Kessler" userId="7d87ac7dc7529b6a" providerId="LiveId" clId="{B0073314-F183-4E48-BD9F-D6B634546FF2}" dt="2026-01-24T21:16:28.730" v="54" actId="1076"/>
          <ac:picMkLst>
            <pc:docMk/>
            <pc:sldMk cId="0" sldId="261"/>
            <ac:picMk id="5" creationId="{DBD98410-8EF0-F2CE-287B-94517F417EC7}"/>
          </ac:picMkLst>
        </pc:picChg>
      </pc:sldChg>
      <pc:sldChg chg="modSp add mod">
        <pc:chgData name="Michael Kessler" userId="7d87ac7dc7529b6a" providerId="LiveId" clId="{B0073314-F183-4E48-BD9F-D6B634546FF2}" dt="2026-01-24T21:05:57.165" v="33" actId="207"/>
        <pc:sldMkLst>
          <pc:docMk/>
          <pc:sldMk cId="0" sldId="262"/>
        </pc:sldMkLst>
        <pc:spChg chg="mod">
          <ac:chgData name="Michael Kessler" userId="7d87ac7dc7529b6a" providerId="LiveId" clId="{B0073314-F183-4E48-BD9F-D6B634546FF2}" dt="2026-01-24T21:05:50.110" v="32" actId="207"/>
          <ac:spMkLst>
            <pc:docMk/>
            <pc:sldMk cId="0" sldId="262"/>
            <ac:spMk id="2" creationId="{00000000-0000-0000-0000-000000000000}"/>
          </ac:spMkLst>
        </pc:spChg>
        <pc:spChg chg="mod">
          <ac:chgData name="Michael Kessler" userId="7d87ac7dc7529b6a" providerId="LiveId" clId="{B0073314-F183-4E48-BD9F-D6B634546FF2}" dt="2026-01-24T21:05:57.165" v="33" actId="207"/>
          <ac:spMkLst>
            <pc:docMk/>
            <pc:sldMk cId="0" sldId="262"/>
            <ac:spMk id="3" creationId="{00000000-0000-0000-0000-000000000000}"/>
          </ac:spMkLst>
        </pc:spChg>
      </pc:sldChg>
      <pc:sldChg chg="modSp add mod">
        <pc:chgData name="Michael Kessler" userId="7d87ac7dc7529b6a" providerId="LiveId" clId="{B0073314-F183-4E48-BD9F-D6B634546FF2}" dt="2026-01-24T21:07:13.596" v="36" actId="207"/>
        <pc:sldMkLst>
          <pc:docMk/>
          <pc:sldMk cId="0" sldId="263"/>
        </pc:sldMkLst>
        <pc:spChg chg="mod">
          <ac:chgData name="Michael Kessler" userId="7d87ac7dc7529b6a" providerId="LiveId" clId="{B0073314-F183-4E48-BD9F-D6B634546FF2}" dt="2026-01-24T21:07:07.418" v="35" actId="207"/>
          <ac:spMkLst>
            <pc:docMk/>
            <pc:sldMk cId="0" sldId="263"/>
            <ac:spMk id="2" creationId="{00000000-0000-0000-0000-000000000000}"/>
          </ac:spMkLst>
        </pc:spChg>
        <pc:spChg chg="mod">
          <ac:chgData name="Michael Kessler" userId="7d87ac7dc7529b6a" providerId="LiveId" clId="{B0073314-F183-4E48-BD9F-D6B634546FF2}" dt="2026-01-24T21:07:13.596" v="36" actId="207"/>
          <ac:spMkLst>
            <pc:docMk/>
            <pc:sldMk cId="0" sldId="263"/>
            <ac:spMk id="3" creationId="{00000000-0000-0000-0000-000000000000}"/>
          </ac:spMkLst>
        </pc:spChg>
      </pc:sldChg>
      <pc:sldChg chg="modSp add mod">
        <pc:chgData name="Michael Kessler" userId="7d87ac7dc7529b6a" providerId="LiveId" clId="{B0073314-F183-4E48-BD9F-D6B634546FF2}" dt="2026-01-24T21:09:46.900" v="39" actId="207"/>
        <pc:sldMkLst>
          <pc:docMk/>
          <pc:sldMk cId="0" sldId="264"/>
        </pc:sldMkLst>
        <pc:spChg chg="mod">
          <ac:chgData name="Michael Kessler" userId="7d87ac7dc7529b6a" providerId="LiveId" clId="{B0073314-F183-4E48-BD9F-D6B634546FF2}" dt="2026-01-24T21:09:40.741" v="38" actId="207"/>
          <ac:spMkLst>
            <pc:docMk/>
            <pc:sldMk cId="0" sldId="264"/>
            <ac:spMk id="2" creationId="{00000000-0000-0000-0000-000000000000}"/>
          </ac:spMkLst>
        </pc:spChg>
        <pc:spChg chg="mod">
          <ac:chgData name="Michael Kessler" userId="7d87ac7dc7529b6a" providerId="LiveId" clId="{B0073314-F183-4E48-BD9F-D6B634546FF2}" dt="2026-01-24T21:09:46.900" v="39" actId="207"/>
          <ac:spMkLst>
            <pc:docMk/>
            <pc:sldMk cId="0" sldId="264"/>
            <ac:spMk id="3" creationId="{00000000-0000-0000-0000-000000000000}"/>
          </ac:spMkLst>
        </pc:spChg>
      </pc:sldChg>
      <pc:sldChg chg="modSp add mod">
        <pc:chgData name="Michael Kessler" userId="7d87ac7dc7529b6a" providerId="LiveId" clId="{B0073314-F183-4E48-BD9F-D6B634546FF2}" dt="2026-01-24T21:10:40.273" v="42" actId="207"/>
        <pc:sldMkLst>
          <pc:docMk/>
          <pc:sldMk cId="0" sldId="265"/>
        </pc:sldMkLst>
        <pc:spChg chg="mod">
          <ac:chgData name="Michael Kessler" userId="7d87ac7dc7529b6a" providerId="LiveId" clId="{B0073314-F183-4E48-BD9F-D6B634546FF2}" dt="2026-01-24T21:10:34.898" v="41" actId="207"/>
          <ac:spMkLst>
            <pc:docMk/>
            <pc:sldMk cId="0" sldId="265"/>
            <ac:spMk id="2" creationId="{00000000-0000-0000-0000-000000000000}"/>
          </ac:spMkLst>
        </pc:spChg>
        <pc:spChg chg="mod">
          <ac:chgData name="Michael Kessler" userId="7d87ac7dc7529b6a" providerId="LiveId" clId="{B0073314-F183-4E48-BD9F-D6B634546FF2}" dt="2026-01-24T21:10:40.273" v="42" actId="207"/>
          <ac:spMkLst>
            <pc:docMk/>
            <pc:sldMk cId="0" sldId="265"/>
            <ac:spMk id="3" creationId="{00000000-0000-0000-0000-000000000000}"/>
          </ac:spMkLst>
        </pc:spChg>
      </pc:sldChg>
      <pc:sldChg chg="modSp add mod">
        <pc:chgData name="Michael Kessler" userId="7d87ac7dc7529b6a" providerId="LiveId" clId="{B0073314-F183-4E48-BD9F-D6B634546FF2}" dt="2026-01-24T21:11:42.588" v="45" actId="207"/>
        <pc:sldMkLst>
          <pc:docMk/>
          <pc:sldMk cId="0" sldId="266"/>
        </pc:sldMkLst>
        <pc:spChg chg="mod">
          <ac:chgData name="Michael Kessler" userId="7d87ac7dc7529b6a" providerId="LiveId" clId="{B0073314-F183-4E48-BD9F-D6B634546FF2}" dt="2026-01-24T21:11:42.588" v="45" actId="207"/>
          <ac:spMkLst>
            <pc:docMk/>
            <pc:sldMk cId="0" sldId="266"/>
            <ac:spMk id="2" creationId="{00000000-0000-0000-0000-000000000000}"/>
          </ac:spMkLst>
        </pc:spChg>
        <pc:spChg chg="mod">
          <ac:chgData name="Michael Kessler" userId="7d87ac7dc7529b6a" providerId="LiveId" clId="{B0073314-F183-4E48-BD9F-D6B634546FF2}" dt="2026-01-24T21:11:35.896" v="44" actId="207"/>
          <ac:spMkLst>
            <pc:docMk/>
            <pc:sldMk cId="0" sldId="266"/>
            <ac:spMk id="3" creationId="{00000000-0000-0000-0000-000000000000}"/>
          </ac:spMkLst>
        </pc:spChg>
      </pc:sldChg>
      <pc:sldChg chg="modSp add mod">
        <pc:chgData name="Michael Kessler" userId="7d87ac7dc7529b6a" providerId="LiveId" clId="{B0073314-F183-4E48-BD9F-D6B634546FF2}" dt="2026-01-24T21:12:29.176" v="48" actId="207"/>
        <pc:sldMkLst>
          <pc:docMk/>
          <pc:sldMk cId="0" sldId="267"/>
        </pc:sldMkLst>
        <pc:spChg chg="mod">
          <ac:chgData name="Michael Kessler" userId="7d87ac7dc7529b6a" providerId="LiveId" clId="{B0073314-F183-4E48-BD9F-D6B634546FF2}" dt="2026-01-24T21:12:23.461" v="47" actId="207"/>
          <ac:spMkLst>
            <pc:docMk/>
            <pc:sldMk cId="0" sldId="267"/>
            <ac:spMk id="2" creationId="{00000000-0000-0000-0000-000000000000}"/>
          </ac:spMkLst>
        </pc:spChg>
        <pc:spChg chg="mod">
          <ac:chgData name="Michael Kessler" userId="7d87ac7dc7529b6a" providerId="LiveId" clId="{B0073314-F183-4E48-BD9F-D6B634546FF2}" dt="2026-01-24T21:12:29.176" v="48" actId="207"/>
          <ac:spMkLst>
            <pc:docMk/>
            <pc:sldMk cId="0" sldId="267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0CE911-EED7-423C-8AF1-CDD24FEBAD12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56DFE-F5C2-43F0-8C13-A119C50B1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293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handle the demands of life it you have a robust ANS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56DFE-F5C2-43F0-8C13-A119C50B1D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538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B220F-25A4-4125-3D56-04676BFFD8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D16B38-9FA3-7A8A-F4F3-75282987A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C432C-4BA2-8770-6C55-BB45C5F16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B9BFF-6E09-4226-8A27-0A0D856F35C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A1901-F302-9B17-306C-C8DD80B9A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729A9-7FE1-31A4-3D61-7DEE9DAC9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72B7-62A9-4E2E-AF91-B68BD632C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439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22378-DB4F-2139-C7D4-891F14654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3F789-EFED-F6C3-6B7A-0C9ABAC15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D7EE2-DF5E-BC97-565B-EFABAA8D1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B9BFF-6E09-4226-8A27-0A0D856F35C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AA375-B2E7-E599-D8DA-75AC53E6E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9FE9C-9F65-CB29-6EF7-3A9076842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72B7-62A9-4E2E-AF91-B68BD632C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52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60479-60CC-ECA5-AAB2-1C1D68543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B6994A-29B4-DAF9-4080-5BB8968CF7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4F344-B23C-C331-06F0-CA61ECA59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B9BFF-6E09-4226-8A27-0A0D856F35C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6FB00-D92C-2DD6-4F79-6A32BCE45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28E88-C49F-362F-A8BF-92F39A3E2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72B7-62A9-4E2E-AF91-B68BD632C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618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0046F-30CD-DE9B-20E7-B7EE4A8E3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2A8A5-B3C8-3371-6D50-46DA8AB686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3DDFC3-144E-949D-308A-FDAEAD6AEE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852583-76D2-0FEF-E999-33C322179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B9BFF-6E09-4226-8A27-0A0D856F35C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6D6BA-A901-C2EE-D96A-EA5F54353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5812C-87C4-0EFA-177C-00D659D44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72B7-62A9-4E2E-AF91-B68BD632C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783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EF4A2-57AC-33CF-4723-58ED7657C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7369BD-9739-EB69-151B-1E9669491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59422C-8171-E4C6-5F9C-6B0436160B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816286-F985-6AFA-A307-719FE3EE68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0A2761-0A5E-35A3-2BF1-A85B500AB0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BAF04B-F60D-516A-8DC7-5777FAECC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B9BFF-6E09-4226-8A27-0A0D856F35C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76C4F6-423B-3F8B-013E-11C2CE3B4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EE5DED-42FC-5516-04E1-77E4DEC7B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72B7-62A9-4E2E-AF91-B68BD632C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696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0DF80-F7BE-61B4-164B-D3A3BB562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9EF8DF-CAF3-8F01-1950-C5377C03D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B9BFF-6E09-4226-8A27-0A0D856F35C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6F1697-F409-8396-5415-010454EA1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BF4FCB-3C79-D296-A907-80ECF85AE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72B7-62A9-4E2E-AF91-B68BD632C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685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9C2884-AF18-D921-7879-DEB510717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B9BFF-6E09-4226-8A27-0A0D856F35C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10503F-3B33-4EFB-87C7-1FF9DFA07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46365-8A13-8F33-EE55-F5CAA4DC8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72B7-62A9-4E2E-AF91-B68BD632C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863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90FC4-4225-3F82-DCF2-45678AA80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AB1F7-F628-F8E6-24B4-AA44786E1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65F529-9FFD-0927-BAF4-14F5BFB1D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57FB6-68B5-7894-695B-D6FB8C36A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B9BFF-6E09-4226-8A27-0A0D856F35C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5EE32D-57D5-79A7-0F52-01372E327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4123E4-99CB-AC7D-9536-F823E4764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72B7-62A9-4E2E-AF91-B68BD632C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636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AD0C1-1F5F-738C-0E6B-96223D6A6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72C01F-C24D-D772-E7CF-CF67C6BC5B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AB07F5-0DDB-62EE-EBA5-0B931A1100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896AFB-65D0-0DAC-AE62-71AD36DAF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B9BFF-6E09-4226-8A27-0A0D856F35C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BC31E7-FF5B-D966-715D-42A130E9B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0B8473-5EB4-F910-389C-34E8D4670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72B7-62A9-4E2E-AF91-B68BD632C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517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90C21-57B7-ABFB-47E5-0C5C4AE1E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C9A7D3-BB79-9A32-FCAE-8EEE4B195A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CF355-D9C2-6411-4CED-170200D0D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B9BFF-6E09-4226-8A27-0A0D856F35C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B5104-C0A7-6E69-C20D-B727362EB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E1A50-C91D-A542-0440-8C943DEC3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72B7-62A9-4E2E-AF91-B68BD632C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6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1F312E-4BB3-D4B2-D1CB-A79A26D89D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7963C0-6D74-BA27-2AEF-4301D662B5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946E5-BC93-FA6E-5271-31BC1F097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B9BFF-6E09-4226-8A27-0A0D856F35C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24CA3-9EDF-A889-7B1D-84824B1F8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48EFA-D9A2-5673-0CD1-DBC187C21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72B7-62A9-4E2E-AF91-B68BD632C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4308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_Slide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E2E9B-C5F6-4D6A-9C07-4639B211B9C9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3B2B6-480E-49AD-97C6-F42D4568270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0" y="1"/>
            <a:ext cx="12192000" cy="685800"/>
          </a:xfrm>
        </p:spPr>
        <p:txBody>
          <a:bodyPr anchor="t">
            <a:norm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4525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8963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8B753A-D6BE-1FC0-A5E2-90D47185A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5D661D-6C0F-FD15-F8A6-ADED7BE4C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3D474-9AE9-989C-CC05-E0087BBC2F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DB9BFF-6E09-4226-8A27-0A0D856F35C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A7259-9F4D-C0B4-3F7A-4749823518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49C9D-7D52-C1B8-CA44-3458ED0EAD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2B72B7-62A9-4E2E-AF91-B68BD632C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363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solidFill>
                  <a:schemeClr val="bg1"/>
                </a:solidFill>
              </a:rPr>
              <a:t>CRIS GOLD™</a:t>
            </a:r>
          </a:p>
          <a:p>
            <a:r>
              <a:rPr dirty="0">
                <a:solidFill>
                  <a:schemeClr val="bg1"/>
                </a:solidFill>
              </a:rPr>
              <a:t>Autonomic Regulation Index (ARI)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Clinical Interpretation Framework for Autonomic Nervous System Balance</a:t>
            </a:r>
          </a:p>
          <a:p>
            <a:r>
              <a:rPr dirty="0">
                <a:solidFill>
                  <a:schemeClr val="bg1"/>
                </a:solidFill>
              </a:rPr>
              <a:t>HeartQuest Professional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Title 120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CRIS Autonomic Nervous System Regulation Index (ARI)</a:t>
            </a:r>
          </a:p>
        </p:txBody>
      </p:sp>
      <p:grpSp>
        <p:nvGrpSpPr>
          <p:cNvPr id="606" name="man"/>
          <p:cNvGrpSpPr>
            <a:grpSpLocks noChangeAspect="1"/>
          </p:cNvGrpSpPr>
          <p:nvPr/>
        </p:nvGrpSpPr>
        <p:grpSpPr bwMode="auto">
          <a:xfrm>
            <a:off x="5323529" y="1879601"/>
            <a:ext cx="1486845" cy="3921124"/>
            <a:chOff x="3454" y="0"/>
            <a:chExt cx="1177" cy="3104"/>
          </a:xfrm>
          <a:effectLst>
            <a:outerShdw blurRad="127000" dir="13440000" sy="23000" kx="1200000" algn="br" rotWithShape="0">
              <a:prstClr val="black">
                <a:alpha val="24000"/>
              </a:prstClr>
            </a:outerShdw>
          </a:effectLst>
        </p:grpSpPr>
        <p:sp>
          <p:nvSpPr>
            <p:cNvPr id="607" name="AutoShape 186"/>
            <p:cNvSpPr>
              <a:spLocks noChangeAspect="1" noChangeArrowheads="1" noTextEdit="1"/>
            </p:cNvSpPr>
            <p:nvPr/>
          </p:nvSpPr>
          <p:spPr bwMode="auto">
            <a:xfrm>
              <a:off x="3454" y="0"/>
              <a:ext cx="1177" cy="3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8" name="Freeform 188"/>
            <p:cNvSpPr>
              <a:spLocks/>
            </p:cNvSpPr>
            <p:nvPr/>
          </p:nvSpPr>
          <p:spPr bwMode="auto">
            <a:xfrm>
              <a:off x="3456" y="2"/>
              <a:ext cx="1173" cy="3109"/>
            </a:xfrm>
            <a:custGeom>
              <a:avLst/>
              <a:gdLst>
                <a:gd name="T0" fmla="*/ 484 w 493"/>
                <a:gd name="T1" fmla="*/ 620 h 1313"/>
                <a:gd name="T2" fmla="*/ 449 w 493"/>
                <a:gd name="T3" fmla="*/ 429 h 1313"/>
                <a:gd name="T4" fmla="*/ 408 w 493"/>
                <a:gd name="T5" fmla="*/ 259 h 1313"/>
                <a:gd name="T6" fmla="*/ 295 w 493"/>
                <a:gd name="T7" fmla="*/ 185 h 1313"/>
                <a:gd name="T8" fmla="*/ 295 w 493"/>
                <a:gd name="T9" fmla="*/ 146 h 1313"/>
                <a:gd name="T10" fmla="*/ 313 w 493"/>
                <a:gd name="T11" fmla="*/ 80 h 1313"/>
                <a:gd name="T12" fmla="*/ 248 w 493"/>
                <a:gd name="T13" fmla="*/ 0 h 1313"/>
                <a:gd name="T14" fmla="*/ 182 w 493"/>
                <a:gd name="T15" fmla="*/ 80 h 1313"/>
                <a:gd name="T16" fmla="*/ 200 w 493"/>
                <a:gd name="T17" fmla="*/ 145 h 1313"/>
                <a:gd name="T18" fmla="*/ 198 w 493"/>
                <a:gd name="T19" fmla="*/ 185 h 1313"/>
                <a:gd name="T20" fmla="*/ 84 w 493"/>
                <a:gd name="T21" fmla="*/ 259 h 1313"/>
                <a:gd name="T22" fmla="*/ 44 w 493"/>
                <a:gd name="T23" fmla="*/ 429 h 1313"/>
                <a:gd name="T24" fmla="*/ 9 w 493"/>
                <a:gd name="T25" fmla="*/ 620 h 1313"/>
                <a:gd name="T26" fmla="*/ 7 w 493"/>
                <a:gd name="T27" fmla="*/ 708 h 1313"/>
                <a:gd name="T28" fmla="*/ 48 w 493"/>
                <a:gd name="T29" fmla="*/ 753 h 1313"/>
                <a:gd name="T30" fmla="*/ 54 w 493"/>
                <a:gd name="T31" fmla="*/ 747 h 1313"/>
                <a:gd name="T32" fmla="*/ 50 w 493"/>
                <a:gd name="T33" fmla="*/ 730 h 1313"/>
                <a:gd name="T34" fmla="*/ 37 w 493"/>
                <a:gd name="T35" fmla="*/ 680 h 1313"/>
                <a:gd name="T36" fmla="*/ 71 w 493"/>
                <a:gd name="T37" fmla="*/ 705 h 1313"/>
                <a:gd name="T38" fmla="*/ 54 w 493"/>
                <a:gd name="T39" fmla="*/ 657 h 1313"/>
                <a:gd name="T40" fmla="*/ 57 w 493"/>
                <a:gd name="T41" fmla="*/ 595 h 1313"/>
                <a:gd name="T42" fmla="*/ 103 w 493"/>
                <a:gd name="T43" fmla="*/ 437 h 1313"/>
                <a:gd name="T44" fmla="*/ 136 w 493"/>
                <a:gd name="T45" fmla="*/ 394 h 1313"/>
                <a:gd name="T46" fmla="*/ 149 w 493"/>
                <a:gd name="T47" fmla="*/ 546 h 1313"/>
                <a:gd name="T48" fmla="*/ 123 w 493"/>
                <a:gd name="T49" fmla="*/ 844 h 1313"/>
                <a:gd name="T50" fmla="*/ 152 w 493"/>
                <a:gd name="T51" fmla="*/ 974 h 1313"/>
                <a:gd name="T52" fmla="*/ 160 w 493"/>
                <a:gd name="T53" fmla="*/ 1181 h 1313"/>
                <a:gd name="T54" fmla="*/ 129 w 493"/>
                <a:gd name="T55" fmla="*/ 1273 h 1313"/>
                <a:gd name="T56" fmla="*/ 128 w 493"/>
                <a:gd name="T57" fmla="*/ 1302 h 1313"/>
                <a:gd name="T58" fmla="*/ 148 w 493"/>
                <a:gd name="T59" fmla="*/ 1306 h 1313"/>
                <a:gd name="T60" fmla="*/ 188 w 493"/>
                <a:gd name="T61" fmla="*/ 1283 h 1313"/>
                <a:gd name="T62" fmla="*/ 206 w 493"/>
                <a:gd name="T63" fmla="*/ 1225 h 1313"/>
                <a:gd name="T64" fmla="*/ 215 w 493"/>
                <a:gd name="T65" fmla="*/ 1092 h 1313"/>
                <a:gd name="T66" fmla="*/ 226 w 493"/>
                <a:gd name="T67" fmla="*/ 942 h 1313"/>
                <a:gd name="T68" fmla="*/ 242 w 493"/>
                <a:gd name="T69" fmla="*/ 757 h 1313"/>
                <a:gd name="T70" fmla="*/ 248 w 493"/>
                <a:gd name="T71" fmla="*/ 731 h 1313"/>
                <a:gd name="T72" fmla="*/ 251 w 493"/>
                <a:gd name="T73" fmla="*/ 757 h 1313"/>
                <a:gd name="T74" fmla="*/ 267 w 493"/>
                <a:gd name="T75" fmla="*/ 942 h 1313"/>
                <a:gd name="T76" fmla="*/ 278 w 493"/>
                <a:gd name="T77" fmla="*/ 1092 h 1313"/>
                <a:gd name="T78" fmla="*/ 287 w 493"/>
                <a:gd name="T79" fmla="*/ 1225 h 1313"/>
                <a:gd name="T80" fmla="*/ 305 w 493"/>
                <a:gd name="T81" fmla="*/ 1283 h 1313"/>
                <a:gd name="T82" fmla="*/ 345 w 493"/>
                <a:gd name="T83" fmla="*/ 1306 h 1313"/>
                <a:gd name="T84" fmla="*/ 365 w 493"/>
                <a:gd name="T85" fmla="*/ 1302 h 1313"/>
                <a:gd name="T86" fmla="*/ 364 w 493"/>
                <a:gd name="T87" fmla="*/ 1273 h 1313"/>
                <a:gd name="T88" fmla="*/ 333 w 493"/>
                <a:gd name="T89" fmla="*/ 1181 h 1313"/>
                <a:gd name="T90" fmla="*/ 340 w 493"/>
                <a:gd name="T91" fmla="*/ 974 h 1313"/>
                <a:gd name="T92" fmla="*/ 369 w 493"/>
                <a:gd name="T93" fmla="*/ 844 h 1313"/>
                <a:gd name="T94" fmla="*/ 343 w 493"/>
                <a:gd name="T95" fmla="*/ 546 h 1313"/>
                <a:gd name="T96" fmla="*/ 356 w 493"/>
                <a:gd name="T97" fmla="*/ 394 h 1313"/>
                <a:gd name="T98" fmla="*/ 389 w 493"/>
                <a:gd name="T99" fmla="*/ 437 h 1313"/>
                <a:gd name="T100" fmla="*/ 436 w 493"/>
                <a:gd name="T101" fmla="*/ 595 h 1313"/>
                <a:gd name="T102" fmla="*/ 438 w 493"/>
                <a:gd name="T103" fmla="*/ 657 h 1313"/>
                <a:gd name="T104" fmla="*/ 421 w 493"/>
                <a:gd name="T105" fmla="*/ 705 h 1313"/>
                <a:gd name="T106" fmla="*/ 456 w 493"/>
                <a:gd name="T107" fmla="*/ 680 h 1313"/>
                <a:gd name="T108" fmla="*/ 442 w 493"/>
                <a:gd name="T109" fmla="*/ 730 h 1313"/>
                <a:gd name="T110" fmla="*/ 439 w 493"/>
                <a:gd name="T111" fmla="*/ 747 h 1313"/>
                <a:gd name="T112" fmla="*/ 444 w 493"/>
                <a:gd name="T113" fmla="*/ 753 h 1313"/>
                <a:gd name="T114" fmla="*/ 485 w 493"/>
                <a:gd name="T115" fmla="*/ 708 h 1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93" h="1313">
                  <a:moveTo>
                    <a:pt x="492" y="681"/>
                  </a:moveTo>
                  <a:cubicBezTo>
                    <a:pt x="492" y="674"/>
                    <a:pt x="489" y="628"/>
                    <a:pt x="484" y="620"/>
                  </a:cubicBezTo>
                  <a:cubicBezTo>
                    <a:pt x="478" y="612"/>
                    <a:pt x="475" y="508"/>
                    <a:pt x="464" y="476"/>
                  </a:cubicBezTo>
                  <a:cubicBezTo>
                    <a:pt x="453" y="444"/>
                    <a:pt x="449" y="429"/>
                    <a:pt x="449" y="429"/>
                  </a:cubicBezTo>
                  <a:cubicBezTo>
                    <a:pt x="449" y="429"/>
                    <a:pt x="442" y="375"/>
                    <a:pt x="434" y="350"/>
                  </a:cubicBezTo>
                  <a:cubicBezTo>
                    <a:pt x="427" y="326"/>
                    <a:pt x="435" y="284"/>
                    <a:pt x="408" y="259"/>
                  </a:cubicBezTo>
                  <a:cubicBezTo>
                    <a:pt x="382" y="234"/>
                    <a:pt x="345" y="228"/>
                    <a:pt x="345" y="228"/>
                  </a:cubicBezTo>
                  <a:cubicBezTo>
                    <a:pt x="345" y="228"/>
                    <a:pt x="299" y="206"/>
                    <a:pt x="295" y="185"/>
                  </a:cubicBezTo>
                  <a:cubicBezTo>
                    <a:pt x="293" y="177"/>
                    <a:pt x="292" y="165"/>
                    <a:pt x="291" y="153"/>
                  </a:cubicBezTo>
                  <a:cubicBezTo>
                    <a:pt x="292" y="151"/>
                    <a:pt x="294" y="149"/>
                    <a:pt x="295" y="146"/>
                  </a:cubicBezTo>
                  <a:cubicBezTo>
                    <a:pt x="302" y="134"/>
                    <a:pt x="306" y="120"/>
                    <a:pt x="308" y="105"/>
                  </a:cubicBezTo>
                  <a:cubicBezTo>
                    <a:pt x="313" y="104"/>
                    <a:pt x="310" y="89"/>
                    <a:pt x="313" y="80"/>
                  </a:cubicBezTo>
                  <a:cubicBezTo>
                    <a:pt x="316" y="73"/>
                    <a:pt x="313" y="70"/>
                    <a:pt x="309" y="70"/>
                  </a:cubicBezTo>
                  <a:cubicBezTo>
                    <a:pt x="305" y="25"/>
                    <a:pt x="279" y="0"/>
                    <a:pt x="248" y="0"/>
                  </a:cubicBezTo>
                  <a:cubicBezTo>
                    <a:pt x="216" y="0"/>
                    <a:pt x="190" y="25"/>
                    <a:pt x="186" y="70"/>
                  </a:cubicBezTo>
                  <a:cubicBezTo>
                    <a:pt x="183" y="70"/>
                    <a:pt x="179" y="73"/>
                    <a:pt x="182" y="80"/>
                  </a:cubicBezTo>
                  <a:cubicBezTo>
                    <a:pt x="185" y="89"/>
                    <a:pt x="182" y="104"/>
                    <a:pt x="187" y="105"/>
                  </a:cubicBezTo>
                  <a:cubicBezTo>
                    <a:pt x="189" y="120"/>
                    <a:pt x="193" y="134"/>
                    <a:pt x="200" y="145"/>
                  </a:cubicBezTo>
                  <a:cubicBezTo>
                    <a:pt x="200" y="147"/>
                    <a:pt x="201" y="149"/>
                    <a:pt x="202" y="150"/>
                  </a:cubicBezTo>
                  <a:cubicBezTo>
                    <a:pt x="201" y="162"/>
                    <a:pt x="200" y="176"/>
                    <a:pt x="198" y="185"/>
                  </a:cubicBezTo>
                  <a:cubicBezTo>
                    <a:pt x="194" y="206"/>
                    <a:pt x="148" y="228"/>
                    <a:pt x="148" y="228"/>
                  </a:cubicBezTo>
                  <a:cubicBezTo>
                    <a:pt x="148" y="228"/>
                    <a:pt x="111" y="234"/>
                    <a:pt x="84" y="259"/>
                  </a:cubicBezTo>
                  <a:cubicBezTo>
                    <a:pt x="58" y="284"/>
                    <a:pt x="66" y="326"/>
                    <a:pt x="59" y="350"/>
                  </a:cubicBezTo>
                  <a:cubicBezTo>
                    <a:pt x="51" y="375"/>
                    <a:pt x="44" y="429"/>
                    <a:pt x="44" y="429"/>
                  </a:cubicBezTo>
                  <a:cubicBezTo>
                    <a:pt x="44" y="429"/>
                    <a:pt x="40" y="444"/>
                    <a:pt x="29" y="476"/>
                  </a:cubicBezTo>
                  <a:cubicBezTo>
                    <a:pt x="17" y="508"/>
                    <a:pt x="14" y="612"/>
                    <a:pt x="9" y="620"/>
                  </a:cubicBezTo>
                  <a:cubicBezTo>
                    <a:pt x="3" y="628"/>
                    <a:pt x="1" y="674"/>
                    <a:pt x="0" y="681"/>
                  </a:cubicBezTo>
                  <a:cubicBezTo>
                    <a:pt x="0" y="688"/>
                    <a:pt x="2" y="704"/>
                    <a:pt x="7" y="708"/>
                  </a:cubicBezTo>
                  <a:cubicBezTo>
                    <a:pt x="12" y="712"/>
                    <a:pt x="28" y="741"/>
                    <a:pt x="31" y="744"/>
                  </a:cubicBezTo>
                  <a:cubicBezTo>
                    <a:pt x="34" y="746"/>
                    <a:pt x="46" y="758"/>
                    <a:pt x="48" y="753"/>
                  </a:cubicBezTo>
                  <a:cubicBezTo>
                    <a:pt x="51" y="749"/>
                    <a:pt x="44" y="744"/>
                    <a:pt x="44" y="744"/>
                  </a:cubicBezTo>
                  <a:cubicBezTo>
                    <a:pt x="44" y="744"/>
                    <a:pt x="48" y="745"/>
                    <a:pt x="54" y="747"/>
                  </a:cubicBezTo>
                  <a:cubicBezTo>
                    <a:pt x="59" y="750"/>
                    <a:pt x="69" y="748"/>
                    <a:pt x="69" y="744"/>
                  </a:cubicBezTo>
                  <a:cubicBezTo>
                    <a:pt x="69" y="739"/>
                    <a:pt x="50" y="730"/>
                    <a:pt x="50" y="730"/>
                  </a:cubicBezTo>
                  <a:cubicBezTo>
                    <a:pt x="50" y="730"/>
                    <a:pt x="43" y="717"/>
                    <a:pt x="38" y="709"/>
                  </a:cubicBezTo>
                  <a:cubicBezTo>
                    <a:pt x="33" y="701"/>
                    <a:pt x="34" y="684"/>
                    <a:pt x="37" y="680"/>
                  </a:cubicBezTo>
                  <a:cubicBezTo>
                    <a:pt x="40" y="676"/>
                    <a:pt x="47" y="681"/>
                    <a:pt x="53" y="692"/>
                  </a:cubicBezTo>
                  <a:cubicBezTo>
                    <a:pt x="58" y="703"/>
                    <a:pt x="67" y="708"/>
                    <a:pt x="71" y="705"/>
                  </a:cubicBezTo>
                  <a:cubicBezTo>
                    <a:pt x="76" y="701"/>
                    <a:pt x="70" y="690"/>
                    <a:pt x="67" y="685"/>
                  </a:cubicBezTo>
                  <a:cubicBezTo>
                    <a:pt x="63" y="680"/>
                    <a:pt x="57" y="670"/>
                    <a:pt x="54" y="657"/>
                  </a:cubicBezTo>
                  <a:cubicBezTo>
                    <a:pt x="51" y="645"/>
                    <a:pt x="43" y="633"/>
                    <a:pt x="43" y="633"/>
                  </a:cubicBezTo>
                  <a:cubicBezTo>
                    <a:pt x="43" y="633"/>
                    <a:pt x="47" y="611"/>
                    <a:pt x="57" y="595"/>
                  </a:cubicBezTo>
                  <a:cubicBezTo>
                    <a:pt x="67" y="578"/>
                    <a:pt x="84" y="556"/>
                    <a:pt x="94" y="516"/>
                  </a:cubicBezTo>
                  <a:cubicBezTo>
                    <a:pt x="103" y="476"/>
                    <a:pt x="103" y="437"/>
                    <a:pt x="103" y="437"/>
                  </a:cubicBezTo>
                  <a:cubicBezTo>
                    <a:pt x="118" y="407"/>
                    <a:pt x="130" y="373"/>
                    <a:pt x="130" y="373"/>
                  </a:cubicBezTo>
                  <a:cubicBezTo>
                    <a:pt x="130" y="373"/>
                    <a:pt x="133" y="384"/>
                    <a:pt x="136" y="394"/>
                  </a:cubicBezTo>
                  <a:cubicBezTo>
                    <a:pt x="140" y="403"/>
                    <a:pt x="143" y="418"/>
                    <a:pt x="148" y="433"/>
                  </a:cubicBezTo>
                  <a:cubicBezTo>
                    <a:pt x="153" y="447"/>
                    <a:pt x="150" y="529"/>
                    <a:pt x="149" y="546"/>
                  </a:cubicBezTo>
                  <a:cubicBezTo>
                    <a:pt x="149" y="564"/>
                    <a:pt x="133" y="584"/>
                    <a:pt x="124" y="673"/>
                  </a:cubicBezTo>
                  <a:cubicBezTo>
                    <a:pt x="116" y="761"/>
                    <a:pt x="118" y="802"/>
                    <a:pt x="123" y="844"/>
                  </a:cubicBezTo>
                  <a:cubicBezTo>
                    <a:pt x="128" y="886"/>
                    <a:pt x="143" y="902"/>
                    <a:pt x="147" y="921"/>
                  </a:cubicBezTo>
                  <a:cubicBezTo>
                    <a:pt x="151" y="941"/>
                    <a:pt x="152" y="974"/>
                    <a:pt x="152" y="974"/>
                  </a:cubicBezTo>
                  <a:cubicBezTo>
                    <a:pt x="152" y="974"/>
                    <a:pt x="143" y="998"/>
                    <a:pt x="144" y="1051"/>
                  </a:cubicBezTo>
                  <a:cubicBezTo>
                    <a:pt x="145" y="1104"/>
                    <a:pt x="157" y="1163"/>
                    <a:pt x="160" y="1181"/>
                  </a:cubicBezTo>
                  <a:cubicBezTo>
                    <a:pt x="163" y="1199"/>
                    <a:pt x="162" y="1207"/>
                    <a:pt x="158" y="1227"/>
                  </a:cubicBezTo>
                  <a:cubicBezTo>
                    <a:pt x="154" y="1246"/>
                    <a:pt x="141" y="1265"/>
                    <a:pt x="129" y="1273"/>
                  </a:cubicBezTo>
                  <a:cubicBezTo>
                    <a:pt x="116" y="1281"/>
                    <a:pt x="117" y="1295"/>
                    <a:pt x="118" y="1298"/>
                  </a:cubicBezTo>
                  <a:cubicBezTo>
                    <a:pt x="119" y="1301"/>
                    <a:pt x="125" y="1299"/>
                    <a:pt x="128" y="1302"/>
                  </a:cubicBezTo>
                  <a:cubicBezTo>
                    <a:pt x="130" y="1306"/>
                    <a:pt x="134" y="1304"/>
                    <a:pt x="137" y="1307"/>
                  </a:cubicBezTo>
                  <a:cubicBezTo>
                    <a:pt x="141" y="1310"/>
                    <a:pt x="148" y="1306"/>
                    <a:pt x="148" y="1306"/>
                  </a:cubicBezTo>
                  <a:cubicBezTo>
                    <a:pt x="148" y="1306"/>
                    <a:pt x="155" y="1313"/>
                    <a:pt x="166" y="1310"/>
                  </a:cubicBezTo>
                  <a:cubicBezTo>
                    <a:pt x="177" y="1307"/>
                    <a:pt x="186" y="1295"/>
                    <a:pt x="188" y="1283"/>
                  </a:cubicBezTo>
                  <a:cubicBezTo>
                    <a:pt x="189" y="1271"/>
                    <a:pt x="199" y="1270"/>
                    <a:pt x="209" y="1254"/>
                  </a:cubicBezTo>
                  <a:cubicBezTo>
                    <a:pt x="218" y="1239"/>
                    <a:pt x="206" y="1231"/>
                    <a:pt x="206" y="1225"/>
                  </a:cubicBezTo>
                  <a:cubicBezTo>
                    <a:pt x="206" y="1218"/>
                    <a:pt x="205" y="1213"/>
                    <a:pt x="202" y="1199"/>
                  </a:cubicBezTo>
                  <a:cubicBezTo>
                    <a:pt x="199" y="1186"/>
                    <a:pt x="202" y="1143"/>
                    <a:pt x="215" y="1092"/>
                  </a:cubicBezTo>
                  <a:cubicBezTo>
                    <a:pt x="228" y="1041"/>
                    <a:pt x="233" y="1025"/>
                    <a:pt x="221" y="982"/>
                  </a:cubicBezTo>
                  <a:cubicBezTo>
                    <a:pt x="221" y="982"/>
                    <a:pt x="216" y="971"/>
                    <a:pt x="226" y="942"/>
                  </a:cubicBezTo>
                  <a:cubicBezTo>
                    <a:pt x="236" y="914"/>
                    <a:pt x="226" y="890"/>
                    <a:pt x="231" y="855"/>
                  </a:cubicBezTo>
                  <a:cubicBezTo>
                    <a:pt x="236" y="821"/>
                    <a:pt x="238" y="807"/>
                    <a:pt x="242" y="757"/>
                  </a:cubicBezTo>
                  <a:cubicBezTo>
                    <a:pt x="243" y="747"/>
                    <a:pt x="243" y="738"/>
                    <a:pt x="243" y="731"/>
                  </a:cubicBezTo>
                  <a:cubicBezTo>
                    <a:pt x="245" y="731"/>
                    <a:pt x="246" y="731"/>
                    <a:pt x="248" y="731"/>
                  </a:cubicBezTo>
                  <a:cubicBezTo>
                    <a:pt x="248" y="731"/>
                    <a:pt x="249" y="731"/>
                    <a:pt x="250" y="731"/>
                  </a:cubicBezTo>
                  <a:cubicBezTo>
                    <a:pt x="250" y="738"/>
                    <a:pt x="250" y="747"/>
                    <a:pt x="251" y="757"/>
                  </a:cubicBezTo>
                  <a:cubicBezTo>
                    <a:pt x="254" y="807"/>
                    <a:pt x="256" y="821"/>
                    <a:pt x="261" y="855"/>
                  </a:cubicBezTo>
                  <a:cubicBezTo>
                    <a:pt x="266" y="890"/>
                    <a:pt x="257" y="914"/>
                    <a:pt x="267" y="942"/>
                  </a:cubicBezTo>
                  <a:cubicBezTo>
                    <a:pt x="276" y="971"/>
                    <a:pt x="272" y="982"/>
                    <a:pt x="272" y="982"/>
                  </a:cubicBezTo>
                  <a:cubicBezTo>
                    <a:pt x="260" y="1025"/>
                    <a:pt x="265" y="1041"/>
                    <a:pt x="278" y="1092"/>
                  </a:cubicBezTo>
                  <a:cubicBezTo>
                    <a:pt x="291" y="1143"/>
                    <a:pt x="293" y="1186"/>
                    <a:pt x="291" y="1199"/>
                  </a:cubicBezTo>
                  <a:cubicBezTo>
                    <a:pt x="288" y="1213"/>
                    <a:pt x="287" y="1218"/>
                    <a:pt x="287" y="1225"/>
                  </a:cubicBezTo>
                  <a:cubicBezTo>
                    <a:pt x="287" y="1231"/>
                    <a:pt x="275" y="1239"/>
                    <a:pt x="284" y="1254"/>
                  </a:cubicBezTo>
                  <a:cubicBezTo>
                    <a:pt x="293" y="1270"/>
                    <a:pt x="304" y="1271"/>
                    <a:pt x="305" y="1283"/>
                  </a:cubicBezTo>
                  <a:cubicBezTo>
                    <a:pt x="306" y="1295"/>
                    <a:pt x="316" y="1307"/>
                    <a:pt x="327" y="1310"/>
                  </a:cubicBezTo>
                  <a:cubicBezTo>
                    <a:pt x="337" y="1313"/>
                    <a:pt x="345" y="1306"/>
                    <a:pt x="345" y="1306"/>
                  </a:cubicBezTo>
                  <a:cubicBezTo>
                    <a:pt x="345" y="1306"/>
                    <a:pt x="352" y="1310"/>
                    <a:pt x="355" y="1307"/>
                  </a:cubicBezTo>
                  <a:cubicBezTo>
                    <a:pt x="359" y="1304"/>
                    <a:pt x="362" y="1306"/>
                    <a:pt x="365" y="1302"/>
                  </a:cubicBezTo>
                  <a:cubicBezTo>
                    <a:pt x="368" y="1299"/>
                    <a:pt x="374" y="1301"/>
                    <a:pt x="375" y="1298"/>
                  </a:cubicBezTo>
                  <a:cubicBezTo>
                    <a:pt x="376" y="1295"/>
                    <a:pt x="376" y="1281"/>
                    <a:pt x="364" y="1273"/>
                  </a:cubicBezTo>
                  <a:cubicBezTo>
                    <a:pt x="352" y="1265"/>
                    <a:pt x="339" y="1246"/>
                    <a:pt x="335" y="1227"/>
                  </a:cubicBezTo>
                  <a:cubicBezTo>
                    <a:pt x="331" y="1207"/>
                    <a:pt x="329" y="1199"/>
                    <a:pt x="333" y="1181"/>
                  </a:cubicBezTo>
                  <a:cubicBezTo>
                    <a:pt x="336" y="1163"/>
                    <a:pt x="348" y="1104"/>
                    <a:pt x="349" y="1051"/>
                  </a:cubicBezTo>
                  <a:cubicBezTo>
                    <a:pt x="350" y="998"/>
                    <a:pt x="340" y="974"/>
                    <a:pt x="340" y="974"/>
                  </a:cubicBezTo>
                  <a:cubicBezTo>
                    <a:pt x="340" y="974"/>
                    <a:pt x="341" y="941"/>
                    <a:pt x="346" y="921"/>
                  </a:cubicBezTo>
                  <a:cubicBezTo>
                    <a:pt x="350" y="902"/>
                    <a:pt x="364" y="886"/>
                    <a:pt x="369" y="844"/>
                  </a:cubicBezTo>
                  <a:cubicBezTo>
                    <a:pt x="374" y="802"/>
                    <a:pt x="377" y="761"/>
                    <a:pt x="368" y="673"/>
                  </a:cubicBezTo>
                  <a:cubicBezTo>
                    <a:pt x="360" y="584"/>
                    <a:pt x="344" y="564"/>
                    <a:pt x="343" y="546"/>
                  </a:cubicBezTo>
                  <a:cubicBezTo>
                    <a:pt x="343" y="529"/>
                    <a:pt x="340" y="447"/>
                    <a:pt x="345" y="433"/>
                  </a:cubicBezTo>
                  <a:cubicBezTo>
                    <a:pt x="349" y="418"/>
                    <a:pt x="353" y="403"/>
                    <a:pt x="356" y="394"/>
                  </a:cubicBezTo>
                  <a:cubicBezTo>
                    <a:pt x="360" y="384"/>
                    <a:pt x="362" y="373"/>
                    <a:pt x="362" y="373"/>
                  </a:cubicBezTo>
                  <a:cubicBezTo>
                    <a:pt x="362" y="373"/>
                    <a:pt x="374" y="407"/>
                    <a:pt x="389" y="437"/>
                  </a:cubicBezTo>
                  <a:cubicBezTo>
                    <a:pt x="389" y="437"/>
                    <a:pt x="390" y="476"/>
                    <a:pt x="399" y="516"/>
                  </a:cubicBezTo>
                  <a:cubicBezTo>
                    <a:pt x="408" y="556"/>
                    <a:pt x="426" y="578"/>
                    <a:pt x="436" y="595"/>
                  </a:cubicBezTo>
                  <a:cubicBezTo>
                    <a:pt x="445" y="611"/>
                    <a:pt x="450" y="633"/>
                    <a:pt x="450" y="633"/>
                  </a:cubicBezTo>
                  <a:cubicBezTo>
                    <a:pt x="450" y="633"/>
                    <a:pt x="441" y="645"/>
                    <a:pt x="438" y="657"/>
                  </a:cubicBezTo>
                  <a:cubicBezTo>
                    <a:pt x="436" y="670"/>
                    <a:pt x="430" y="680"/>
                    <a:pt x="426" y="685"/>
                  </a:cubicBezTo>
                  <a:cubicBezTo>
                    <a:pt x="422" y="690"/>
                    <a:pt x="416" y="701"/>
                    <a:pt x="421" y="705"/>
                  </a:cubicBezTo>
                  <a:cubicBezTo>
                    <a:pt x="426" y="708"/>
                    <a:pt x="435" y="703"/>
                    <a:pt x="440" y="692"/>
                  </a:cubicBezTo>
                  <a:cubicBezTo>
                    <a:pt x="445" y="681"/>
                    <a:pt x="453" y="676"/>
                    <a:pt x="456" y="680"/>
                  </a:cubicBezTo>
                  <a:cubicBezTo>
                    <a:pt x="459" y="684"/>
                    <a:pt x="460" y="701"/>
                    <a:pt x="455" y="709"/>
                  </a:cubicBezTo>
                  <a:cubicBezTo>
                    <a:pt x="449" y="717"/>
                    <a:pt x="442" y="730"/>
                    <a:pt x="442" y="730"/>
                  </a:cubicBezTo>
                  <a:cubicBezTo>
                    <a:pt x="442" y="730"/>
                    <a:pt x="423" y="739"/>
                    <a:pt x="423" y="744"/>
                  </a:cubicBezTo>
                  <a:cubicBezTo>
                    <a:pt x="423" y="748"/>
                    <a:pt x="434" y="750"/>
                    <a:pt x="439" y="747"/>
                  </a:cubicBezTo>
                  <a:cubicBezTo>
                    <a:pt x="444" y="745"/>
                    <a:pt x="448" y="744"/>
                    <a:pt x="448" y="744"/>
                  </a:cubicBezTo>
                  <a:cubicBezTo>
                    <a:pt x="448" y="744"/>
                    <a:pt x="442" y="749"/>
                    <a:pt x="444" y="753"/>
                  </a:cubicBezTo>
                  <a:cubicBezTo>
                    <a:pt x="447" y="758"/>
                    <a:pt x="458" y="746"/>
                    <a:pt x="462" y="744"/>
                  </a:cubicBezTo>
                  <a:cubicBezTo>
                    <a:pt x="465" y="741"/>
                    <a:pt x="481" y="712"/>
                    <a:pt x="485" y="708"/>
                  </a:cubicBezTo>
                  <a:cubicBezTo>
                    <a:pt x="490" y="704"/>
                    <a:pt x="493" y="688"/>
                    <a:pt x="492" y="681"/>
                  </a:cubicBezTo>
                  <a:close/>
                </a:path>
              </a:pathLst>
            </a:custGeom>
            <a:solidFill>
              <a:schemeClr val="bg2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09" name="Rounded Rectangle 6"/>
          <p:cNvSpPr/>
          <p:nvPr/>
        </p:nvSpPr>
        <p:spPr>
          <a:xfrm>
            <a:off x="7424350" y="4310100"/>
            <a:ext cx="1195775" cy="1252501"/>
          </a:xfrm>
          <a:prstGeom prst="roundRect">
            <a:avLst/>
          </a:prstGeom>
          <a:solidFill>
            <a:schemeClr val="bg2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0" name="Rounded Rectangle 5"/>
          <p:cNvSpPr/>
          <p:nvPr/>
        </p:nvSpPr>
        <p:spPr>
          <a:xfrm>
            <a:off x="3590925" y="4310100"/>
            <a:ext cx="1195775" cy="1252501"/>
          </a:xfrm>
          <a:prstGeom prst="roundRect">
            <a:avLst/>
          </a:prstGeom>
          <a:solidFill>
            <a:schemeClr val="bg2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1" name="Rounded Rectangle 4"/>
          <p:cNvSpPr/>
          <p:nvPr/>
        </p:nvSpPr>
        <p:spPr>
          <a:xfrm>
            <a:off x="7424350" y="2768507"/>
            <a:ext cx="1195775" cy="1252501"/>
          </a:xfrm>
          <a:prstGeom prst="roundRect">
            <a:avLst/>
          </a:prstGeom>
          <a:solidFill>
            <a:schemeClr val="bg2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2" name="Rounded Rectangle 3"/>
          <p:cNvSpPr/>
          <p:nvPr/>
        </p:nvSpPr>
        <p:spPr>
          <a:xfrm>
            <a:off x="3590925" y="2768507"/>
            <a:ext cx="1195775" cy="1252501"/>
          </a:xfrm>
          <a:prstGeom prst="roundRect">
            <a:avLst/>
          </a:prstGeom>
          <a:solidFill>
            <a:schemeClr val="bg2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3" name="Rounded Rectangle 2"/>
          <p:cNvSpPr/>
          <p:nvPr/>
        </p:nvSpPr>
        <p:spPr>
          <a:xfrm>
            <a:off x="7396430" y="1219201"/>
            <a:ext cx="1195775" cy="1252501"/>
          </a:xfrm>
          <a:prstGeom prst="roundRect">
            <a:avLst/>
          </a:prstGeom>
          <a:solidFill>
            <a:schemeClr val="bg2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" name="Rounded Rectangle 613"/>
          <p:cNvSpPr/>
          <p:nvPr/>
        </p:nvSpPr>
        <p:spPr>
          <a:xfrm>
            <a:off x="3563005" y="1219201"/>
            <a:ext cx="1195775" cy="1252501"/>
          </a:xfrm>
          <a:prstGeom prst="roundRect">
            <a:avLst/>
          </a:prstGeom>
          <a:solidFill>
            <a:schemeClr val="bg2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15" name="heart"/>
          <p:cNvGrpSpPr>
            <a:grpSpLocks noChangeAspect="1"/>
          </p:cNvGrpSpPr>
          <p:nvPr/>
        </p:nvGrpSpPr>
        <p:grpSpPr bwMode="auto">
          <a:xfrm>
            <a:off x="7583001" y="1293510"/>
            <a:ext cx="859421" cy="1143000"/>
            <a:chOff x="1392" y="744"/>
            <a:chExt cx="1188" cy="1580"/>
          </a:xfrm>
        </p:grpSpPr>
        <p:sp>
          <p:nvSpPr>
            <p:cNvPr id="616" name="AutoShape 4"/>
            <p:cNvSpPr>
              <a:spLocks noChangeAspect="1" noChangeArrowheads="1" noTextEdit="1"/>
            </p:cNvSpPr>
            <p:nvPr/>
          </p:nvSpPr>
          <p:spPr bwMode="auto">
            <a:xfrm>
              <a:off x="1392" y="744"/>
              <a:ext cx="1162" cy="1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7" name="Freeform 6"/>
            <p:cNvSpPr>
              <a:spLocks/>
            </p:cNvSpPr>
            <p:nvPr/>
          </p:nvSpPr>
          <p:spPr bwMode="auto">
            <a:xfrm>
              <a:off x="1425" y="910"/>
              <a:ext cx="1155" cy="1414"/>
            </a:xfrm>
            <a:custGeom>
              <a:avLst/>
              <a:gdLst>
                <a:gd name="T0" fmla="*/ 159 w 486"/>
                <a:gd name="T1" fmla="*/ 20 h 596"/>
                <a:gd name="T2" fmla="*/ 163 w 486"/>
                <a:gd name="T3" fmla="*/ 26 h 596"/>
                <a:gd name="T4" fmla="*/ 145 w 486"/>
                <a:gd name="T5" fmla="*/ 60 h 596"/>
                <a:gd name="T6" fmla="*/ 139 w 486"/>
                <a:gd name="T7" fmla="*/ 56 h 596"/>
                <a:gd name="T8" fmla="*/ 94 w 486"/>
                <a:gd name="T9" fmla="*/ 48 h 596"/>
                <a:gd name="T10" fmla="*/ 52 w 486"/>
                <a:gd name="T11" fmla="*/ 59 h 596"/>
                <a:gd name="T12" fmla="*/ 44 w 486"/>
                <a:gd name="T13" fmla="*/ 74 h 596"/>
                <a:gd name="T14" fmla="*/ 44 w 486"/>
                <a:gd name="T15" fmla="*/ 189 h 596"/>
                <a:gd name="T16" fmla="*/ 45 w 486"/>
                <a:gd name="T17" fmla="*/ 195 h 596"/>
                <a:gd name="T18" fmla="*/ 35 w 486"/>
                <a:gd name="T19" fmla="*/ 207 h 596"/>
                <a:gd name="T20" fmla="*/ 1 w 486"/>
                <a:gd name="T21" fmla="*/ 297 h 596"/>
                <a:gd name="T22" fmla="*/ 1 w 486"/>
                <a:gd name="T23" fmla="*/ 297 h 596"/>
                <a:gd name="T24" fmla="*/ 21 w 486"/>
                <a:gd name="T25" fmla="*/ 364 h 596"/>
                <a:gd name="T26" fmla="*/ 36 w 486"/>
                <a:gd name="T27" fmla="*/ 403 h 596"/>
                <a:gd name="T28" fmla="*/ 40 w 486"/>
                <a:gd name="T29" fmla="*/ 413 h 596"/>
                <a:gd name="T30" fmla="*/ 37 w 486"/>
                <a:gd name="T31" fmla="*/ 423 h 596"/>
                <a:gd name="T32" fmla="*/ 188 w 486"/>
                <a:gd name="T33" fmla="*/ 558 h 596"/>
                <a:gd name="T34" fmla="*/ 373 w 486"/>
                <a:gd name="T35" fmla="*/ 596 h 596"/>
                <a:gd name="T36" fmla="*/ 451 w 486"/>
                <a:gd name="T37" fmla="*/ 562 h 596"/>
                <a:gd name="T38" fmla="*/ 453 w 486"/>
                <a:gd name="T39" fmla="*/ 551 h 596"/>
                <a:gd name="T40" fmla="*/ 457 w 486"/>
                <a:gd name="T41" fmla="*/ 546 h 596"/>
                <a:gd name="T42" fmla="*/ 456 w 486"/>
                <a:gd name="T43" fmla="*/ 344 h 596"/>
                <a:gd name="T44" fmla="*/ 413 w 486"/>
                <a:gd name="T45" fmla="*/ 275 h 596"/>
                <a:gd name="T46" fmla="*/ 411 w 486"/>
                <a:gd name="T47" fmla="*/ 225 h 596"/>
                <a:gd name="T48" fmla="*/ 373 w 486"/>
                <a:gd name="T49" fmla="*/ 187 h 596"/>
                <a:gd name="T50" fmla="*/ 335 w 486"/>
                <a:gd name="T51" fmla="*/ 165 h 596"/>
                <a:gd name="T52" fmla="*/ 337 w 486"/>
                <a:gd name="T53" fmla="*/ 162 h 596"/>
                <a:gd name="T54" fmla="*/ 375 w 486"/>
                <a:gd name="T55" fmla="*/ 155 h 596"/>
                <a:gd name="T56" fmla="*/ 420 w 486"/>
                <a:gd name="T57" fmla="*/ 159 h 596"/>
                <a:gd name="T58" fmla="*/ 437 w 486"/>
                <a:gd name="T59" fmla="*/ 151 h 596"/>
                <a:gd name="T60" fmla="*/ 438 w 486"/>
                <a:gd name="T61" fmla="*/ 94 h 596"/>
                <a:gd name="T62" fmla="*/ 433 w 486"/>
                <a:gd name="T63" fmla="*/ 89 h 596"/>
                <a:gd name="T64" fmla="*/ 434 w 486"/>
                <a:gd name="T65" fmla="*/ 82 h 596"/>
                <a:gd name="T66" fmla="*/ 396 w 486"/>
                <a:gd name="T67" fmla="*/ 36 h 596"/>
                <a:gd name="T68" fmla="*/ 376 w 486"/>
                <a:gd name="T69" fmla="*/ 44 h 596"/>
                <a:gd name="T70" fmla="*/ 370 w 486"/>
                <a:gd name="T71" fmla="*/ 51 h 596"/>
                <a:gd name="T72" fmla="*/ 317 w 486"/>
                <a:gd name="T73" fmla="*/ 0 h 596"/>
                <a:gd name="T74" fmla="*/ 148 w 486"/>
                <a:gd name="T75" fmla="*/ 0 h 596"/>
                <a:gd name="T76" fmla="*/ 159 w 486"/>
                <a:gd name="T77" fmla="*/ 20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86" h="596">
                  <a:moveTo>
                    <a:pt x="159" y="20"/>
                  </a:moveTo>
                  <a:cubicBezTo>
                    <a:pt x="160" y="22"/>
                    <a:pt x="162" y="24"/>
                    <a:pt x="163" y="26"/>
                  </a:cubicBezTo>
                  <a:cubicBezTo>
                    <a:pt x="158" y="34"/>
                    <a:pt x="150" y="47"/>
                    <a:pt x="145" y="60"/>
                  </a:cubicBezTo>
                  <a:cubicBezTo>
                    <a:pt x="143" y="58"/>
                    <a:pt x="141" y="57"/>
                    <a:pt x="139" y="56"/>
                  </a:cubicBezTo>
                  <a:cubicBezTo>
                    <a:pt x="123" y="51"/>
                    <a:pt x="108" y="48"/>
                    <a:pt x="94" y="48"/>
                  </a:cubicBezTo>
                  <a:cubicBezTo>
                    <a:pt x="68" y="48"/>
                    <a:pt x="54" y="57"/>
                    <a:pt x="52" y="59"/>
                  </a:cubicBezTo>
                  <a:cubicBezTo>
                    <a:pt x="47" y="62"/>
                    <a:pt x="44" y="68"/>
                    <a:pt x="44" y="74"/>
                  </a:cubicBezTo>
                  <a:cubicBezTo>
                    <a:pt x="44" y="189"/>
                    <a:pt x="44" y="189"/>
                    <a:pt x="44" y="189"/>
                  </a:cubicBezTo>
                  <a:cubicBezTo>
                    <a:pt x="44" y="191"/>
                    <a:pt x="44" y="193"/>
                    <a:pt x="45" y="195"/>
                  </a:cubicBezTo>
                  <a:cubicBezTo>
                    <a:pt x="41" y="199"/>
                    <a:pt x="38" y="203"/>
                    <a:pt x="35" y="207"/>
                  </a:cubicBezTo>
                  <a:cubicBezTo>
                    <a:pt x="15" y="234"/>
                    <a:pt x="0" y="261"/>
                    <a:pt x="1" y="297"/>
                  </a:cubicBezTo>
                  <a:cubicBezTo>
                    <a:pt x="1" y="297"/>
                    <a:pt x="1" y="297"/>
                    <a:pt x="1" y="297"/>
                  </a:cubicBezTo>
                  <a:cubicBezTo>
                    <a:pt x="2" y="321"/>
                    <a:pt x="12" y="344"/>
                    <a:pt x="21" y="364"/>
                  </a:cubicBezTo>
                  <a:cubicBezTo>
                    <a:pt x="28" y="378"/>
                    <a:pt x="34" y="392"/>
                    <a:pt x="36" y="403"/>
                  </a:cubicBezTo>
                  <a:cubicBezTo>
                    <a:pt x="36" y="407"/>
                    <a:pt x="38" y="410"/>
                    <a:pt x="40" y="413"/>
                  </a:cubicBezTo>
                  <a:cubicBezTo>
                    <a:pt x="38" y="416"/>
                    <a:pt x="37" y="419"/>
                    <a:pt x="37" y="423"/>
                  </a:cubicBezTo>
                  <a:cubicBezTo>
                    <a:pt x="37" y="427"/>
                    <a:pt x="42" y="515"/>
                    <a:pt x="188" y="558"/>
                  </a:cubicBezTo>
                  <a:cubicBezTo>
                    <a:pt x="278" y="584"/>
                    <a:pt x="333" y="596"/>
                    <a:pt x="373" y="596"/>
                  </a:cubicBezTo>
                  <a:cubicBezTo>
                    <a:pt x="412" y="596"/>
                    <a:pt x="437" y="584"/>
                    <a:pt x="451" y="562"/>
                  </a:cubicBezTo>
                  <a:cubicBezTo>
                    <a:pt x="453" y="558"/>
                    <a:pt x="454" y="555"/>
                    <a:pt x="453" y="551"/>
                  </a:cubicBezTo>
                  <a:cubicBezTo>
                    <a:pt x="455" y="550"/>
                    <a:pt x="456" y="548"/>
                    <a:pt x="457" y="546"/>
                  </a:cubicBezTo>
                  <a:cubicBezTo>
                    <a:pt x="477" y="513"/>
                    <a:pt x="486" y="420"/>
                    <a:pt x="456" y="344"/>
                  </a:cubicBezTo>
                  <a:cubicBezTo>
                    <a:pt x="446" y="317"/>
                    <a:pt x="431" y="293"/>
                    <a:pt x="413" y="275"/>
                  </a:cubicBezTo>
                  <a:cubicBezTo>
                    <a:pt x="415" y="267"/>
                    <a:pt x="420" y="246"/>
                    <a:pt x="411" y="225"/>
                  </a:cubicBezTo>
                  <a:cubicBezTo>
                    <a:pt x="405" y="209"/>
                    <a:pt x="392" y="196"/>
                    <a:pt x="373" y="187"/>
                  </a:cubicBezTo>
                  <a:cubicBezTo>
                    <a:pt x="368" y="177"/>
                    <a:pt x="355" y="165"/>
                    <a:pt x="335" y="165"/>
                  </a:cubicBezTo>
                  <a:cubicBezTo>
                    <a:pt x="335" y="164"/>
                    <a:pt x="336" y="163"/>
                    <a:pt x="337" y="162"/>
                  </a:cubicBezTo>
                  <a:cubicBezTo>
                    <a:pt x="339" y="160"/>
                    <a:pt x="348" y="155"/>
                    <a:pt x="375" y="155"/>
                  </a:cubicBezTo>
                  <a:cubicBezTo>
                    <a:pt x="388" y="155"/>
                    <a:pt x="403" y="157"/>
                    <a:pt x="420" y="159"/>
                  </a:cubicBezTo>
                  <a:cubicBezTo>
                    <a:pt x="427" y="160"/>
                    <a:pt x="434" y="156"/>
                    <a:pt x="437" y="151"/>
                  </a:cubicBezTo>
                  <a:cubicBezTo>
                    <a:pt x="451" y="128"/>
                    <a:pt x="444" y="105"/>
                    <a:pt x="438" y="94"/>
                  </a:cubicBezTo>
                  <a:cubicBezTo>
                    <a:pt x="436" y="92"/>
                    <a:pt x="435" y="90"/>
                    <a:pt x="433" y="89"/>
                  </a:cubicBezTo>
                  <a:cubicBezTo>
                    <a:pt x="434" y="87"/>
                    <a:pt x="434" y="84"/>
                    <a:pt x="434" y="82"/>
                  </a:cubicBezTo>
                  <a:cubicBezTo>
                    <a:pt x="432" y="54"/>
                    <a:pt x="409" y="40"/>
                    <a:pt x="396" y="36"/>
                  </a:cubicBezTo>
                  <a:cubicBezTo>
                    <a:pt x="388" y="34"/>
                    <a:pt x="380" y="37"/>
                    <a:pt x="376" y="44"/>
                  </a:cubicBezTo>
                  <a:cubicBezTo>
                    <a:pt x="374" y="46"/>
                    <a:pt x="372" y="48"/>
                    <a:pt x="370" y="51"/>
                  </a:cubicBezTo>
                  <a:cubicBezTo>
                    <a:pt x="364" y="41"/>
                    <a:pt x="345" y="17"/>
                    <a:pt x="317" y="0"/>
                  </a:cubicBezTo>
                  <a:cubicBezTo>
                    <a:pt x="148" y="0"/>
                    <a:pt x="148" y="0"/>
                    <a:pt x="148" y="0"/>
                  </a:cubicBezTo>
                  <a:cubicBezTo>
                    <a:pt x="148" y="11"/>
                    <a:pt x="156" y="18"/>
                    <a:pt x="159" y="2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8" name="Freeform 7"/>
            <p:cNvSpPr>
              <a:spLocks/>
            </p:cNvSpPr>
            <p:nvPr/>
          </p:nvSpPr>
          <p:spPr bwMode="auto">
            <a:xfrm>
              <a:off x="1539" y="1003"/>
              <a:ext cx="169" cy="313"/>
            </a:xfrm>
            <a:custGeom>
              <a:avLst/>
              <a:gdLst>
                <a:gd name="T0" fmla="*/ 71 w 71"/>
                <a:gd name="T1" fmla="*/ 16 h 132"/>
                <a:gd name="T2" fmla="*/ 71 w 71"/>
                <a:gd name="T3" fmla="*/ 123 h 132"/>
                <a:gd name="T4" fmla="*/ 0 w 71"/>
                <a:gd name="T5" fmla="*/ 132 h 132"/>
                <a:gd name="T6" fmla="*/ 0 w 71"/>
                <a:gd name="T7" fmla="*/ 17 h 132"/>
                <a:gd name="T8" fmla="*/ 71 w 71"/>
                <a:gd name="T9" fmla="*/ 16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132">
                  <a:moveTo>
                    <a:pt x="71" y="16"/>
                  </a:moveTo>
                  <a:cubicBezTo>
                    <a:pt x="71" y="123"/>
                    <a:pt x="71" y="123"/>
                    <a:pt x="71" y="123"/>
                  </a:cubicBezTo>
                  <a:cubicBezTo>
                    <a:pt x="71" y="123"/>
                    <a:pt x="23" y="103"/>
                    <a:pt x="0" y="132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7"/>
                    <a:pt x="24" y="0"/>
                    <a:pt x="71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9" name="Freeform 8"/>
            <p:cNvSpPr>
              <a:spLocks noEditPoints="1"/>
            </p:cNvSpPr>
            <p:nvPr/>
          </p:nvSpPr>
          <p:spPr bwMode="auto">
            <a:xfrm>
              <a:off x="1497" y="981"/>
              <a:ext cx="254" cy="377"/>
            </a:xfrm>
            <a:custGeom>
              <a:avLst/>
              <a:gdLst>
                <a:gd name="T0" fmla="*/ 18 w 107"/>
                <a:gd name="T1" fmla="*/ 159 h 159"/>
                <a:gd name="T2" fmla="*/ 11 w 107"/>
                <a:gd name="T3" fmla="*/ 158 h 159"/>
                <a:gd name="T4" fmla="*/ 0 w 107"/>
                <a:gd name="T5" fmla="*/ 141 h 159"/>
                <a:gd name="T6" fmla="*/ 0 w 107"/>
                <a:gd name="T7" fmla="*/ 26 h 159"/>
                <a:gd name="T8" fmla="*/ 8 w 107"/>
                <a:gd name="T9" fmla="*/ 11 h 159"/>
                <a:gd name="T10" fmla="*/ 50 w 107"/>
                <a:gd name="T11" fmla="*/ 0 h 159"/>
                <a:gd name="T12" fmla="*/ 95 w 107"/>
                <a:gd name="T13" fmla="*/ 8 h 159"/>
                <a:gd name="T14" fmla="*/ 107 w 107"/>
                <a:gd name="T15" fmla="*/ 25 h 159"/>
                <a:gd name="T16" fmla="*/ 107 w 107"/>
                <a:gd name="T17" fmla="*/ 132 h 159"/>
                <a:gd name="T18" fmla="*/ 99 w 107"/>
                <a:gd name="T19" fmla="*/ 147 h 159"/>
                <a:gd name="T20" fmla="*/ 82 w 107"/>
                <a:gd name="T21" fmla="*/ 149 h 159"/>
                <a:gd name="T22" fmla="*/ 55 w 107"/>
                <a:gd name="T23" fmla="*/ 143 h 159"/>
                <a:gd name="T24" fmla="*/ 31 w 107"/>
                <a:gd name="T25" fmla="*/ 152 h 159"/>
                <a:gd name="T26" fmla="*/ 18 w 107"/>
                <a:gd name="T27" fmla="*/ 159 h 159"/>
                <a:gd name="T28" fmla="*/ 36 w 107"/>
                <a:gd name="T29" fmla="*/ 38 h 159"/>
                <a:gd name="T30" fmla="*/ 36 w 107"/>
                <a:gd name="T31" fmla="*/ 109 h 159"/>
                <a:gd name="T32" fmla="*/ 55 w 107"/>
                <a:gd name="T33" fmla="*/ 107 h 159"/>
                <a:gd name="T34" fmla="*/ 71 w 107"/>
                <a:gd name="T35" fmla="*/ 109 h 159"/>
                <a:gd name="T36" fmla="*/ 71 w 107"/>
                <a:gd name="T37" fmla="*/ 39 h 159"/>
                <a:gd name="T38" fmla="*/ 50 w 107"/>
                <a:gd name="T39" fmla="*/ 36 h 159"/>
                <a:gd name="T40" fmla="*/ 36 w 107"/>
                <a:gd name="T41" fmla="*/ 38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7" h="159">
                  <a:moveTo>
                    <a:pt x="18" y="159"/>
                  </a:moveTo>
                  <a:cubicBezTo>
                    <a:pt x="15" y="159"/>
                    <a:pt x="13" y="158"/>
                    <a:pt x="11" y="158"/>
                  </a:cubicBezTo>
                  <a:cubicBezTo>
                    <a:pt x="4" y="155"/>
                    <a:pt x="0" y="148"/>
                    <a:pt x="0" y="141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0"/>
                    <a:pt x="3" y="14"/>
                    <a:pt x="8" y="11"/>
                  </a:cubicBezTo>
                  <a:cubicBezTo>
                    <a:pt x="10" y="9"/>
                    <a:pt x="24" y="0"/>
                    <a:pt x="50" y="0"/>
                  </a:cubicBezTo>
                  <a:cubicBezTo>
                    <a:pt x="64" y="0"/>
                    <a:pt x="79" y="3"/>
                    <a:pt x="95" y="8"/>
                  </a:cubicBezTo>
                  <a:cubicBezTo>
                    <a:pt x="102" y="11"/>
                    <a:pt x="107" y="18"/>
                    <a:pt x="107" y="25"/>
                  </a:cubicBezTo>
                  <a:cubicBezTo>
                    <a:pt x="107" y="132"/>
                    <a:pt x="107" y="132"/>
                    <a:pt x="107" y="132"/>
                  </a:cubicBezTo>
                  <a:cubicBezTo>
                    <a:pt x="107" y="138"/>
                    <a:pt x="104" y="144"/>
                    <a:pt x="99" y="147"/>
                  </a:cubicBezTo>
                  <a:cubicBezTo>
                    <a:pt x="94" y="150"/>
                    <a:pt x="88" y="151"/>
                    <a:pt x="82" y="149"/>
                  </a:cubicBezTo>
                  <a:cubicBezTo>
                    <a:pt x="82" y="149"/>
                    <a:pt x="69" y="143"/>
                    <a:pt x="55" y="143"/>
                  </a:cubicBezTo>
                  <a:cubicBezTo>
                    <a:pt x="39" y="143"/>
                    <a:pt x="33" y="150"/>
                    <a:pt x="31" y="152"/>
                  </a:cubicBezTo>
                  <a:cubicBezTo>
                    <a:pt x="28" y="156"/>
                    <a:pt x="23" y="159"/>
                    <a:pt x="18" y="159"/>
                  </a:cubicBezTo>
                  <a:close/>
                  <a:moveTo>
                    <a:pt x="36" y="38"/>
                  </a:moveTo>
                  <a:cubicBezTo>
                    <a:pt x="36" y="109"/>
                    <a:pt x="36" y="109"/>
                    <a:pt x="36" y="109"/>
                  </a:cubicBezTo>
                  <a:cubicBezTo>
                    <a:pt x="42" y="108"/>
                    <a:pt x="48" y="107"/>
                    <a:pt x="55" y="107"/>
                  </a:cubicBezTo>
                  <a:cubicBezTo>
                    <a:pt x="61" y="107"/>
                    <a:pt x="66" y="108"/>
                    <a:pt x="71" y="10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4" y="37"/>
                    <a:pt x="57" y="36"/>
                    <a:pt x="50" y="36"/>
                  </a:cubicBezTo>
                  <a:cubicBezTo>
                    <a:pt x="44" y="36"/>
                    <a:pt x="39" y="37"/>
                    <a:pt x="36" y="3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0" name="Freeform 9"/>
            <p:cNvSpPr>
              <a:spLocks/>
            </p:cNvSpPr>
            <p:nvPr/>
          </p:nvSpPr>
          <p:spPr bwMode="auto">
            <a:xfrm>
              <a:off x="1435" y="1273"/>
              <a:ext cx="477" cy="546"/>
            </a:xfrm>
            <a:custGeom>
              <a:avLst/>
              <a:gdLst>
                <a:gd name="T0" fmla="*/ 122 w 201"/>
                <a:gd name="T1" fmla="*/ 21 h 230"/>
                <a:gd name="T2" fmla="*/ 118 w 201"/>
                <a:gd name="T3" fmla="*/ 20 h 230"/>
                <a:gd name="T4" fmla="*/ 46 w 201"/>
                <a:gd name="T5" fmla="*/ 29 h 230"/>
                <a:gd name="T6" fmla="*/ 1 w 201"/>
                <a:gd name="T7" fmla="*/ 126 h 230"/>
                <a:gd name="T8" fmla="*/ 36 w 201"/>
                <a:gd name="T9" fmla="*/ 230 h 230"/>
                <a:gd name="T10" fmla="*/ 104 w 201"/>
                <a:gd name="T11" fmla="*/ 153 h 230"/>
                <a:gd name="T12" fmla="*/ 186 w 201"/>
                <a:gd name="T13" fmla="*/ 61 h 230"/>
                <a:gd name="T14" fmla="*/ 199 w 201"/>
                <a:gd name="T15" fmla="*/ 37 h 230"/>
                <a:gd name="T16" fmla="*/ 189 w 201"/>
                <a:gd name="T17" fmla="*/ 28 h 230"/>
                <a:gd name="T18" fmla="*/ 174 w 201"/>
                <a:gd name="T19" fmla="*/ 26 h 230"/>
                <a:gd name="T20" fmla="*/ 122 w 201"/>
                <a:gd name="T21" fmla="*/ 21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1" h="230">
                  <a:moveTo>
                    <a:pt x="122" y="21"/>
                  </a:moveTo>
                  <a:cubicBezTo>
                    <a:pt x="121" y="21"/>
                    <a:pt x="119" y="20"/>
                    <a:pt x="118" y="20"/>
                  </a:cubicBezTo>
                  <a:cubicBezTo>
                    <a:pt x="118" y="20"/>
                    <a:pt x="69" y="0"/>
                    <a:pt x="46" y="29"/>
                  </a:cubicBezTo>
                  <a:cubicBezTo>
                    <a:pt x="19" y="61"/>
                    <a:pt x="0" y="89"/>
                    <a:pt x="1" y="126"/>
                  </a:cubicBezTo>
                  <a:cubicBezTo>
                    <a:pt x="2" y="163"/>
                    <a:pt x="32" y="198"/>
                    <a:pt x="36" y="230"/>
                  </a:cubicBezTo>
                  <a:cubicBezTo>
                    <a:pt x="36" y="230"/>
                    <a:pt x="76" y="217"/>
                    <a:pt x="104" y="153"/>
                  </a:cubicBezTo>
                  <a:cubicBezTo>
                    <a:pt x="131" y="88"/>
                    <a:pt x="169" y="72"/>
                    <a:pt x="186" y="61"/>
                  </a:cubicBezTo>
                  <a:cubicBezTo>
                    <a:pt x="195" y="55"/>
                    <a:pt x="201" y="45"/>
                    <a:pt x="199" y="37"/>
                  </a:cubicBezTo>
                  <a:cubicBezTo>
                    <a:pt x="199" y="33"/>
                    <a:pt x="195" y="30"/>
                    <a:pt x="189" y="28"/>
                  </a:cubicBezTo>
                  <a:cubicBezTo>
                    <a:pt x="185" y="26"/>
                    <a:pt x="180" y="26"/>
                    <a:pt x="174" y="26"/>
                  </a:cubicBezTo>
                  <a:cubicBezTo>
                    <a:pt x="143" y="27"/>
                    <a:pt x="133" y="25"/>
                    <a:pt x="122" y="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1" name="Freeform 10"/>
            <p:cNvSpPr>
              <a:spLocks noEditPoints="1"/>
            </p:cNvSpPr>
            <p:nvPr/>
          </p:nvSpPr>
          <p:spPr bwMode="auto">
            <a:xfrm>
              <a:off x="1392" y="1261"/>
              <a:ext cx="566" cy="600"/>
            </a:xfrm>
            <a:custGeom>
              <a:avLst/>
              <a:gdLst>
                <a:gd name="T0" fmla="*/ 54 w 238"/>
                <a:gd name="T1" fmla="*/ 253 h 253"/>
                <a:gd name="T2" fmla="*/ 44 w 238"/>
                <a:gd name="T3" fmla="*/ 250 h 253"/>
                <a:gd name="T4" fmla="*/ 36 w 238"/>
                <a:gd name="T5" fmla="*/ 237 h 253"/>
                <a:gd name="T6" fmla="*/ 21 w 238"/>
                <a:gd name="T7" fmla="*/ 198 h 253"/>
                <a:gd name="T8" fmla="*/ 1 w 238"/>
                <a:gd name="T9" fmla="*/ 131 h 253"/>
                <a:gd name="T10" fmla="*/ 50 w 238"/>
                <a:gd name="T11" fmla="*/ 22 h 253"/>
                <a:gd name="T12" fmla="*/ 101 w 238"/>
                <a:gd name="T13" fmla="*/ 0 h 253"/>
                <a:gd name="T14" fmla="*/ 141 w 238"/>
                <a:gd name="T15" fmla="*/ 8 h 253"/>
                <a:gd name="T16" fmla="*/ 145 w 238"/>
                <a:gd name="T17" fmla="*/ 9 h 253"/>
                <a:gd name="T18" fmla="*/ 146 w 238"/>
                <a:gd name="T19" fmla="*/ 9 h 253"/>
                <a:gd name="T20" fmla="*/ 177 w 238"/>
                <a:gd name="T21" fmla="*/ 13 h 253"/>
                <a:gd name="T22" fmla="*/ 191 w 238"/>
                <a:gd name="T23" fmla="*/ 13 h 253"/>
                <a:gd name="T24" fmla="*/ 213 w 238"/>
                <a:gd name="T25" fmla="*/ 15 h 253"/>
                <a:gd name="T26" fmla="*/ 235 w 238"/>
                <a:gd name="T27" fmla="*/ 38 h 253"/>
                <a:gd name="T28" fmla="*/ 214 w 238"/>
                <a:gd name="T29" fmla="*/ 81 h 253"/>
                <a:gd name="T30" fmla="*/ 207 w 238"/>
                <a:gd name="T31" fmla="*/ 85 h 253"/>
                <a:gd name="T32" fmla="*/ 138 w 238"/>
                <a:gd name="T33" fmla="*/ 165 h 253"/>
                <a:gd name="T34" fmla="*/ 59 w 238"/>
                <a:gd name="T35" fmla="*/ 252 h 253"/>
                <a:gd name="T36" fmla="*/ 54 w 238"/>
                <a:gd name="T37" fmla="*/ 253 h 253"/>
                <a:gd name="T38" fmla="*/ 101 w 238"/>
                <a:gd name="T39" fmla="*/ 36 h 253"/>
                <a:gd name="T40" fmla="*/ 78 w 238"/>
                <a:gd name="T41" fmla="*/ 45 h 253"/>
                <a:gd name="T42" fmla="*/ 37 w 238"/>
                <a:gd name="T43" fmla="*/ 130 h 253"/>
                <a:gd name="T44" fmla="*/ 54 w 238"/>
                <a:gd name="T45" fmla="*/ 182 h 253"/>
                <a:gd name="T46" fmla="*/ 65 w 238"/>
                <a:gd name="T47" fmla="*/ 208 h 253"/>
                <a:gd name="T48" fmla="*/ 105 w 238"/>
                <a:gd name="T49" fmla="*/ 151 h 253"/>
                <a:gd name="T50" fmla="*/ 189 w 238"/>
                <a:gd name="T51" fmla="*/ 54 h 253"/>
                <a:gd name="T52" fmla="*/ 194 w 238"/>
                <a:gd name="T53" fmla="*/ 50 h 253"/>
                <a:gd name="T54" fmla="*/ 196 w 238"/>
                <a:gd name="T55" fmla="*/ 49 h 253"/>
                <a:gd name="T56" fmla="*/ 192 w 238"/>
                <a:gd name="T57" fmla="*/ 49 h 253"/>
                <a:gd name="T58" fmla="*/ 177 w 238"/>
                <a:gd name="T59" fmla="*/ 49 h 253"/>
                <a:gd name="T60" fmla="*/ 135 w 238"/>
                <a:gd name="T61" fmla="*/ 44 h 253"/>
                <a:gd name="T62" fmla="*/ 134 w 238"/>
                <a:gd name="T63" fmla="*/ 43 h 253"/>
                <a:gd name="T64" fmla="*/ 131 w 238"/>
                <a:gd name="T65" fmla="*/ 42 h 253"/>
                <a:gd name="T66" fmla="*/ 129 w 238"/>
                <a:gd name="T67" fmla="*/ 42 h 253"/>
                <a:gd name="T68" fmla="*/ 101 w 238"/>
                <a:gd name="T69" fmla="*/ 36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38" h="253">
                  <a:moveTo>
                    <a:pt x="54" y="253"/>
                  </a:moveTo>
                  <a:cubicBezTo>
                    <a:pt x="50" y="253"/>
                    <a:pt x="47" y="252"/>
                    <a:pt x="44" y="250"/>
                  </a:cubicBezTo>
                  <a:cubicBezTo>
                    <a:pt x="40" y="247"/>
                    <a:pt x="37" y="242"/>
                    <a:pt x="36" y="237"/>
                  </a:cubicBezTo>
                  <a:cubicBezTo>
                    <a:pt x="34" y="226"/>
                    <a:pt x="28" y="212"/>
                    <a:pt x="21" y="198"/>
                  </a:cubicBezTo>
                  <a:cubicBezTo>
                    <a:pt x="12" y="178"/>
                    <a:pt x="2" y="155"/>
                    <a:pt x="1" y="131"/>
                  </a:cubicBezTo>
                  <a:cubicBezTo>
                    <a:pt x="0" y="87"/>
                    <a:pt x="23" y="56"/>
                    <a:pt x="50" y="22"/>
                  </a:cubicBezTo>
                  <a:cubicBezTo>
                    <a:pt x="62" y="8"/>
                    <a:pt x="80" y="0"/>
                    <a:pt x="101" y="0"/>
                  </a:cubicBezTo>
                  <a:cubicBezTo>
                    <a:pt x="120" y="0"/>
                    <a:pt x="137" y="6"/>
                    <a:pt x="141" y="8"/>
                  </a:cubicBezTo>
                  <a:cubicBezTo>
                    <a:pt x="143" y="8"/>
                    <a:pt x="144" y="9"/>
                    <a:pt x="145" y="9"/>
                  </a:cubicBezTo>
                  <a:cubicBezTo>
                    <a:pt x="146" y="9"/>
                    <a:pt x="146" y="9"/>
                    <a:pt x="146" y="9"/>
                  </a:cubicBezTo>
                  <a:cubicBezTo>
                    <a:pt x="153" y="11"/>
                    <a:pt x="160" y="13"/>
                    <a:pt x="177" y="13"/>
                  </a:cubicBezTo>
                  <a:cubicBezTo>
                    <a:pt x="181" y="13"/>
                    <a:pt x="186" y="13"/>
                    <a:pt x="191" y="13"/>
                  </a:cubicBezTo>
                  <a:cubicBezTo>
                    <a:pt x="199" y="13"/>
                    <a:pt x="206" y="13"/>
                    <a:pt x="213" y="15"/>
                  </a:cubicBezTo>
                  <a:cubicBezTo>
                    <a:pt x="224" y="19"/>
                    <a:pt x="233" y="28"/>
                    <a:pt x="235" y="38"/>
                  </a:cubicBezTo>
                  <a:cubicBezTo>
                    <a:pt x="238" y="53"/>
                    <a:pt x="230" y="70"/>
                    <a:pt x="214" y="81"/>
                  </a:cubicBezTo>
                  <a:cubicBezTo>
                    <a:pt x="212" y="82"/>
                    <a:pt x="210" y="83"/>
                    <a:pt x="207" y="85"/>
                  </a:cubicBezTo>
                  <a:cubicBezTo>
                    <a:pt x="190" y="95"/>
                    <a:pt x="161" y="113"/>
                    <a:pt x="138" y="165"/>
                  </a:cubicBezTo>
                  <a:cubicBezTo>
                    <a:pt x="108" y="236"/>
                    <a:pt x="61" y="251"/>
                    <a:pt x="59" y="252"/>
                  </a:cubicBezTo>
                  <a:cubicBezTo>
                    <a:pt x="57" y="253"/>
                    <a:pt x="55" y="253"/>
                    <a:pt x="54" y="253"/>
                  </a:cubicBezTo>
                  <a:close/>
                  <a:moveTo>
                    <a:pt x="101" y="36"/>
                  </a:moveTo>
                  <a:cubicBezTo>
                    <a:pt x="85" y="36"/>
                    <a:pt x="80" y="43"/>
                    <a:pt x="78" y="45"/>
                  </a:cubicBezTo>
                  <a:cubicBezTo>
                    <a:pt x="50" y="79"/>
                    <a:pt x="36" y="101"/>
                    <a:pt x="37" y="130"/>
                  </a:cubicBezTo>
                  <a:cubicBezTo>
                    <a:pt x="38" y="147"/>
                    <a:pt x="46" y="165"/>
                    <a:pt x="54" y="182"/>
                  </a:cubicBezTo>
                  <a:cubicBezTo>
                    <a:pt x="58" y="191"/>
                    <a:pt x="62" y="199"/>
                    <a:pt x="65" y="208"/>
                  </a:cubicBezTo>
                  <a:cubicBezTo>
                    <a:pt x="77" y="198"/>
                    <a:pt x="92" y="181"/>
                    <a:pt x="105" y="151"/>
                  </a:cubicBezTo>
                  <a:cubicBezTo>
                    <a:pt x="132" y="88"/>
                    <a:pt x="169" y="66"/>
                    <a:pt x="189" y="54"/>
                  </a:cubicBezTo>
                  <a:cubicBezTo>
                    <a:pt x="191" y="53"/>
                    <a:pt x="193" y="52"/>
                    <a:pt x="194" y="50"/>
                  </a:cubicBezTo>
                  <a:cubicBezTo>
                    <a:pt x="195" y="50"/>
                    <a:pt x="196" y="49"/>
                    <a:pt x="196" y="49"/>
                  </a:cubicBezTo>
                  <a:cubicBezTo>
                    <a:pt x="195" y="49"/>
                    <a:pt x="194" y="49"/>
                    <a:pt x="192" y="49"/>
                  </a:cubicBezTo>
                  <a:cubicBezTo>
                    <a:pt x="187" y="49"/>
                    <a:pt x="182" y="49"/>
                    <a:pt x="177" y="49"/>
                  </a:cubicBezTo>
                  <a:cubicBezTo>
                    <a:pt x="154" y="49"/>
                    <a:pt x="144" y="46"/>
                    <a:pt x="135" y="44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3" y="43"/>
                    <a:pt x="132" y="43"/>
                    <a:pt x="131" y="42"/>
                  </a:cubicBezTo>
                  <a:cubicBezTo>
                    <a:pt x="130" y="42"/>
                    <a:pt x="129" y="42"/>
                    <a:pt x="129" y="42"/>
                  </a:cubicBezTo>
                  <a:cubicBezTo>
                    <a:pt x="129" y="42"/>
                    <a:pt x="115" y="36"/>
                    <a:pt x="101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2" name="Freeform 11"/>
            <p:cNvSpPr>
              <a:spLocks/>
            </p:cNvSpPr>
            <p:nvPr/>
          </p:nvSpPr>
          <p:spPr bwMode="auto">
            <a:xfrm>
              <a:off x="1435" y="1273"/>
              <a:ext cx="413" cy="299"/>
            </a:xfrm>
            <a:custGeom>
              <a:avLst/>
              <a:gdLst>
                <a:gd name="T0" fmla="*/ 81 w 174"/>
                <a:gd name="T1" fmla="*/ 80 h 126"/>
                <a:gd name="T2" fmla="*/ 174 w 174"/>
                <a:gd name="T3" fmla="*/ 26 h 126"/>
                <a:gd name="T4" fmla="*/ 122 w 174"/>
                <a:gd name="T5" fmla="*/ 21 h 126"/>
                <a:gd name="T6" fmla="*/ 118 w 174"/>
                <a:gd name="T7" fmla="*/ 20 h 126"/>
                <a:gd name="T8" fmla="*/ 46 w 174"/>
                <a:gd name="T9" fmla="*/ 29 h 126"/>
                <a:gd name="T10" fmla="*/ 1 w 174"/>
                <a:gd name="T11" fmla="*/ 126 h 126"/>
                <a:gd name="T12" fmla="*/ 81 w 174"/>
                <a:gd name="T13" fmla="*/ 8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4" h="126">
                  <a:moveTo>
                    <a:pt x="81" y="80"/>
                  </a:moveTo>
                  <a:cubicBezTo>
                    <a:pt x="117" y="113"/>
                    <a:pt x="174" y="26"/>
                    <a:pt x="174" y="26"/>
                  </a:cubicBezTo>
                  <a:cubicBezTo>
                    <a:pt x="143" y="27"/>
                    <a:pt x="133" y="25"/>
                    <a:pt x="122" y="21"/>
                  </a:cubicBezTo>
                  <a:cubicBezTo>
                    <a:pt x="121" y="21"/>
                    <a:pt x="119" y="20"/>
                    <a:pt x="118" y="20"/>
                  </a:cubicBezTo>
                  <a:cubicBezTo>
                    <a:pt x="118" y="20"/>
                    <a:pt x="69" y="0"/>
                    <a:pt x="46" y="29"/>
                  </a:cubicBezTo>
                  <a:cubicBezTo>
                    <a:pt x="19" y="61"/>
                    <a:pt x="0" y="89"/>
                    <a:pt x="1" y="126"/>
                  </a:cubicBezTo>
                  <a:cubicBezTo>
                    <a:pt x="1" y="126"/>
                    <a:pt x="45" y="47"/>
                    <a:pt x="81" y="8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3" name="Freeform 12"/>
            <p:cNvSpPr>
              <a:spLocks noEditPoints="1"/>
            </p:cNvSpPr>
            <p:nvPr/>
          </p:nvSpPr>
          <p:spPr bwMode="auto">
            <a:xfrm>
              <a:off x="1392" y="1261"/>
              <a:ext cx="501" cy="354"/>
            </a:xfrm>
            <a:custGeom>
              <a:avLst/>
              <a:gdLst>
                <a:gd name="T0" fmla="*/ 19 w 211"/>
                <a:gd name="T1" fmla="*/ 149 h 149"/>
                <a:gd name="T2" fmla="*/ 15 w 211"/>
                <a:gd name="T3" fmla="*/ 148 h 149"/>
                <a:gd name="T4" fmla="*/ 1 w 211"/>
                <a:gd name="T5" fmla="*/ 131 h 149"/>
                <a:gd name="T6" fmla="*/ 50 w 211"/>
                <a:gd name="T7" fmla="*/ 22 h 149"/>
                <a:gd name="T8" fmla="*/ 101 w 211"/>
                <a:gd name="T9" fmla="*/ 0 h 149"/>
                <a:gd name="T10" fmla="*/ 141 w 211"/>
                <a:gd name="T11" fmla="*/ 8 h 149"/>
                <a:gd name="T12" fmla="*/ 145 w 211"/>
                <a:gd name="T13" fmla="*/ 9 h 149"/>
                <a:gd name="T14" fmla="*/ 146 w 211"/>
                <a:gd name="T15" fmla="*/ 9 h 149"/>
                <a:gd name="T16" fmla="*/ 177 w 211"/>
                <a:gd name="T17" fmla="*/ 13 h 149"/>
                <a:gd name="T18" fmla="*/ 191 w 211"/>
                <a:gd name="T19" fmla="*/ 13 h 149"/>
                <a:gd name="T20" fmla="*/ 207 w 211"/>
                <a:gd name="T21" fmla="*/ 22 h 149"/>
                <a:gd name="T22" fmla="*/ 207 w 211"/>
                <a:gd name="T23" fmla="*/ 41 h 149"/>
                <a:gd name="T24" fmla="*/ 117 w 211"/>
                <a:gd name="T25" fmla="*/ 110 h 149"/>
                <a:gd name="T26" fmla="*/ 87 w 211"/>
                <a:gd name="T27" fmla="*/ 98 h 149"/>
                <a:gd name="T28" fmla="*/ 80 w 211"/>
                <a:gd name="T29" fmla="*/ 95 h 149"/>
                <a:gd name="T30" fmla="*/ 35 w 211"/>
                <a:gd name="T31" fmla="*/ 139 h 149"/>
                <a:gd name="T32" fmla="*/ 19 w 211"/>
                <a:gd name="T33" fmla="*/ 149 h 149"/>
                <a:gd name="T34" fmla="*/ 80 w 211"/>
                <a:gd name="T35" fmla="*/ 59 h 149"/>
                <a:gd name="T36" fmla="*/ 111 w 211"/>
                <a:gd name="T37" fmla="*/ 71 h 149"/>
                <a:gd name="T38" fmla="*/ 117 w 211"/>
                <a:gd name="T39" fmla="*/ 74 h 149"/>
                <a:gd name="T40" fmla="*/ 155 w 211"/>
                <a:gd name="T41" fmla="*/ 48 h 149"/>
                <a:gd name="T42" fmla="*/ 135 w 211"/>
                <a:gd name="T43" fmla="*/ 44 h 149"/>
                <a:gd name="T44" fmla="*/ 134 w 211"/>
                <a:gd name="T45" fmla="*/ 43 h 149"/>
                <a:gd name="T46" fmla="*/ 131 w 211"/>
                <a:gd name="T47" fmla="*/ 42 h 149"/>
                <a:gd name="T48" fmla="*/ 129 w 211"/>
                <a:gd name="T49" fmla="*/ 42 h 149"/>
                <a:gd name="T50" fmla="*/ 101 w 211"/>
                <a:gd name="T51" fmla="*/ 36 h 149"/>
                <a:gd name="T52" fmla="*/ 78 w 211"/>
                <a:gd name="T53" fmla="*/ 45 h 149"/>
                <a:gd name="T54" fmla="*/ 65 w 211"/>
                <a:gd name="T55" fmla="*/ 61 h 149"/>
                <a:gd name="T56" fmla="*/ 80 w 211"/>
                <a:gd name="T57" fmla="*/ 59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11" h="149">
                  <a:moveTo>
                    <a:pt x="19" y="149"/>
                  </a:moveTo>
                  <a:cubicBezTo>
                    <a:pt x="18" y="149"/>
                    <a:pt x="16" y="148"/>
                    <a:pt x="15" y="148"/>
                  </a:cubicBezTo>
                  <a:cubicBezTo>
                    <a:pt x="7" y="146"/>
                    <a:pt x="1" y="139"/>
                    <a:pt x="1" y="131"/>
                  </a:cubicBezTo>
                  <a:cubicBezTo>
                    <a:pt x="0" y="87"/>
                    <a:pt x="23" y="56"/>
                    <a:pt x="50" y="22"/>
                  </a:cubicBezTo>
                  <a:cubicBezTo>
                    <a:pt x="62" y="8"/>
                    <a:pt x="80" y="0"/>
                    <a:pt x="101" y="0"/>
                  </a:cubicBezTo>
                  <a:cubicBezTo>
                    <a:pt x="120" y="0"/>
                    <a:pt x="137" y="6"/>
                    <a:pt x="141" y="8"/>
                  </a:cubicBezTo>
                  <a:cubicBezTo>
                    <a:pt x="143" y="8"/>
                    <a:pt x="144" y="9"/>
                    <a:pt x="145" y="9"/>
                  </a:cubicBezTo>
                  <a:cubicBezTo>
                    <a:pt x="146" y="9"/>
                    <a:pt x="146" y="9"/>
                    <a:pt x="146" y="9"/>
                  </a:cubicBezTo>
                  <a:cubicBezTo>
                    <a:pt x="153" y="11"/>
                    <a:pt x="160" y="13"/>
                    <a:pt x="177" y="13"/>
                  </a:cubicBezTo>
                  <a:cubicBezTo>
                    <a:pt x="181" y="13"/>
                    <a:pt x="186" y="13"/>
                    <a:pt x="191" y="13"/>
                  </a:cubicBezTo>
                  <a:cubicBezTo>
                    <a:pt x="198" y="13"/>
                    <a:pt x="204" y="16"/>
                    <a:pt x="207" y="22"/>
                  </a:cubicBezTo>
                  <a:cubicBezTo>
                    <a:pt x="211" y="28"/>
                    <a:pt x="210" y="35"/>
                    <a:pt x="207" y="41"/>
                  </a:cubicBezTo>
                  <a:cubicBezTo>
                    <a:pt x="199" y="52"/>
                    <a:pt x="159" y="110"/>
                    <a:pt x="117" y="110"/>
                  </a:cubicBezTo>
                  <a:cubicBezTo>
                    <a:pt x="106" y="110"/>
                    <a:pt x="95" y="106"/>
                    <a:pt x="87" y="98"/>
                  </a:cubicBezTo>
                  <a:cubicBezTo>
                    <a:pt x="83" y="95"/>
                    <a:pt x="81" y="95"/>
                    <a:pt x="80" y="95"/>
                  </a:cubicBezTo>
                  <a:cubicBezTo>
                    <a:pt x="67" y="95"/>
                    <a:pt x="45" y="121"/>
                    <a:pt x="35" y="139"/>
                  </a:cubicBezTo>
                  <a:cubicBezTo>
                    <a:pt x="32" y="145"/>
                    <a:pt x="26" y="149"/>
                    <a:pt x="19" y="149"/>
                  </a:cubicBezTo>
                  <a:close/>
                  <a:moveTo>
                    <a:pt x="80" y="59"/>
                  </a:moveTo>
                  <a:cubicBezTo>
                    <a:pt x="91" y="59"/>
                    <a:pt x="102" y="63"/>
                    <a:pt x="111" y="71"/>
                  </a:cubicBezTo>
                  <a:cubicBezTo>
                    <a:pt x="114" y="74"/>
                    <a:pt x="116" y="74"/>
                    <a:pt x="117" y="74"/>
                  </a:cubicBezTo>
                  <a:cubicBezTo>
                    <a:pt x="127" y="74"/>
                    <a:pt x="142" y="62"/>
                    <a:pt x="155" y="48"/>
                  </a:cubicBezTo>
                  <a:cubicBezTo>
                    <a:pt x="146" y="47"/>
                    <a:pt x="141" y="45"/>
                    <a:pt x="135" y="44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3" y="43"/>
                    <a:pt x="132" y="43"/>
                    <a:pt x="131" y="42"/>
                  </a:cubicBezTo>
                  <a:cubicBezTo>
                    <a:pt x="130" y="42"/>
                    <a:pt x="129" y="42"/>
                    <a:pt x="129" y="42"/>
                  </a:cubicBezTo>
                  <a:cubicBezTo>
                    <a:pt x="129" y="42"/>
                    <a:pt x="115" y="36"/>
                    <a:pt x="101" y="36"/>
                  </a:cubicBezTo>
                  <a:cubicBezTo>
                    <a:pt x="85" y="36"/>
                    <a:pt x="80" y="43"/>
                    <a:pt x="78" y="45"/>
                  </a:cubicBezTo>
                  <a:cubicBezTo>
                    <a:pt x="73" y="51"/>
                    <a:pt x="69" y="56"/>
                    <a:pt x="65" y="61"/>
                  </a:cubicBezTo>
                  <a:cubicBezTo>
                    <a:pt x="70" y="59"/>
                    <a:pt x="75" y="59"/>
                    <a:pt x="80" y="5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" name="Freeform 13"/>
            <p:cNvSpPr>
              <a:spLocks/>
            </p:cNvSpPr>
            <p:nvPr/>
          </p:nvSpPr>
          <p:spPr bwMode="auto">
            <a:xfrm>
              <a:off x="1663" y="1323"/>
              <a:ext cx="874" cy="818"/>
            </a:xfrm>
            <a:custGeom>
              <a:avLst/>
              <a:gdLst>
                <a:gd name="T0" fmla="*/ 216 w 368"/>
                <a:gd name="T1" fmla="*/ 54 h 345"/>
                <a:gd name="T2" fmla="*/ 196 w 368"/>
                <a:gd name="T3" fmla="*/ 30 h 345"/>
                <a:gd name="T4" fmla="*/ 110 w 368"/>
                <a:gd name="T5" fmla="*/ 12 h 345"/>
                <a:gd name="T6" fmla="*/ 112 w 368"/>
                <a:gd name="T7" fmla="*/ 23 h 345"/>
                <a:gd name="T8" fmla="*/ 98 w 368"/>
                <a:gd name="T9" fmla="*/ 46 h 345"/>
                <a:gd name="T10" fmla="*/ 16 w 368"/>
                <a:gd name="T11" fmla="*/ 138 h 345"/>
                <a:gd name="T12" fmla="*/ 136 w 368"/>
                <a:gd name="T13" fmla="*/ 218 h 345"/>
                <a:gd name="T14" fmla="*/ 328 w 368"/>
                <a:gd name="T15" fmla="*/ 345 h 345"/>
                <a:gd name="T16" fmla="*/ 216 w 368"/>
                <a:gd name="T17" fmla="*/ 54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8" h="345">
                  <a:moveTo>
                    <a:pt x="216" y="54"/>
                  </a:moveTo>
                  <a:cubicBezTo>
                    <a:pt x="216" y="54"/>
                    <a:pt x="209" y="42"/>
                    <a:pt x="196" y="30"/>
                  </a:cubicBezTo>
                  <a:cubicBezTo>
                    <a:pt x="179" y="15"/>
                    <a:pt x="151" y="0"/>
                    <a:pt x="110" y="12"/>
                  </a:cubicBezTo>
                  <a:cubicBezTo>
                    <a:pt x="112" y="23"/>
                    <a:pt x="112" y="23"/>
                    <a:pt x="112" y="23"/>
                  </a:cubicBezTo>
                  <a:cubicBezTo>
                    <a:pt x="113" y="30"/>
                    <a:pt x="107" y="40"/>
                    <a:pt x="98" y="46"/>
                  </a:cubicBezTo>
                  <a:cubicBezTo>
                    <a:pt x="81" y="57"/>
                    <a:pt x="43" y="74"/>
                    <a:pt x="16" y="138"/>
                  </a:cubicBezTo>
                  <a:cubicBezTo>
                    <a:pt x="16" y="138"/>
                    <a:pt x="0" y="213"/>
                    <a:pt x="136" y="218"/>
                  </a:cubicBezTo>
                  <a:cubicBezTo>
                    <a:pt x="272" y="223"/>
                    <a:pt x="328" y="345"/>
                    <a:pt x="328" y="345"/>
                  </a:cubicBezTo>
                  <a:cubicBezTo>
                    <a:pt x="352" y="304"/>
                    <a:pt x="368" y="99"/>
                    <a:pt x="216" y="5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" name="Freeform 14"/>
            <p:cNvSpPr>
              <a:spLocks noEditPoints="1"/>
            </p:cNvSpPr>
            <p:nvPr/>
          </p:nvSpPr>
          <p:spPr bwMode="auto">
            <a:xfrm>
              <a:off x="1646" y="1285"/>
              <a:ext cx="901" cy="899"/>
            </a:xfrm>
            <a:custGeom>
              <a:avLst/>
              <a:gdLst>
                <a:gd name="T0" fmla="*/ 335 w 379"/>
                <a:gd name="T1" fmla="*/ 379 h 379"/>
                <a:gd name="T2" fmla="*/ 334 w 379"/>
                <a:gd name="T3" fmla="*/ 379 h 379"/>
                <a:gd name="T4" fmla="*/ 319 w 379"/>
                <a:gd name="T5" fmla="*/ 369 h 379"/>
                <a:gd name="T6" fmla="*/ 319 w 379"/>
                <a:gd name="T7" fmla="*/ 369 h 379"/>
                <a:gd name="T8" fmla="*/ 142 w 379"/>
                <a:gd name="T9" fmla="*/ 252 h 379"/>
                <a:gd name="T10" fmla="*/ 20 w 379"/>
                <a:gd name="T11" fmla="*/ 207 h 379"/>
                <a:gd name="T12" fmla="*/ 5 w 379"/>
                <a:gd name="T13" fmla="*/ 151 h 379"/>
                <a:gd name="T14" fmla="*/ 6 w 379"/>
                <a:gd name="T15" fmla="*/ 147 h 379"/>
                <a:gd name="T16" fmla="*/ 90 w 379"/>
                <a:gd name="T17" fmla="*/ 51 h 379"/>
                <a:gd name="T18" fmla="*/ 96 w 379"/>
                <a:gd name="T19" fmla="*/ 47 h 379"/>
                <a:gd name="T20" fmla="*/ 101 w 379"/>
                <a:gd name="T21" fmla="*/ 41 h 379"/>
                <a:gd name="T22" fmla="*/ 101 w 379"/>
                <a:gd name="T23" fmla="*/ 41 h 379"/>
                <a:gd name="T24" fmla="*/ 99 w 379"/>
                <a:gd name="T25" fmla="*/ 30 h 379"/>
                <a:gd name="T26" fmla="*/ 112 w 379"/>
                <a:gd name="T27" fmla="*/ 10 h 379"/>
                <a:gd name="T28" fmla="*/ 215 w 379"/>
                <a:gd name="T29" fmla="*/ 32 h 379"/>
                <a:gd name="T30" fmla="*/ 235 w 379"/>
                <a:gd name="T31" fmla="*/ 55 h 379"/>
                <a:gd name="T32" fmla="*/ 349 w 379"/>
                <a:gd name="T33" fmla="*/ 168 h 379"/>
                <a:gd name="T34" fmla="*/ 350 w 379"/>
                <a:gd name="T35" fmla="*/ 370 h 379"/>
                <a:gd name="T36" fmla="*/ 335 w 379"/>
                <a:gd name="T37" fmla="*/ 379 h 379"/>
                <a:gd name="T38" fmla="*/ 40 w 379"/>
                <a:gd name="T39" fmla="*/ 159 h 379"/>
                <a:gd name="T40" fmla="*/ 49 w 379"/>
                <a:gd name="T41" fmla="*/ 185 h 379"/>
                <a:gd name="T42" fmla="*/ 144 w 379"/>
                <a:gd name="T43" fmla="*/ 216 h 379"/>
                <a:gd name="T44" fmla="*/ 329 w 379"/>
                <a:gd name="T45" fmla="*/ 318 h 379"/>
                <a:gd name="T46" fmla="*/ 316 w 379"/>
                <a:gd name="T47" fmla="*/ 181 h 379"/>
                <a:gd name="T48" fmla="*/ 218 w 379"/>
                <a:gd name="T49" fmla="*/ 87 h 379"/>
                <a:gd name="T50" fmla="*/ 207 w 379"/>
                <a:gd name="T51" fmla="*/ 78 h 379"/>
                <a:gd name="T52" fmla="*/ 191 w 379"/>
                <a:gd name="T53" fmla="*/ 59 h 379"/>
                <a:gd name="T54" fmla="*/ 137 w 379"/>
                <a:gd name="T55" fmla="*/ 42 h 379"/>
                <a:gd name="T56" fmla="*/ 115 w 379"/>
                <a:gd name="T57" fmla="*/ 77 h 379"/>
                <a:gd name="T58" fmla="*/ 108 w 379"/>
                <a:gd name="T59" fmla="*/ 81 h 379"/>
                <a:gd name="T60" fmla="*/ 40 w 379"/>
                <a:gd name="T61" fmla="*/ 159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79" h="379">
                  <a:moveTo>
                    <a:pt x="335" y="379"/>
                  </a:moveTo>
                  <a:cubicBezTo>
                    <a:pt x="335" y="379"/>
                    <a:pt x="334" y="379"/>
                    <a:pt x="334" y="379"/>
                  </a:cubicBezTo>
                  <a:cubicBezTo>
                    <a:pt x="327" y="379"/>
                    <a:pt x="321" y="375"/>
                    <a:pt x="319" y="369"/>
                  </a:cubicBezTo>
                  <a:cubicBezTo>
                    <a:pt x="319" y="369"/>
                    <a:pt x="319" y="369"/>
                    <a:pt x="319" y="369"/>
                  </a:cubicBezTo>
                  <a:cubicBezTo>
                    <a:pt x="316" y="364"/>
                    <a:pt x="265" y="256"/>
                    <a:pt x="142" y="252"/>
                  </a:cubicBezTo>
                  <a:cubicBezTo>
                    <a:pt x="83" y="250"/>
                    <a:pt x="42" y="235"/>
                    <a:pt x="20" y="207"/>
                  </a:cubicBezTo>
                  <a:cubicBezTo>
                    <a:pt x="0" y="181"/>
                    <a:pt x="5" y="154"/>
                    <a:pt x="5" y="151"/>
                  </a:cubicBezTo>
                  <a:cubicBezTo>
                    <a:pt x="5" y="150"/>
                    <a:pt x="6" y="148"/>
                    <a:pt x="6" y="147"/>
                  </a:cubicBezTo>
                  <a:cubicBezTo>
                    <a:pt x="33" y="84"/>
                    <a:pt x="70" y="62"/>
                    <a:pt x="90" y="51"/>
                  </a:cubicBezTo>
                  <a:cubicBezTo>
                    <a:pt x="92" y="49"/>
                    <a:pt x="94" y="48"/>
                    <a:pt x="96" y="47"/>
                  </a:cubicBezTo>
                  <a:cubicBezTo>
                    <a:pt x="99" y="45"/>
                    <a:pt x="100" y="43"/>
                    <a:pt x="101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21"/>
                    <a:pt x="103" y="13"/>
                    <a:pt x="112" y="10"/>
                  </a:cubicBezTo>
                  <a:cubicBezTo>
                    <a:pt x="150" y="0"/>
                    <a:pt x="187" y="7"/>
                    <a:pt x="215" y="32"/>
                  </a:cubicBezTo>
                  <a:cubicBezTo>
                    <a:pt x="224" y="41"/>
                    <a:pt x="231" y="49"/>
                    <a:pt x="235" y="55"/>
                  </a:cubicBezTo>
                  <a:cubicBezTo>
                    <a:pt x="288" y="73"/>
                    <a:pt x="328" y="112"/>
                    <a:pt x="349" y="168"/>
                  </a:cubicBezTo>
                  <a:cubicBezTo>
                    <a:pt x="379" y="244"/>
                    <a:pt x="370" y="337"/>
                    <a:pt x="350" y="370"/>
                  </a:cubicBezTo>
                  <a:cubicBezTo>
                    <a:pt x="347" y="376"/>
                    <a:pt x="341" y="379"/>
                    <a:pt x="335" y="379"/>
                  </a:cubicBezTo>
                  <a:close/>
                  <a:moveTo>
                    <a:pt x="40" y="159"/>
                  </a:moveTo>
                  <a:cubicBezTo>
                    <a:pt x="40" y="163"/>
                    <a:pt x="40" y="174"/>
                    <a:pt x="49" y="185"/>
                  </a:cubicBezTo>
                  <a:cubicBezTo>
                    <a:pt x="60" y="198"/>
                    <a:pt x="85" y="214"/>
                    <a:pt x="144" y="216"/>
                  </a:cubicBezTo>
                  <a:cubicBezTo>
                    <a:pt x="241" y="219"/>
                    <a:pt x="300" y="278"/>
                    <a:pt x="329" y="318"/>
                  </a:cubicBezTo>
                  <a:cubicBezTo>
                    <a:pt x="335" y="283"/>
                    <a:pt x="335" y="229"/>
                    <a:pt x="316" y="181"/>
                  </a:cubicBezTo>
                  <a:cubicBezTo>
                    <a:pt x="297" y="133"/>
                    <a:pt x="264" y="101"/>
                    <a:pt x="218" y="87"/>
                  </a:cubicBezTo>
                  <a:cubicBezTo>
                    <a:pt x="213" y="86"/>
                    <a:pt x="209" y="83"/>
                    <a:pt x="207" y="78"/>
                  </a:cubicBezTo>
                  <a:cubicBezTo>
                    <a:pt x="207" y="78"/>
                    <a:pt x="202" y="69"/>
                    <a:pt x="191" y="59"/>
                  </a:cubicBezTo>
                  <a:cubicBezTo>
                    <a:pt x="175" y="46"/>
                    <a:pt x="157" y="40"/>
                    <a:pt x="137" y="42"/>
                  </a:cubicBezTo>
                  <a:cubicBezTo>
                    <a:pt x="137" y="55"/>
                    <a:pt x="129" y="69"/>
                    <a:pt x="115" y="77"/>
                  </a:cubicBezTo>
                  <a:cubicBezTo>
                    <a:pt x="113" y="79"/>
                    <a:pt x="111" y="80"/>
                    <a:pt x="108" y="81"/>
                  </a:cubicBezTo>
                  <a:cubicBezTo>
                    <a:pt x="91" y="92"/>
                    <a:pt x="62" y="109"/>
                    <a:pt x="40" y="15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6" name="Freeform 15"/>
            <p:cNvSpPr>
              <a:spLocks/>
            </p:cNvSpPr>
            <p:nvPr/>
          </p:nvSpPr>
          <p:spPr bwMode="auto">
            <a:xfrm>
              <a:off x="1523" y="1861"/>
              <a:ext cx="903" cy="413"/>
            </a:xfrm>
            <a:custGeom>
              <a:avLst/>
              <a:gdLst>
                <a:gd name="T0" fmla="*/ 143 w 380"/>
                <a:gd name="T1" fmla="*/ 108 h 174"/>
                <a:gd name="T2" fmla="*/ 7 w 380"/>
                <a:gd name="T3" fmla="*/ 0 h 174"/>
                <a:gd name="T4" fmla="*/ 0 w 380"/>
                <a:gd name="T5" fmla="*/ 3 h 174"/>
                <a:gd name="T6" fmla="*/ 138 w 380"/>
                <a:gd name="T7" fmla="*/ 122 h 174"/>
                <a:gd name="T8" fmla="*/ 380 w 380"/>
                <a:gd name="T9" fmla="*/ 133 h 174"/>
                <a:gd name="T10" fmla="*/ 378 w 380"/>
                <a:gd name="T11" fmla="*/ 129 h 174"/>
                <a:gd name="T12" fmla="*/ 143 w 380"/>
                <a:gd name="T13" fmla="*/ 108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0" h="174">
                  <a:moveTo>
                    <a:pt x="143" y="108"/>
                  </a:moveTo>
                  <a:cubicBezTo>
                    <a:pt x="38" y="77"/>
                    <a:pt x="13" y="23"/>
                    <a:pt x="7" y="0"/>
                  </a:cubicBezTo>
                  <a:cubicBezTo>
                    <a:pt x="3" y="3"/>
                    <a:pt x="0" y="3"/>
                    <a:pt x="0" y="3"/>
                  </a:cubicBezTo>
                  <a:cubicBezTo>
                    <a:pt x="0" y="3"/>
                    <a:pt x="3" y="82"/>
                    <a:pt x="138" y="122"/>
                  </a:cubicBezTo>
                  <a:cubicBezTo>
                    <a:pt x="274" y="162"/>
                    <a:pt x="356" y="174"/>
                    <a:pt x="380" y="133"/>
                  </a:cubicBezTo>
                  <a:cubicBezTo>
                    <a:pt x="380" y="133"/>
                    <a:pt x="380" y="132"/>
                    <a:pt x="378" y="129"/>
                  </a:cubicBezTo>
                  <a:cubicBezTo>
                    <a:pt x="347" y="158"/>
                    <a:pt x="268" y="145"/>
                    <a:pt x="143" y="10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7" name="Freeform 16"/>
            <p:cNvSpPr>
              <a:spLocks/>
            </p:cNvSpPr>
            <p:nvPr/>
          </p:nvSpPr>
          <p:spPr bwMode="auto">
            <a:xfrm>
              <a:off x="1480" y="1819"/>
              <a:ext cx="991" cy="462"/>
            </a:xfrm>
            <a:custGeom>
              <a:avLst/>
              <a:gdLst>
                <a:gd name="T0" fmla="*/ 336 w 417"/>
                <a:gd name="T1" fmla="*/ 195 h 195"/>
                <a:gd name="T2" fmla="*/ 151 w 417"/>
                <a:gd name="T3" fmla="*/ 157 h 195"/>
                <a:gd name="T4" fmla="*/ 0 w 417"/>
                <a:gd name="T5" fmla="*/ 22 h 195"/>
                <a:gd name="T6" fmla="*/ 13 w 417"/>
                <a:gd name="T7" fmla="*/ 4 h 195"/>
                <a:gd name="T8" fmla="*/ 13 w 417"/>
                <a:gd name="T9" fmla="*/ 4 h 195"/>
                <a:gd name="T10" fmla="*/ 17 w 417"/>
                <a:gd name="T11" fmla="*/ 2 h 195"/>
                <a:gd name="T12" fmla="*/ 32 w 417"/>
                <a:gd name="T13" fmla="*/ 2 h 195"/>
                <a:gd name="T14" fmla="*/ 43 w 417"/>
                <a:gd name="T15" fmla="*/ 14 h 195"/>
                <a:gd name="T16" fmla="*/ 166 w 417"/>
                <a:gd name="T17" fmla="*/ 109 h 195"/>
                <a:gd name="T18" fmla="*/ 341 w 417"/>
                <a:gd name="T19" fmla="*/ 145 h 195"/>
                <a:gd name="T20" fmla="*/ 384 w 417"/>
                <a:gd name="T21" fmla="*/ 134 h 195"/>
                <a:gd name="T22" fmla="*/ 399 w 417"/>
                <a:gd name="T23" fmla="*/ 129 h 195"/>
                <a:gd name="T24" fmla="*/ 412 w 417"/>
                <a:gd name="T25" fmla="*/ 138 h 195"/>
                <a:gd name="T26" fmla="*/ 415 w 417"/>
                <a:gd name="T27" fmla="*/ 144 h 195"/>
                <a:gd name="T28" fmla="*/ 414 w 417"/>
                <a:gd name="T29" fmla="*/ 161 h 195"/>
                <a:gd name="T30" fmla="*/ 336 w 417"/>
                <a:gd name="T31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17" h="195">
                  <a:moveTo>
                    <a:pt x="336" y="195"/>
                  </a:moveTo>
                  <a:cubicBezTo>
                    <a:pt x="296" y="195"/>
                    <a:pt x="241" y="183"/>
                    <a:pt x="151" y="157"/>
                  </a:cubicBezTo>
                  <a:cubicBezTo>
                    <a:pt x="5" y="114"/>
                    <a:pt x="0" y="26"/>
                    <a:pt x="0" y="22"/>
                  </a:cubicBezTo>
                  <a:cubicBezTo>
                    <a:pt x="0" y="14"/>
                    <a:pt x="5" y="7"/>
                    <a:pt x="13" y="4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4"/>
                    <a:pt x="15" y="4"/>
                    <a:pt x="17" y="2"/>
                  </a:cubicBezTo>
                  <a:cubicBezTo>
                    <a:pt x="22" y="0"/>
                    <a:pt x="27" y="0"/>
                    <a:pt x="32" y="2"/>
                  </a:cubicBezTo>
                  <a:cubicBezTo>
                    <a:pt x="37" y="4"/>
                    <a:pt x="41" y="9"/>
                    <a:pt x="43" y="14"/>
                  </a:cubicBezTo>
                  <a:cubicBezTo>
                    <a:pt x="48" y="33"/>
                    <a:pt x="70" y="80"/>
                    <a:pt x="166" y="109"/>
                  </a:cubicBezTo>
                  <a:cubicBezTo>
                    <a:pt x="251" y="134"/>
                    <a:pt x="305" y="145"/>
                    <a:pt x="341" y="145"/>
                  </a:cubicBezTo>
                  <a:cubicBezTo>
                    <a:pt x="361" y="145"/>
                    <a:pt x="376" y="141"/>
                    <a:pt x="384" y="134"/>
                  </a:cubicBezTo>
                  <a:cubicBezTo>
                    <a:pt x="388" y="130"/>
                    <a:pt x="393" y="128"/>
                    <a:pt x="399" y="129"/>
                  </a:cubicBezTo>
                  <a:cubicBezTo>
                    <a:pt x="404" y="130"/>
                    <a:pt x="409" y="133"/>
                    <a:pt x="412" y="138"/>
                  </a:cubicBezTo>
                  <a:cubicBezTo>
                    <a:pt x="414" y="142"/>
                    <a:pt x="415" y="144"/>
                    <a:pt x="415" y="144"/>
                  </a:cubicBezTo>
                  <a:cubicBezTo>
                    <a:pt x="417" y="149"/>
                    <a:pt x="417" y="155"/>
                    <a:pt x="414" y="161"/>
                  </a:cubicBezTo>
                  <a:cubicBezTo>
                    <a:pt x="400" y="183"/>
                    <a:pt x="375" y="195"/>
                    <a:pt x="336" y="19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8" name="Freeform 17"/>
            <p:cNvSpPr>
              <a:spLocks/>
            </p:cNvSpPr>
            <p:nvPr/>
          </p:nvSpPr>
          <p:spPr bwMode="auto">
            <a:xfrm>
              <a:off x="1539" y="1686"/>
              <a:ext cx="882" cy="550"/>
            </a:xfrm>
            <a:custGeom>
              <a:avLst/>
              <a:gdLst>
                <a:gd name="T0" fmla="*/ 136 w 371"/>
                <a:gd name="T1" fmla="*/ 182 h 232"/>
                <a:gd name="T2" fmla="*/ 371 w 371"/>
                <a:gd name="T3" fmla="*/ 203 h 232"/>
                <a:gd name="T4" fmla="*/ 181 w 371"/>
                <a:gd name="T5" fmla="*/ 80 h 232"/>
                <a:gd name="T6" fmla="*/ 61 w 371"/>
                <a:gd name="T7" fmla="*/ 0 h 232"/>
                <a:gd name="T8" fmla="*/ 0 w 371"/>
                <a:gd name="T9" fmla="*/ 74 h 232"/>
                <a:gd name="T10" fmla="*/ 136 w 371"/>
                <a:gd name="T11" fmla="*/ 18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1" h="232">
                  <a:moveTo>
                    <a:pt x="136" y="182"/>
                  </a:moveTo>
                  <a:cubicBezTo>
                    <a:pt x="261" y="219"/>
                    <a:pt x="340" y="232"/>
                    <a:pt x="371" y="203"/>
                  </a:cubicBezTo>
                  <a:cubicBezTo>
                    <a:pt x="359" y="180"/>
                    <a:pt x="301" y="84"/>
                    <a:pt x="181" y="80"/>
                  </a:cubicBezTo>
                  <a:cubicBezTo>
                    <a:pt x="46" y="75"/>
                    <a:pt x="61" y="0"/>
                    <a:pt x="61" y="0"/>
                  </a:cubicBezTo>
                  <a:cubicBezTo>
                    <a:pt x="41" y="49"/>
                    <a:pt x="13" y="68"/>
                    <a:pt x="0" y="74"/>
                  </a:cubicBezTo>
                  <a:cubicBezTo>
                    <a:pt x="6" y="97"/>
                    <a:pt x="31" y="151"/>
                    <a:pt x="136" y="18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9" name="Freeform 18"/>
            <p:cNvSpPr>
              <a:spLocks noEditPoints="1"/>
            </p:cNvSpPr>
            <p:nvPr/>
          </p:nvSpPr>
          <p:spPr bwMode="auto">
            <a:xfrm>
              <a:off x="1494" y="1638"/>
              <a:ext cx="974" cy="610"/>
            </a:xfrm>
            <a:custGeom>
              <a:avLst/>
              <a:gdLst>
                <a:gd name="T0" fmla="*/ 335 w 410"/>
                <a:gd name="T1" fmla="*/ 257 h 257"/>
                <a:gd name="T2" fmla="*/ 335 w 410"/>
                <a:gd name="T3" fmla="*/ 257 h 257"/>
                <a:gd name="T4" fmla="*/ 150 w 410"/>
                <a:gd name="T5" fmla="*/ 219 h 257"/>
                <a:gd name="T6" fmla="*/ 2 w 410"/>
                <a:gd name="T7" fmla="*/ 99 h 257"/>
                <a:gd name="T8" fmla="*/ 11 w 410"/>
                <a:gd name="T9" fmla="*/ 78 h 257"/>
                <a:gd name="T10" fmla="*/ 64 w 410"/>
                <a:gd name="T11" fmla="*/ 13 h 257"/>
                <a:gd name="T12" fmla="*/ 86 w 410"/>
                <a:gd name="T13" fmla="*/ 3 h 257"/>
                <a:gd name="T14" fmla="*/ 98 w 410"/>
                <a:gd name="T15" fmla="*/ 24 h 257"/>
                <a:gd name="T16" fmla="*/ 107 w 410"/>
                <a:gd name="T17" fmla="*/ 51 h 257"/>
                <a:gd name="T18" fmla="*/ 201 w 410"/>
                <a:gd name="T19" fmla="*/ 82 h 257"/>
                <a:gd name="T20" fmla="*/ 406 w 410"/>
                <a:gd name="T21" fmla="*/ 214 h 257"/>
                <a:gd name="T22" fmla="*/ 403 w 410"/>
                <a:gd name="T23" fmla="*/ 236 h 257"/>
                <a:gd name="T24" fmla="*/ 335 w 410"/>
                <a:gd name="T25" fmla="*/ 257 h 257"/>
                <a:gd name="T26" fmla="*/ 41 w 410"/>
                <a:gd name="T27" fmla="*/ 102 h 257"/>
                <a:gd name="T28" fmla="*/ 160 w 410"/>
                <a:gd name="T29" fmla="*/ 185 h 257"/>
                <a:gd name="T30" fmla="*/ 335 w 410"/>
                <a:gd name="T31" fmla="*/ 221 h 257"/>
                <a:gd name="T32" fmla="*/ 335 w 410"/>
                <a:gd name="T33" fmla="*/ 221 h 257"/>
                <a:gd name="T34" fmla="*/ 366 w 410"/>
                <a:gd name="T35" fmla="*/ 217 h 257"/>
                <a:gd name="T36" fmla="*/ 200 w 410"/>
                <a:gd name="T37" fmla="*/ 118 h 257"/>
                <a:gd name="T38" fmla="*/ 78 w 410"/>
                <a:gd name="T39" fmla="*/ 73 h 257"/>
                <a:gd name="T40" fmla="*/ 74 w 410"/>
                <a:gd name="T41" fmla="*/ 68 h 257"/>
                <a:gd name="T42" fmla="*/ 41 w 410"/>
                <a:gd name="T43" fmla="*/ 102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10" h="257">
                  <a:moveTo>
                    <a:pt x="335" y="257"/>
                  </a:moveTo>
                  <a:cubicBezTo>
                    <a:pt x="335" y="257"/>
                    <a:pt x="335" y="257"/>
                    <a:pt x="335" y="257"/>
                  </a:cubicBezTo>
                  <a:cubicBezTo>
                    <a:pt x="295" y="257"/>
                    <a:pt x="240" y="246"/>
                    <a:pt x="150" y="219"/>
                  </a:cubicBezTo>
                  <a:cubicBezTo>
                    <a:pt x="36" y="185"/>
                    <a:pt x="8" y="124"/>
                    <a:pt x="2" y="99"/>
                  </a:cubicBezTo>
                  <a:cubicBezTo>
                    <a:pt x="0" y="91"/>
                    <a:pt x="3" y="82"/>
                    <a:pt x="11" y="78"/>
                  </a:cubicBezTo>
                  <a:cubicBezTo>
                    <a:pt x="21" y="73"/>
                    <a:pt x="45" y="57"/>
                    <a:pt x="64" y="13"/>
                  </a:cubicBezTo>
                  <a:cubicBezTo>
                    <a:pt x="67" y="5"/>
                    <a:pt x="77" y="0"/>
                    <a:pt x="86" y="3"/>
                  </a:cubicBezTo>
                  <a:cubicBezTo>
                    <a:pt x="95" y="6"/>
                    <a:pt x="100" y="15"/>
                    <a:pt x="98" y="24"/>
                  </a:cubicBezTo>
                  <a:cubicBezTo>
                    <a:pt x="98" y="24"/>
                    <a:pt x="96" y="38"/>
                    <a:pt x="107" y="51"/>
                  </a:cubicBezTo>
                  <a:cubicBezTo>
                    <a:pt x="117" y="64"/>
                    <a:pt x="142" y="80"/>
                    <a:pt x="201" y="82"/>
                  </a:cubicBezTo>
                  <a:cubicBezTo>
                    <a:pt x="332" y="87"/>
                    <a:pt x="395" y="193"/>
                    <a:pt x="406" y="214"/>
                  </a:cubicBezTo>
                  <a:cubicBezTo>
                    <a:pt x="410" y="221"/>
                    <a:pt x="408" y="230"/>
                    <a:pt x="403" y="236"/>
                  </a:cubicBezTo>
                  <a:cubicBezTo>
                    <a:pt x="388" y="250"/>
                    <a:pt x="366" y="257"/>
                    <a:pt x="335" y="257"/>
                  </a:cubicBezTo>
                  <a:close/>
                  <a:moveTo>
                    <a:pt x="41" y="102"/>
                  </a:moveTo>
                  <a:cubicBezTo>
                    <a:pt x="51" y="125"/>
                    <a:pt x="80" y="161"/>
                    <a:pt x="160" y="185"/>
                  </a:cubicBezTo>
                  <a:cubicBezTo>
                    <a:pt x="245" y="210"/>
                    <a:pt x="299" y="221"/>
                    <a:pt x="335" y="221"/>
                  </a:cubicBezTo>
                  <a:cubicBezTo>
                    <a:pt x="335" y="221"/>
                    <a:pt x="335" y="221"/>
                    <a:pt x="335" y="221"/>
                  </a:cubicBezTo>
                  <a:cubicBezTo>
                    <a:pt x="347" y="221"/>
                    <a:pt x="358" y="219"/>
                    <a:pt x="366" y="217"/>
                  </a:cubicBezTo>
                  <a:cubicBezTo>
                    <a:pt x="345" y="185"/>
                    <a:pt x="292" y="121"/>
                    <a:pt x="200" y="118"/>
                  </a:cubicBezTo>
                  <a:cubicBezTo>
                    <a:pt x="141" y="116"/>
                    <a:pt x="100" y="101"/>
                    <a:pt x="78" y="73"/>
                  </a:cubicBezTo>
                  <a:cubicBezTo>
                    <a:pt x="77" y="71"/>
                    <a:pt x="75" y="70"/>
                    <a:pt x="74" y="68"/>
                  </a:cubicBezTo>
                  <a:cubicBezTo>
                    <a:pt x="63" y="84"/>
                    <a:pt x="51" y="95"/>
                    <a:pt x="41" y="1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0" name="Freeform 19"/>
            <p:cNvSpPr>
              <a:spLocks/>
            </p:cNvSpPr>
            <p:nvPr/>
          </p:nvSpPr>
          <p:spPr bwMode="auto">
            <a:xfrm>
              <a:off x="1905" y="993"/>
              <a:ext cx="518" cy="377"/>
            </a:xfrm>
            <a:custGeom>
              <a:avLst/>
              <a:gdLst>
                <a:gd name="T0" fmla="*/ 94 w 218"/>
                <a:gd name="T1" fmla="*/ 159 h 159"/>
                <a:gd name="T2" fmla="*/ 8 w 218"/>
                <a:gd name="T3" fmla="*/ 141 h 159"/>
                <a:gd name="T4" fmla="*/ 1 w 218"/>
                <a:gd name="T5" fmla="*/ 91 h 159"/>
                <a:gd name="T6" fmla="*/ 35 w 218"/>
                <a:gd name="T7" fmla="*/ 30 h 159"/>
                <a:gd name="T8" fmla="*/ 91 w 218"/>
                <a:gd name="T9" fmla="*/ 49 h 159"/>
                <a:gd name="T10" fmla="*/ 175 w 218"/>
                <a:gd name="T11" fmla="*/ 0 h 159"/>
                <a:gd name="T12" fmla="*/ 200 w 218"/>
                <a:gd name="T13" fmla="*/ 30 h 159"/>
                <a:gd name="T14" fmla="*/ 166 w 218"/>
                <a:gd name="T15" fmla="*/ 53 h 159"/>
                <a:gd name="T16" fmla="*/ 206 w 218"/>
                <a:gd name="T17" fmla="*/ 51 h 159"/>
                <a:gd name="T18" fmla="*/ 206 w 218"/>
                <a:gd name="T19" fmla="*/ 88 h 159"/>
                <a:gd name="T20" fmla="*/ 101 w 218"/>
                <a:gd name="T21" fmla="*/ 113 h 159"/>
                <a:gd name="T22" fmla="*/ 94 w 218"/>
                <a:gd name="T23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18" h="159">
                  <a:moveTo>
                    <a:pt x="94" y="159"/>
                  </a:moveTo>
                  <a:cubicBezTo>
                    <a:pt x="77" y="144"/>
                    <a:pt x="49" y="130"/>
                    <a:pt x="8" y="141"/>
                  </a:cubicBezTo>
                  <a:cubicBezTo>
                    <a:pt x="8" y="141"/>
                    <a:pt x="0" y="118"/>
                    <a:pt x="1" y="91"/>
                  </a:cubicBezTo>
                  <a:cubicBezTo>
                    <a:pt x="2" y="76"/>
                    <a:pt x="4" y="41"/>
                    <a:pt x="35" y="30"/>
                  </a:cubicBezTo>
                  <a:cubicBezTo>
                    <a:pt x="66" y="20"/>
                    <a:pt x="64" y="52"/>
                    <a:pt x="91" y="49"/>
                  </a:cubicBezTo>
                  <a:cubicBezTo>
                    <a:pt x="118" y="45"/>
                    <a:pt x="151" y="36"/>
                    <a:pt x="175" y="0"/>
                  </a:cubicBezTo>
                  <a:cubicBezTo>
                    <a:pt x="175" y="0"/>
                    <a:pt x="198" y="8"/>
                    <a:pt x="200" y="30"/>
                  </a:cubicBezTo>
                  <a:cubicBezTo>
                    <a:pt x="200" y="30"/>
                    <a:pt x="161" y="39"/>
                    <a:pt x="166" y="53"/>
                  </a:cubicBezTo>
                  <a:cubicBezTo>
                    <a:pt x="171" y="66"/>
                    <a:pt x="206" y="51"/>
                    <a:pt x="206" y="51"/>
                  </a:cubicBezTo>
                  <a:cubicBezTo>
                    <a:pt x="206" y="51"/>
                    <a:pt x="218" y="69"/>
                    <a:pt x="206" y="88"/>
                  </a:cubicBezTo>
                  <a:cubicBezTo>
                    <a:pt x="103" y="75"/>
                    <a:pt x="102" y="103"/>
                    <a:pt x="101" y="113"/>
                  </a:cubicBezTo>
                  <a:cubicBezTo>
                    <a:pt x="100" y="122"/>
                    <a:pt x="100" y="149"/>
                    <a:pt x="94" y="15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1" name="Freeform 20"/>
            <p:cNvSpPr>
              <a:spLocks noEditPoints="1"/>
            </p:cNvSpPr>
            <p:nvPr/>
          </p:nvSpPr>
          <p:spPr bwMode="auto">
            <a:xfrm>
              <a:off x="1863" y="948"/>
              <a:ext cx="601" cy="465"/>
            </a:xfrm>
            <a:custGeom>
              <a:avLst/>
              <a:gdLst>
                <a:gd name="T0" fmla="*/ 112 w 253"/>
                <a:gd name="T1" fmla="*/ 196 h 196"/>
                <a:gd name="T2" fmla="*/ 100 w 253"/>
                <a:gd name="T3" fmla="*/ 192 h 196"/>
                <a:gd name="T4" fmla="*/ 31 w 253"/>
                <a:gd name="T5" fmla="*/ 178 h 196"/>
                <a:gd name="T6" fmla="*/ 9 w 253"/>
                <a:gd name="T7" fmla="*/ 166 h 196"/>
                <a:gd name="T8" fmla="*/ 1 w 253"/>
                <a:gd name="T9" fmla="*/ 110 h 196"/>
                <a:gd name="T10" fmla="*/ 47 w 253"/>
                <a:gd name="T11" fmla="*/ 32 h 196"/>
                <a:gd name="T12" fmla="*/ 64 w 253"/>
                <a:gd name="T13" fmla="*/ 29 h 196"/>
                <a:gd name="T14" fmla="*/ 97 w 253"/>
                <a:gd name="T15" fmla="*/ 44 h 196"/>
                <a:gd name="T16" fmla="*/ 105 w 253"/>
                <a:gd name="T17" fmla="*/ 50 h 196"/>
                <a:gd name="T18" fmla="*/ 107 w 253"/>
                <a:gd name="T19" fmla="*/ 50 h 196"/>
                <a:gd name="T20" fmla="*/ 178 w 253"/>
                <a:gd name="T21" fmla="*/ 10 h 196"/>
                <a:gd name="T22" fmla="*/ 198 w 253"/>
                <a:gd name="T23" fmla="*/ 2 h 196"/>
                <a:gd name="T24" fmla="*/ 236 w 253"/>
                <a:gd name="T25" fmla="*/ 48 h 196"/>
                <a:gd name="T26" fmla="*/ 235 w 253"/>
                <a:gd name="T27" fmla="*/ 55 h 196"/>
                <a:gd name="T28" fmla="*/ 240 w 253"/>
                <a:gd name="T29" fmla="*/ 60 h 196"/>
                <a:gd name="T30" fmla="*/ 239 w 253"/>
                <a:gd name="T31" fmla="*/ 117 h 196"/>
                <a:gd name="T32" fmla="*/ 222 w 253"/>
                <a:gd name="T33" fmla="*/ 125 h 196"/>
                <a:gd name="T34" fmla="*/ 177 w 253"/>
                <a:gd name="T35" fmla="*/ 121 h 196"/>
                <a:gd name="T36" fmla="*/ 139 w 253"/>
                <a:gd name="T37" fmla="*/ 128 h 196"/>
                <a:gd name="T38" fmla="*/ 137 w 253"/>
                <a:gd name="T39" fmla="*/ 133 h 196"/>
                <a:gd name="T40" fmla="*/ 137 w 253"/>
                <a:gd name="T41" fmla="*/ 134 h 196"/>
                <a:gd name="T42" fmla="*/ 136 w 253"/>
                <a:gd name="T43" fmla="*/ 142 h 196"/>
                <a:gd name="T44" fmla="*/ 127 w 253"/>
                <a:gd name="T45" fmla="*/ 187 h 196"/>
                <a:gd name="T46" fmla="*/ 115 w 253"/>
                <a:gd name="T47" fmla="*/ 196 h 196"/>
                <a:gd name="T48" fmla="*/ 112 w 253"/>
                <a:gd name="T49" fmla="*/ 196 h 196"/>
                <a:gd name="T50" fmla="*/ 54 w 253"/>
                <a:gd name="T51" fmla="*/ 138 h 196"/>
                <a:gd name="T52" fmla="*/ 100 w 253"/>
                <a:gd name="T53" fmla="*/ 149 h 196"/>
                <a:gd name="T54" fmla="*/ 100 w 253"/>
                <a:gd name="T55" fmla="*/ 139 h 196"/>
                <a:gd name="T56" fmla="*/ 101 w 253"/>
                <a:gd name="T57" fmla="*/ 130 h 196"/>
                <a:gd name="T58" fmla="*/ 101 w 253"/>
                <a:gd name="T59" fmla="*/ 129 h 196"/>
                <a:gd name="T60" fmla="*/ 172 w 253"/>
                <a:gd name="T61" fmla="*/ 85 h 196"/>
                <a:gd name="T62" fmla="*/ 167 w 253"/>
                <a:gd name="T63" fmla="*/ 78 h 196"/>
                <a:gd name="T64" fmla="*/ 165 w 253"/>
                <a:gd name="T65" fmla="*/ 69 h 196"/>
                <a:gd name="T66" fmla="*/ 112 w 253"/>
                <a:gd name="T67" fmla="*/ 85 h 196"/>
                <a:gd name="T68" fmla="*/ 105 w 253"/>
                <a:gd name="T69" fmla="*/ 86 h 196"/>
                <a:gd name="T70" fmla="*/ 72 w 253"/>
                <a:gd name="T71" fmla="*/ 70 h 196"/>
                <a:gd name="T72" fmla="*/ 64 w 253"/>
                <a:gd name="T73" fmla="*/ 65 h 196"/>
                <a:gd name="T74" fmla="*/ 59 w 253"/>
                <a:gd name="T75" fmla="*/ 66 h 196"/>
                <a:gd name="T76" fmla="*/ 37 w 253"/>
                <a:gd name="T77" fmla="*/ 111 h 196"/>
                <a:gd name="T78" fmla="*/ 39 w 253"/>
                <a:gd name="T79" fmla="*/ 139 h 196"/>
                <a:gd name="T80" fmla="*/ 54 w 253"/>
                <a:gd name="T81" fmla="*/ 138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53" h="196">
                  <a:moveTo>
                    <a:pt x="112" y="196"/>
                  </a:moveTo>
                  <a:cubicBezTo>
                    <a:pt x="107" y="196"/>
                    <a:pt x="103" y="195"/>
                    <a:pt x="100" y="192"/>
                  </a:cubicBezTo>
                  <a:cubicBezTo>
                    <a:pt x="81" y="175"/>
                    <a:pt x="57" y="170"/>
                    <a:pt x="31" y="178"/>
                  </a:cubicBezTo>
                  <a:cubicBezTo>
                    <a:pt x="22" y="180"/>
                    <a:pt x="12" y="175"/>
                    <a:pt x="9" y="166"/>
                  </a:cubicBezTo>
                  <a:cubicBezTo>
                    <a:pt x="9" y="165"/>
                    <a:pt x="0" y="139"/>
                    <a:pt x="1" y="110"/>
                  </a:cubicBezTo>
                  <a:cubicBezTo>
                    <a:pt x="3" y="68"/>
                    <a:pt x="18" y="42"/>
                    <a:pt x="47" y="32"/>
                  </a:cubicBezTo>
                  <a:cubicBezTo>
                    <a:pt x="53" y="30"/>
                    <a:pt x="59" y="29"/>
                    <a:pt x="64" y="29"/>
                  </a:cubicBezTo>
                  <a:cubicBezTo>
                    <a:pt x="81" y="29"/>
                    <a:pt x="90" y="38"/>
                    <a:pt x="97" y="44"/>
                  </a:cubicBezTo>
                  <a:cubicBezTo>
                    <a:pt x="102" y="49"/>
                    <a:pt x="103" y="50"/>
                    <a:pt x="105" y="50"/>
                  </a:cubicBezTo>
                  <a:cubicBezTo>
                    <a:pt x="106" y="50"/>
                    <a:pt x="106" y="50"/>
                    <a:pt x="107" y="50"/>
                  </a:cubicBezTo>
                  <a:cubicBezTo>
                    <a:pt x="132" y="46"/>
                    <a:pt x="159" y="39"/>
                    <a:pt x="178" y="10"/>
                  </a:cubicBezTo>
                  <a:cubicBezTo>
                    <a:pt x="182" y="3"/>
                    <a:pt x="190" y="0"/>
                    <a:pt x="198" y="2"/>
                  </a:cubicBezTo>
                  <a:cubicBezTo>
                    <a:pt x="211" y="6"/>
                    <a:pt x="234" y="20"/>
                    <a:pt x="236" y="48"/>
                  </a:cubicBezTo>
                  <a:cubicBezTo>
                    <a:pt x="236" y="50"/>
                    <a:pt x="236" y="53"/>
                    <a:pt x="235" y="55"/>
                  </a:cubicBezTo>
                  <a:cubicBezTo>
                    <a:pt x="237" y="56"/>
                    <a:pt x="238" y="58"/>
                    <a:pt x="240" y="60"/>
                  </a:cubicBezTo>
                  <a:cubicBezTo>
                    <a:pt x="246" y="71"/>
                    <a:pt x="253" y="94"/>
                    <a:pt x="239" y="117"/>
                  </a:cubicBezTo>
                  <a:cubicBezTo>
                    <a:pt x="236" y="122"/>
                    <a:pt x="229" y="126"/>
                    <a:pt x="222" y="125"/>
                  </a:cubicBezTo>
                  <a:cubicBezTo>
                    <a:pt x="205" y="123"/>
                    <a:pt x="190" y="121"/>
                    <a:pt x="177" y="121"/>
                  </a:cubicBezTo>
                  <a:cubicBezTo>
                    <a:pt x="150" y="121"/>
                    <a:pt x="141" y="126"/>
                    <a:pt x="139" y="128"/>
                  </a:cubicBezTo>
                  <a:cubicBezTo>
                    <a:pt x="137" y="130"/>
                    <a:pt x="137" y="130"/>
                    <a:pt x="137" y="133"/>
                  </a:cubicBezTo>
                  <a:cubicBezTo>
                    <a:pt x="137" y="134"/>
                    <a:pt x="137" y="134"/>
                    <a:pt x="137" y="134"/>
                  </a:cubicBezTo>
                  <a:cubicBezTo>
                    <a:pt x="137" y="136"/>
                    <a:pt x="136" y="138"/>
                    <a:pt x="136" y="142"/>
                  </a:cubicBezTo>
                  <a:cubicBezTo>
                    <a:pt x="135" y="160"/>
                    <a:pt x="134" y="177"/>
                    <a:pt x="127" y="187"/>
                  </a:cubicBezTo>
                  <a:cubicBezTo>
                    <a:pt x="125" y="192"/>
                    <a:pt x="120" y="195"/>
                    <a:pt x="115" y="196"/>
                  </a:cubicBezTo>
                  <a:cubicBezTo>
                    <a:pt x="114" y="196"/>
                    <a:pt x="113" y="196"/>
                    <a:pt x="112" y="196"/>
                  </a:cubicBezTo>
                  <a:close/>
                  <a:moveTo>
                    <a:pt x="54" y="138"/>
                  </a:moveTo>
                  <a:cubicBezTo>
                    <a:pt x="70" y="138"/>
                    <a:pt x="86" y="142"/>
                    <a:pt x="100" y="149"/>
                  </a:cubicBezTo>
                  <a:cubicBezTo>
                    <a:pt x="100" y="145"/>
                    <a:pt x="100" y="142"/>
                    <a:pt x="100" y="139"/>
                  </a:cubicBezTo>
                  <a:cubicBezTo>
                    <a:pt x="101" y="135"/>
                    <a:pt x="101" y="132"/>
                    <a:pt x="101" y="130"/>
                  </a:cubicBezTo>
                  <a:cubicBezTo>
                    <a:pt x="101" y="129"/>
                    <a:pt x="101" y="129"/>
                    <a:pt x="101" y="129"/>
                  </a:cubicBezTo>
                  <a:cubicBezTo>
                    <a:pt x="104" y="101"/>
                    <a:pt x="127" y="87"/>
                    <a:pt x="172" y="85"/>
                  </a:cubicBezTo>
                  <a:cubicBezTo>
                    <a:pt x="169" y="83"/>
                    <a:pt x="168" y="80"/>
                    <a:pt x="167" y="78"/>
                  </a:cubicBezTo>
                  <a:cubicBezTo>
                    <a:pt x="166" y="75"/>
                    <a:pt x="165" y="72"/>
                    <a:pt x="165" y="69"/>
                  </a:cubicBezTo>
                  <a:cubicBezTo>
                    <a:pt x="147" y="79"/>
                    <a:pt x="128" y="83"/>
                    <a:pt x="112" y="85"/>
                  </a:cubicBezTo>
                  <a:cubicBezTo>
                    <a:pt x="110" y="86"/>
                    <a:pt x="107" y="86"/>
                    <a:pt x="105" y="86"/>
                  </a:cubicBezTo>
                  <a:cubicBezTo>
                    <a:pt x="88" y="86"/>
                    <a:pt x="78" y="77"/>
                    <a:pt x="72" y="70"/>
                  </a:cubicBezTo>
                  <a:cubicBezTo>
                    <a:pt x="67" y="66"/>
                    <a:pt x="66" y="65"/>
                    <a:pt x="64" y="65"/>
                  </a:cubicBezTo>
                  <a:cubicBezTo>
                    <a:pt x="63" y="65"/>
                    <a:pt x="62" y="65"/>
                    <a:pt x="59" y="66"/>
                  </a:cubicBezTo>
                  <a:cubicBezTo>
                    <a:pt x="45" y="71"/>
                    <a:pt x="38" y="85"/>
                    <a:pt x="37" y="111"/>
                  </a:cubicBezTo>
                  <a:cubicBezTo>
                    <a:pt x="37" y="121"/>
                    <a:pt x="38" y="131"/>
                    <a:pt x="39" y="139"/>
                  </a:cubicBezTo>
                  <a:cubicBezTo>
                    <a:pt x="44" y="139"/>
                    <a:pt x="49" y="138"/>
                    <a:pt x="54" y="13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2" name="Freeform 21"/>
            <p:cNvSpPr>
              <a:spLocks/>
            </p:cNvSpPr>
            <p:nvPr/>
          </p:nvSpPr>
          <p:spPr bwMode="auto">
            <a:xfrm>
              <a:off x="1722" y="784"/>
              <a:ext cx="521" cy="532"/>
            </a:xfrm>
            <a:custGeom>
              <a:avLst/>
              <a:gdLst>
                <a:gd name="T0" fmla="*/ 159 w 219"/>
                <a:gd name="T1" fmla="*/ 46 h 224"/>
                <a:gd name="T2" fmla="*/ 161 w 219"/>
                <a:gd name="T3" fmla="*/ 21 h 224"/>
                <a:gd name="T4" fmla="*/ 152 w 219"/>
                <a:gd name="T5" fmla="*/ 5 h 224"/>
                <a:gd name="T6" fmla="*/ 136 w 219"/>
                <a:gd name="T7" fmla="*/ 12 h 224"/>
                <a:gd name="T8" fmla="*/ 128 w 219"/>
                <a:gd name="T9" fmla="*/ 36 h 224"/>
                <a:gd name="T10" fmla="*/ 116 w 219"/>
                <a:gd name="T11" fmla="*/ 35 h 224"/>
                <a:gd name="T12" fmla="*/ 115 w 219"/>
                <a:gd name="T13" fmla="*/ 14 h 224"/>
                <a:gd name="T14" fmla="*/ 101 w 219"/>
                <a:gd name="T15" fmla="*/ 1 h 224"/>
                <a:gd name="T16" fmla="*/ 88 w 219"/>
                <a:gd name="T17" fmla="*/ 15 h 224"/>
                <a:gd name="T18" fmla="*/ 81 w 219"/>
                <a:gd name="T19" fmla="*/ 40 h 224"/>
                <a:gd name="T20" fmla="*/ 69 w 219"/>
                <a:gd name="T21" fmla="*/ 45 h 224"/>
                <a:gd name="T22" fmla="*/ 54 w 219"/>
                <a:gd name="T23" fmla="*/ 27 h 224"/>
                <a:gd name="T24" fmla="*/ 35 w 219"/>
                <a:gd name="T25" fmla="*/ 24 h 224"/>
                <a:gd name="T26" fmla="*/ 32 w 219"/>
                <a:gd name="T27" fmla="*/ 42 h 224"/>
                <a:gd name="T28" fmla="*/ 42 w 219"/>
                <a:gd name="T29" fmla="*/ 66 h 224"/>
                <a:gd name="T30" fmla="*/ 17 w 219"/>
                <a:gd name="T31" fmla="*/ 115 h 224"/>
                <a:gd name="T32" fmla="*/ 2 w 219"/>
                <a:gd name="T33" fmla="*/ 218 h 224"/>
                <a:gd name="T34" fmla="*/ 53 w 219"/>
                <a:gd name="T35" fmla="*/ 223 h 224"/>
                <a:gd name="T36" fmla="*/ 68 w 219"/>
                <a:gd name="T37" fmla="*/ 224 h 224"/>
                <a:gd name="T38" fmla="*/ 95 w 219"/>
                <a:gd name="T39" fmla="*/ 110 h 224"/>
                <a:gd name="T40" fmla="*/ 170 w 219"/>
                <a:gd name="T41" fmla="*/ 121 h 224"/>
                <a:gd name="T42" fmla="*/ 197 w 219"/>
                <a:gd name="T43" fmla="*/ 114 h 224"/>
                <a:gd name="T44" fmla="*/ 219 w 219"/>
                <a:gd name="T45" fmla="*/ 99 h 224"/>
                <a:gd name="T46" fmla="*/ 159 w 219"/>
                <a:gd name="T47" fmla="*/ 46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19" h="224">
                  <a:moveTo>
                    <a:pt x="159" y="46"/>
                  </a:moveTo>
                  <a:cubicBezTo>
                    <a:pt x="156" y="44"/>
                    <a:pt x="150" y="42"/>
                    <a:pt x="161" y="21"/>
                  </a:cubicBezTo>
                  <a:cubicBezTo>
                    <a:pt x="163" y="17"/>
                    <a:pt x="167" y="10"/>
                    <a:pt x="152" y="5"/>
                  </a:cubicBezTo>
                  <a:cubicBezTo>
                    <a:pt x="136" y="0"/>
                    <a:pt x="136" y="7"/>
                    <a:pt x="136" y="12"/>
                  </a:cubicBezTo>
                  <a:cubicBezTo>
                    <a:pt x="135" y="33"/>
                    <a:pt x="131" y="36"/>
                    <a:pt x="128" y="36"/>
                  </a:cubicBezTo>
                  <a:cubicBezTo>
                    <a:pt x="125" y="35"/>
                    <a:pt x="118" y="35"/>
                    <a:pt x="116" y="35"/>
                  </a:cubicBezTo>
                  <a:cubicBezTo>
                    <a:pt x="110" y="34"/>
                    <a:pt x="110" y="28"/>
                    <a:pt x="115" y="14"/>
                  </a:cubicBezTo>
                  <a:cubicBezTo>
                    <a:pt x="116" y="8"/>
                    <a:pt x="117" y="1"/>
                    <a:pt x="101" y="1"/>
                  </a:cubicBezTo>
                  <a:cubicBezTo>
                    <a:pt x="84" y="1"/>
                    <a:pt x="87" y="9"/>
                    <a:pt x="88" y="15"/>
                  </a:cubicBezTo>
                  <a:cubicBezTo>
                    <a:pt x="91" y="33"/>
                    <a:pt x="88" y="38"/>
                    <a:pt x="81" y="40"/>
                  </a:cubicBezTo>
                  <a:cubicBezTo>
                    <a:pt x="77" y="42"/>
                    <a:pt x="73" y="43"/>
                    <a:pt x="69" y="45"/>
                  </a:cubicBezTo>
                  <a:cubicBezTo>
                    <a:pt x="65" y="47"/>
                    <a:pt x="59" y="50"/>
                    <a:pt x="54" y="27"/>
                  </a:cubicBezTo>
                  <a:cubicBezTo>
                    <a:pt x="53" y="21"/>
                    <a:pt x="49" y="15"/>
                    <a:pt x="35" y="24"/>
                  </a:cubicBezTo>
                  <a:cubicBezTo>
                    <a:pt x="22" y="32"/>
                    <a:pt x="28" y="38"/>
                    <a:pt x="32" y="42"/>
                  </a:cubicBezTo>
                  <a:cubicBezTo>
                    <a:pt x="39" y="49"/>
                    <a:pt x="46" y="62"/>
                    <a:pt x="42" y="66"/>
                  </a:cubicBezTo>
                  <a:cubicBezTo>
                    <a:pt x="39" y="69"/>
                    <a:pt x="23" y="98"/>
                    <a:pt x="17" y="115"/>
                  </a:cubicBezTo>
                  <a:cubicBezTo>
                    <a:pt x="0" y="164"/>
                    <a:pt x="2" y="218"/>
                    <a:pt x="2" y="218"/>
                  </a:cubicBezTo>
                  <a:cubicBezTo>
                    <a:pt x="12" y="221"/>
                    <a:pt x="22" y="224"/>
                    <a:pt x="53" y="223"/>
                  </a:cubicBezTo>
                  <a:cubicBezTo>
                    <a:pt x="59" y="222"/>
                    <a:pt x="65" y="223"/>
                    <a:pt x="68" y="224"/>
                  </a:cubicBezTo>
                  <a:cubicBezTo>
                    <a:pt x="68" y="224"/>
                    <a:pt x="47" y="133"/>
                    <a:pt x="95" y="110"/>
                  </a:cubicBezTo>
                  <a:cubicBezTo>
                    <a:pt x="142" y="86"/>
                    <a:pt x="170" y="121"/>
                    <a:pt x="170" y="121"/>
                  </a:cubicBezTo>
                  <a:cubicBezTo>
                    <a:pt x="170" y="121"/>
                    <a:pt x="177" y="123"/>
                    <a:pt x="197" y="114"/>
                  </a:cubicBezTo>
                  <a:cubicBezTo>
                    <a:pt x="218" y="106"/>
                    <a:pt x="219" y="99"/>
                    <a:pt x="219" y="99"/>
                  </a:cubicBezTo>
                  <a:cubicBezTo>
                    <a:pt x="219" y="99"/>
                    <a:pt x="197" y="64"/>
                    <a:pt x="159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3" name="Freeform 22"/>
            <p:cNvSpPr>
              <a:spLocks noEditPoints="1"/>
            </p:cNvSpPr>
            <p:nvPr/>
          </p:nvSpPr>
          <p:spPr bwMode="auto">
            <a:xfrm>
              <a:off x="1680" y="744"/>
              <a:ext cx="608" cy="614"/>
            </a:xfrm>
            <a:custGeom>
              <a:avLst/>
              <a:gdLst>
                <a:gd name="T0" fmla="*/ 86 w 256"/>
                <a:gd name="T1" fmla="*/ 259 h 259"/>
                <a:gd name="T2" fmla="*/ 81 w 256"/>
                <a:gd name="T3" fmla="*/ 258 h 259"/>
                <a:gd name="T4" fmla="*/ 74 w 256"/>
                <a:gd name="T5" fmla="*/ 257 h 259"/>
                <a:gd name="T6" fmla="*/ 72 w 256"/>
                <a:gd name="T7" fmla="*/ 258 h 259"/>
                <a:gd name="T8" fmla="*/ 56 w 256"/>
                <a:gd name="T9" fmla="*/ 258 h 259"/>
                <a:gd name="T10" fmla="*/ 14 w 256"/>
                <a:gd name="T11" fmla="*/ 252 h 259"/>
                <a:gd name="T12" fmla="*/ 2 w 256"/>
                <a:gd name="T13" fmla="*/ 235 h 259"/>
                <a:gd name="T14" fmla="*/ 18 w 256"/>
                <a:gd name="T15" fmla="*/ 126 h 259"/>
                <a:gd name="T16" fmla="*/ 42 w 256"/>
                <a:gd name="T17" fmla="*/ 78 h 259"/>
                <a:gd name="T18" fmla="*/ 38 w 256"/>
                <a:gd name="T19" fmla="*/ 72 h 259"/>
                <a:gd name="T20" fmla="*/ 27 w 256"/>
                <a:gd name="T21" fmla="*/ 49 h 259"/>
                <a:gd name="T22" fmla="*/ 44 w 256"/>
                <a:gd name="T23" fmla="*/ 25 h 259"/>
                <a:gd name="T24" fmla="*/ 65 w 256"/>
                <a:gd name="T25" fmla="*/ 18 h 259"/>
                <a:gd name="T26" fmla="*/ 88 w 256"/>
                <a:gd name="T27" fmla="*/ 35 h 259"/>
                <a:gd name="T28" fmla="*/ 88 w 256"/>
                <a:gd name="T29" fmla="*/ 35 h 259"/>
                <a:gd name="T30" fmla="*/ 88 w 256"/>
                <a:gd name="T31" fmla="*/ 34 h 259"/>
                <a:gd name="T32" fmla="*/ 93 w 256"/>
                <a:gd name="T33" fmla="*/ 10 h 259"/>
                <a:gd name="T34" fmla="*/ 119 w 256"/>
                <a:gd name="T35" fmla="*/ 0 h 259"/>
                <a:gd name="T36" fmla="*/ 144 w 256"/>
                <a:gd name="T37" fmla="*/ 8 h 259"/>
                <a:gd name="T38" fmla="*/ 161 w 256"/>
                <a:gd name="T39" fmla="*/ 2 h 259"/>
                <a:gd name="T40" fmla="*/ 175 w 256"/>
                <a:gd name="T41" fmla="*/ 4 h 259"/>
                <a:gd name="T42" fmla="*/ 197 w 256"/>
                <a:gd name="T43" fmla="*/ 22 h 259"/>
                <a:gd name="T44" fmla="*/ 195 w 256"/>
                <a:gd name="T45" fmla="*/ 46 h 259"/>
                <a:gd name="T46" fmla="*/ 193 w 256"/>
                <a:gd name="T47" fmla="*/ 51 h 259"/>
                <a:gd name="T48" fmla="*/ 252 w 256"/>
                <a:gd name="T49" fmla="*/ 107 h 259"/>
                <a:gd name="T50" fmla="*/ 254 w 256"/>
                <a:gd name="T51" fmla="*/ 120 h 259"/>
                <a:gd name="T52" fmla="*/ 222 w 256"/>
                <a:gd name="T53" fmla="*/ 148 h 259"/>
                <a:gd name="T54" fmla="*/ 191 w 256"/>
                <a:gd name="T55" fmla="*/ 156 h 259"/>
                <a:gd name="T56" fmla="*/ 191 w 256"/>
                <a:gd name="T57" fmla="*/ 156 h 259"/>
                <a:gd name="T58" fmla="*/ 182 w 256"/>
                <a:gd name="T59" fmla="*/ 155 h 259"/>
                <a:gd name="T60" fmla="*/ 173 w 256"/>
                <a:gd name="T61" fmla="*/ 149 h 259"/>
                <a:gd name="T62" fmla="*/ 145 w 256"/>
                <a:gd name="T63" fmla="*/ 136 h 259"/>
                <a:gd name="T64" fmla="*/ 121 w 256"/>
                <a:gd name="T65" fmla="*/ 143 h 259"/>
                <a:gd name="T66" fmla="*/ 104 w 256"/>
                <a:gd name="T67" fmla="*/ 237 h 259"/>
                <a:gd name="T68" fmla="*/ 99 w 256"/>
                <a:gd name="T69" fmla="*/ 254 h 259"/>
                <a:gd name="T70" fmla="*/ 86 w 256"/>
                <a:gd name="T71" fmla="*/ 259 h 259"/>
                <a:gd name="T72" fmla="*/ 38 w 256"/>
                <a:gd name="T73" fmla="*/ 221 h 259"/>
                <a:gd name="T74" fmla="*/ 56 w 256"/>
                <a:gd name="T75" fmla="*/ 222 h 259"/>
                <a:gd name="T76" fmla="*/ 65 w 256"/>
                <a:gd name="T77" fmla="*/ 222 h 259"/>
                <a:gd name="T78" fmla="*/ 105 w 256"/>
                <a:gd name="T79" fmla="*/ 110 h 259"/>
                <a:gd name="T80" fmla="*/ 145 w 256"/>
                <a:gd name="T81" fmla="*/ 100 h 259"/>
                <a:gd name="T82" fmla="*/ 195 w 256"/>
                <a:gd name="T83" fmla="*/ 120 h 259"/>
                <a:gd name="T84" fmla="*/ 208 w 256"/>
                <a:gd name="T85" fmla="*/ 115 h 259"/>
                <a:gd name="T86" fmla="*/ 212 w 256"/>
                <a:gd name="T87" fmla="*/ 113 h 259"/>
                <a:gd name="T88" fmla="*/ 169 w 256"/>
                <a:gd name="T89" fmla="*/ 79 h 259"/>
                <a:gd name="T90" fmla="*/ 167 w 256"/>
                <a:gd name="T91" fmla="*/ 78 h 259"/>
                <a:gd name="T92" fmla="*/ 157 w 256"/>
                <a:gd name="T93" fmla="*/ 68 h 259"/>
                <a:gd name="T94" fmla="*/ 146 w 256"/>
                <a:gd name="T95" fmla="*/ 71 h 259"/>
                <a:gd name="T96" fmla="*/ 145 w 256"/>
                <a:gd name="T97" fmla="*/ 71 h 259"/>
                <a:gd name="T98" fmla="*/ 144 w 256"/>
                <a:gd name="T99" fmla="*/ 71 h 259"/>
                <a:gd name="T100" fmla="*/ 133 w 256"/>
                <a:gd name="T101" fmla="*/ 70 h 259"/>
                <a:gd name="T102" fmla="*/ 132 w 256"/>
                <a:gd name="T103" fmla="*/ 70 h 259"/>
                <a:gd name="T104" fmla="*/ 119 w 256"/>
                <a:gd name="T105" fmla="*/ 64 h 259"/>
                <a:gd name="T106" fmla="*/ 105 w 256"/>
                <a:gd name="T107" fmla="*/ 74 h 259"/>
                <a:gd name="T108" fmla="*/ 105 w 256"/>
                <a:gd name="T109" fmla="*/ 75 h 259"/>
                <a:gd name="T110" fmla="*/ 96 w 256"/>
                <a:gd name="T111" fmla="*/ 78 h 259"/>
                <a:gd name="T112" fmla="*/ 94 w 256"/>
                <a:gd name="T113" fmla="*/ 79 h 259"/>
                <a:gd name="T114" fmla="*/ 83 w 256"/>
                <a:gd name="T115" fmla="*/ 82 h 259"/>
                <a:gd name="T116" fmla="*/ 79 w 256"/>
                <a:gd name="T117" fmla="*/ 81 h 259"/>
                <a:gd name="T118" fmla="*/ 74 w 256"/>
                <a:gd name="T119" fmla="*/ 94 h 259"/>
                <a:gd name="T120" fmla="*/ 52 w 256"/>
                <a:gd name="T121" fmla="*/ 138 h 259"/>
                <a:gd name="T122" fmla="*/ 38 w 256"/>
                <a:gd name="T123" fmla="*/ 221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56" h="259">
                  <a:moveTo>
                    <a:pt x="86" y="259"/>
                  </a:moveTo>
                  <a:cubicBezTo>
                    <a:pt x="85" y="259"/>
                    <a:pt x="83" y="259"/>
                    <a:pt x="81" y="258"/>
                  </a:cubicBezTo>
                  <a:cubicBezTo>
                    <a:pt x="80" y="258"/>
                    <a:pt x="78" y="257"/>
                    <a:pt x="74" y="257"/>
                  </a:cubicBezTo>
                  <a:cubicBezTo>
                    <a:pt x="73" y="257"/>
                    <a:pt x="73" y="257"/>
                    <a:pt x="72" y="258"/>
                  </a:cubicBezTo>
                  <a:cubicBezTo>
                    <a:pt x="66" y="258"/>
                    <a:pt x="61" y="258"/>
                    <a:pt x="56" y="258"/>
                  </a:cubicBezTo>
                  <a:cubicBezTo>
                    <a:pt x="34" y="258"/>
                    <a:pt x="23" y="255"/>
                    <a:pt x="14" y="252"/>
                  </a:cubicBezTo>
                  <a:cubicBezTo>
                    <a:pt x="7" y="250"/>
                    <a:pt x="2" y="243"/>
                    <a:pt x="2" y="235"/>
                  </a:cubicBezTo>
                  <a:cubicBezTo>
                    <a:pt x="2" y="233"/>
                    <a:pt x="0" y="178"/>
                    <a:pt x="18" y="126"/>
                  </a:cubicBezTo>
                  <a:cubicBezTo>
                    <a:pt x="23" y="111"/>
                    <a:pt x="35" y="89"/>
                    <a:pt x="42" y="78"/>
                  </a:cubicBezTo>
                  <a:cubicBezTo>
                    <a:pt x="41" y="76"/>
                    <a:pt x="39" y="74"/>
                    <a:pt x="38" y="72"/>
                  </a:cubicBezTo>
                  <a:cubicBezTo>
                    <a:pt x="34" y="69"/>
                    <a:pt x="26" y="61"/>
                    <a:pt x="27" y="49"/>
                  </a:cubicBezTo>
                  <a:cubicBezTo>
                    <a:pt x="28" y="40"/>
                    <a:pt x="34" y="32"/>
                    <a:pt x="44" y="25"/>
                  </a:cubicBezTo>
                  <a:cubicBezTo>
                    <a:pt x="52" y="21"/>
                    <a:pt x="58" y="18"/>
                    <a:pt x="65" y="18"/>
                  </a:cubicBezTo>
                  <a:cubicBezTo>
                    <a:pt x="69" y="18"/>
                    <a:pt x="82" y="20"/>
                    <a:pt x="88" y="35"/>
                  </a:cubicBezTo>
                  <a:cubicBezTo>
                    <a:pt x="88" y="35"/>
                    <a:pt x="88" y="35"/>
                    <a:pt x="88" y="35"/>
                  </a:cubicBezTo>
                  <a:cubicBezTo>
                    <a:pt x="88" y="34"/>
                    <a:pt x="88" y="34"/>
                    <a:pt x="88" y="34"/>
                  </a:cubicBezTo>
                  <a:cubicBezTo>
                    <a:pt x="87" y="30"/>
                    <a:pt x="85" y="19"/>
                    <a:pt x="93" y="10"/>
                  </a:cubicBezTo>
                  <a:cubicBezTo>
                    <a:pt x="101" y="0"/>
                    <a:pt x="114" y="0"/>
                    <a:pt x="119" y="0"/>
                  </a:cubicBezTo>
                  <a:cubicBezTo>
                    <a:pt x="123" y="0"/>
                    <a:pt x="135" y="0"/>
                    <a:pt x="144" y="8"/>
                  </a:cubicBezTo>
                  <a:cubicBezTo>
                    <a:pt x="150" y="2"/>
                    <a:pt x="158" y="2"/>
                    <a:pt x="161" y="2"/>
                  </a:cubicBezTo>
                  <a:cubicBezTo>
                    <a:pt x="165" y="2"/>
                    <a:pt x="170" y="3"/>
                    <a:pt x="175" y="4"/>
                  </a:cubicBezTo>
                  <a:cubicBezTo>
                    <a:pt x="179" y="6"/>
                    <a:pt x="192" y="10"/>
                    <a:pt x="197" y="22"/>
                  </a:cubicBezTo>
                  <a:cubicBezTo>
                    <a:pt x="202" y="33"/>
                    <a:pt x="197" y="43"/>
                    <a:pt x="195" y="46"/>
                  </a:cubicBezTo>
                  <a:cubicBezTo>
                    <a:pt x="194" y="48"/>
                    <a:pt x="193" y="49"/>
                    <a:pt x="193" y="51"/>
                  </a:cubicBezTo>
                  <a:cubicBezTo>
                    <a:pt x="230" y="72"/>
                    <a:pt x="251" y="105"/>
                    <a:pt x="252" y="107"/>
                  </a:cubicBezTo>
                  <a:cubicBezTo>
                    <a:pt x="255" y="111"/>
                    <a:pt x="256" y="116"/>
                    <a:pt x="254" y="120"/>
                  </a:cubicBezTo>
                  <a:cubicBezTo>
                    <a:pt x="252" y="130"/>
                    <a:pt x="242" y="139"/>
                    <a:pt x="222" y="148"/>
                  </a:cubicBezTo>
                  <a:cubicBezTo>
                    <a:pt x="210" y="153"/>
                    <a:pt x="199" y="156"/>
                    <a:pt x="191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87" y="156"/>
                    <a:pt x="184" y="156"/>
                    <a:pt x="182" y="155"/>
                  </a:cubicBezTo>
                  <a:cubicBezTo>
                    <a:pt x="178" y="154"/>
                    <a:pt x="176" y="152"/>
                    <a:pt x="173" y="149"/>
                  </a:cubicBezTo>
                  <a:cubicBezTo>
                    <a:pt x="173" y="149"/>
                    <a:pt x="163" y="136"/>
                    <a:pt x="145" y="136"/>
                  </a:cubicBezTo>
                  <a:cubicBezTo>
                    <a:pt x="137" y="136"/>
                    <a:pt x="129" y="139"/>
                    <a:pt x="121" y="143"/>
                  </a:cubicBezTo>
                  <a:cubicBezTo>
                    <a:pt x="92" y="157"/>
                    <a:pt x="99" y="217"/>
                    <a:pt x="104" y="237"/>
                  </a:cubicBezTo>
                  <a:cubicBezTo>
                    <a:pt x="105" y="243"/>
                    <a:pt x="103" y="250"/>
                    <a:pt x="99" y="254"/>
                  </a:cubicBezTo>
                  <a:cubicBezTo>
                    <a:pt x="95" y="257"/>
                    <a:pt x="91" y="259"/>
                    <a:pt x="86" y="259"/>
                  </a:cubicBezTo>
                  <a:close/>
                  <a:moveTo>
                    <a:pt x="38" y="221"/>
                  </a:moveTo>
                  <a:cubicBezTo>
                    <a:pt x="42" y="221"/>
                    <a:pt x="48" y="222"/>
                    <a:pt x="56" y="222"/>
                  </a:cubicBezTo>
                  <a:cubicBezTo>
                    <a:pt x="59" y="222"/>
                    <a:pt x="62" y="222"/>
                    <a:pt x="65" y="222"/>
                  </a:cubicBezTo>
                  <a:cubicBezTo>
                    <a:pt x="61" y="189"/>
                    <a:pt x="62" y="132"/>
                    <a:pt x="105" y="110"/>
                  </a:cubicBezTo>
                  <a:cubicBezTo>
                    <a:pt x="118" y="104"/>
                    <a:pt x="132" y="100"/>
                    <a:pt x="145" y="100"/>
                  </a:cubicBezTo>
                  <a:cubicBezTo>
                    <a:pt x="167" y="100"/>
                    <a:pt x="185" y="111"/>
                    <a:pt x="195" y="120"/>
                  </a:cubicBezTo>
                  <a:cubicBezTo>
                    <a:pt x="198" y="119"/>
                    <a:pt x="202" y="118"/>
                    <a:pt x="208" y="115"/>
                  </a:cubicBezTo>
                  <a:cubicBezTo>
                    <a:pt x="209" y="114"/>
                    <a:pt x="211" y="114"/>
                    <a:pt x="212" y="113"/>
                  </a:cubicBezTo>
                  <a:cubicBezTo>
                    <a:pt x="203" y="103"/>
                    <a:pt x="188" y="88"/>
                    <a:pt x="169" y="79"/>
                  </a:cubicBezTo>
                  <a:cubicBezTo>
                    <a:pt x="168" y="78"/>
                    <a:pt x="168" y="78"/>
                    <a:pt x="167" y="78"/>
                  </a:cubicBezTo>
                  <a:cubicBezTo>
                    <a:pt x="162" y="75"/>
                    <a:pt x="159" y="71"/>
                    <a:pt x="157" y="68"/>
                  </a:cubicBezTo>
                  <a:cubicBezTo>
                    <a:pt x="154" y="70"/>
                    <a:pt x="150" y="71"/>
                    <a:pt x="146" y="71"/>
                  </a:cubicBezTo>
                  <a:cubicBezTo>
                    <a:pt x="146" y="71"/>
                    <a:pt x="145" y="71"/>
                    <a:pt x="145" y="71"/>
                  </a:cubicBezTo>
                  <a:cubicBezTo>
                    <a:pt x="144" y="71"/>
                    <a:pt x="144" y="71"/>
                    <a:pt x="144" y="71"/>
                  </a:cubicBezTo>
                  <a:cubicBezTo>
                    <a:pt x="142" y="70"/>
                    <a:pt x="137" y="70"/>
                    <a:pt x="133" y="70"/>
                  </a:cubicBezTo>
                  <a:cubicBezTo>
                    <a:pt x="133" y="70"/>
                    <a:pt x="132" y="70"/>
                    <a:pt x="132" y="70"/>
                  </a:cubicBezTo>
                  <a:cubicBezTo>
                    <a:pt x="127" y="69"/>
                    <a:pt x="123" y="67"/>
                    <a:pt x="119" y="64"/>
                  </a:cubicBezTo>
                  <a:cubicBezTo>
                    <a:pt x="116" y="68"/>
                    <a:pt x="112" y="72"/>
                    <a:pt x="105" y="74"/>
                  </a:cubicBezTo>
                  <a:cubicBezTo>
                    <a:pt x="105" y="75"/>
                    <a:pt x="105" y="75"/>
                    <a:pt x="105" y="75"/>
                  </a:cubicBezTo>
                  <a:cubicBezTo>
                    <a:pt x="101" y="76"/>
                    <a:pt x="98" y="77"/>
                    <a:pt x="96" y="78"/>
                  </a:cubicBezTo>
                  <a:cubicBezTo>
                    <a:pt x="95" y="79"/>
                    <a:pt x="95" y="79"/>
                    <a:pt x="94" y="79"/>
                  </a:cubicBezTo>
                  <a:cubicBezTo>
                    <a:pt x="92" y="80"/>
                    <a:pt x="88" y="82"/>
                    <a:pt x="83" y="82"/>
                  </a:cubicBezTo>
                  <a:cubicBezTo>
                    <a:pt x="82" y="82"/>
                    <a:pt x="80" y="81"/>
                    <a:pt x="79" y="81"/>
                  </a:cubicBezTo>
                  <a:cubicBezTo>
                    <a:pt x="79" y="86"/>
                    <a:pt x="77" y="90"/>
                    <a:pt x="74" y="94"/>
                  </a:cubicBezTo>
                  <a:cubicBezTo>
                    <a:pt x="71" y="99"/>
                    <a:pt x="57" y="123"/>
                    <a:pt x="52" y="138"/>
                  </a:cubicBezTo>
                  <a:cubicBezTo>
                    <a:pt x="41" y="169"/>
                    <a:pt x="38" y="203"/>
                    <a:pt x="38" y="2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4" name="Freeform 23"/>
            <p:cNvSpPr>
              <a:spLocks/>
            </p:cNvSpPr>
            <p:nvPr/>
          </p:nvSpPr>
          <p:spPr bwMode="auto">
            <a:xfrm>
              <a:off x="1751" y="910"/>
              <a:ext cx="375" cy="406"/>
            </a:xfrm>
            <a:custGeom>
              <a:avLst/>
              <a:gdLst>
                <a:gd name="T0" fmla="*/ 56 w 158"/>
                <a:gd name="T1" fmla="*/ 46 h 171"/>
                <a:gd name="T2" fmla="*/ 41 w 158"/>
                <a:gd name="T3" fmla="*/ 170 h 171"/>
                <a:gd name="T4" fmla="*/ 56 w 158"/>
                <a:gd name="T5" fmla="*/ 171 h 171"/>
                <a:gd name="T6" fmla="*/ 83 w 158"/>
                <a:gd name="T7" fmla="*/ 57 h 171"/>
                <a:gd name="T8" fmla="*/ 158 w 158"/>
                <a:gd name="T9" fmla="*/ 68 h 171"/>
                <a:gd name="T10" fmla="*/ 56 w 158"/>
                <a:gd name="T11" fmla="*/ 46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8" h="171">
                  <a:moveTo>
                    <a:pt x="56" y="46"/>
                  </a:moveTo>
                  <a:cubicBezTo>
                    <a:pt x="0" y="92"/>
                    <a:pt x="41" y="170"/>
                    <a:pt x="41" y="170"/>
                  </a:cubicBezTo>
                  <a:cubicBezTo>
                    <a:pt x="47" y="169"/>
                    <a:pt x="53" y="170"/>
                    <a:pt x="56" y="171"/>
                  </a:cubicBezTo>
                  <a:cubicBezTo>
                    <a:pt x="56" y="171"/>
                    <a:pt x="35" y="80"/>
                    <a:pt x="83" y="57"/>
                  </a:cubicBezTo>
                  <a:cubicBezTo>
                    <a:pt x="130" y="33"/>
                    <a:pt x="158" y="68"/>
                    <a:pt x="158" y="68"/>
                  </a:cubicBezTo>
                  <a:cubicBezTo>
                    <a:pt x="158" y="68"/>
                    <a:pt x="112" y="0"/>
                    <a:pt x="56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" name="Freeform 24"/>
            <p:cNvSpPr>
              <a:spLocks/>
            </p:cNvSpPr>
            <p:nvPr/>
          </p:nvSpPr>
          <p:spPr bwMode="auto">
            <a:xfrm>
              <a:off x="1729" y="939"/>
              <a:ext cx="445" cy="419"/>
            </a:xfrm>
            <a:custGeom>
              <a:avLst/>
              <a:gdLst>
                <a:gd name="T0" fmla="*/ 65 w 187"/>
                <a:gd name="T1" fmla="*/ 177 h 177"/>
                <a:gd name="T2" fmla="*/ 60 w 187"/>
                <a:gd name="T3" fmla="*/ 176 h 177"/>
                <a:gd name="T4" fmla="*/ 53 w 187"/>
                <a:gd name="T5" fmla="*/ 175 h 177"/>
                <a:gd name="T6" fmla="*/ 51 w 187"/>
                <a:gd name="T7" fmla="*/ 176 h 177"/>
                <a:gd name="T8" fmla="*/ 34 w 187"/>
                <a:gd name="T9" fmla="*/ 166 h 177"/>
                <a:gd name="T10" fmla="*/ 54 w 187"/>
                <a:gd name="T11" fmla="*/ 20 h 177"/>
                <a:gd name="T12" fmla="*/ 105 w 187"/>
                <a:gd name="T13" fmla="*/ 0 h 177"/>
                <a:gd name="T14" fmla="*/ 182 w 187"/>
                <a:gd name="T15" fmla="*/ 46 h 177"/>
                <a:gd name="T16" fmla="*/ 177 w 187"/>
                <a:gd name="T17" fmla="*/ 71 h 177"/>
                <a:gd name="T18" fmla="*/ 152 w 187"/>
                <a:gd name="T19" fmla="*/ 67 h 177"/>
                <a:gd name="T20" fmla="*/ 124 w 187"/>
                <a:gd name="T21" fmla="*/ 54 h 177"/>
                <a:gd name="T22" fmla="*/ 100 w 187"/>
                <a:gd name="T23" fmla="*/ 61 h 177"/>
                <a:gd name="T24" fmla="*/ 83 w 187"/>
                <a:gd name="T25" fmla="*/ 155 h 177"/>
                <a:gd name="T26" fmla="*/ 78 w 187"/>
                <a:gd name="T27" fmla="*/ 172 h 177"/>
                <a:gd name="T28" fmla="*/ 65 w 187"/>
                <a:gd name="T29" fmla="*/ 177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177">
                  <a:moveTo>
                    <a:pt x="65" y="177"/>
                  </a:moveTo>
                  <a:cubicBezTo>
                    <a:pt x="64" y="177"/>
                    <a:pt x="62" y="177"/>
                    <a:pt x="60" y="176"/>
                  </a:cubicBezTo>
                  <a:cubicBezTo>
                    <a:pt x="59" y="176"/>
                    <a:pt x="57" y="175"/>
                    <a:pt x="53" y="175"/>
                  </a:cubicBezTo>
                  <a:cubicBezTo>
                    <a:pt x="52" y="175"/>
                    <a:pt x="52" y="175"/>
                    <a:pt x="51" y="176"/>
                  </a:cubicBezTo>
                  <a:cubicBezTo>
                    <a:pt x="44" y="176"/>
                    <a:pt x="37" y="172"/>
                    <a:pt x="34" y="166"/>
                  </a:cubicBezTo>
                  <a:cubicBezTo>
                    <a:pt x="17" y="135"/>
                    <a:pt x="0" y="64"/>
                    <a:pt x="54" y="20"/>
                  </a:cubicBezTo>
                  <a:cubicBezTo>
                    <a:pt x="70" y="7"/>
                    <a:pt x="87" y="0"/>
                    <a:pt x="105" y="0"/>
                  </a:cubicBezTo>
                  <a:cubicBezTo>
                    <a:pt x="150" y="0"/>
                    <a:pt x="180" y="44"/>
                    <a:pt x="182" y="46"/>
                  </a:cubicBezTo>
                  <a:cubicBezTo>
                    <a:pt x="187" y="54"/>
                    <a:pt x="185" y="65"/>
                    <a:pt x="177" y="71"/>
                  </a:cubicBezTo>
                  <a:cubicBezTo>
                    <a:pt x="169" y="76"/>
                    <a:pt x="158" y="75"/>
                    <a:pt x="152" y="67"/>
                  </a:cubicBezTo>
                  <a:cubicBezTo>
                    <a:pt x="152" y="67"/>
                    <a:pt x="142" y="54"/>
                    <a:pt x="124" y="54"/>
                  </a:cubicBezTo>
                  <a:cubicBezTo>
                    <a:pt x="116" y="54"/>
                    <a:pt x="108" y="57"/>
                    <a:pt x="100" y="61"/>
                  </a:cubicBezTo>
                  <a:cubicBezTo>
                    <a:pt x="71" y="75"/>
                    <a:pt x="78" y="135"/>
                    <a:pt x="83" y="155"/>
                  </a:cubicBezTo>
                  <a:cubicBezTo>
                    <a:pt x="84" y="161"/>
                    <a:pt x="82" y="168"/>
                    <a:pt x="78" y="172"/>
                  </a:cubicBezTo>
                  <a:cubicBezTo>
                    <a:pt x="74" y="175"/>
                    <a:pt x="70" y="177"/>
                    <a:pt x="65" y="1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6" name="Freeform 25"/>
            <p:cNvSpPr>
              <a:spLocks/>
            </p:cNvSpPr>
            <p:nvPr/>
          </p:nvSpPr>
          <p:spPr bwMode="auto">
            <a:xfrm>
              <a:off x="2148" y="1287"/>
              <a:ext cx="230" cy="223"/>
            </a:xfrm>
            <a:custGeom>
              <a:avLst/>
              <a:gdLst>
                <a:gd name="T0" fmla="*/ 0 w 97"/>
                <a:gd name="T1" fmla="*/ 42 h 94"/>
                <a:gd name="T2" fmla="*/ 19 w 97"/>
                <a:gd name="T3" fmla="*/ 63 h 94"/>
                <a:gd name="T4" fmla="*/ 77 w 97"/>
                <a:gd name="T5" fmla="*/ 94 h 94"/>
                <a:gd name="T6" fmla="*/ 42 w 97"/>
                <a:gd name="T7" fmla="*/ 24 h 94"/>
                <a:gd name="T8" fmla="*/ 5 w 97"/>
                <a:gd name="T9" fmla="*/ 8 h 94"/>
                <a:gd name="T10" fmla="*/ 0 w 97"/>
                <a:gd name="T11" fmla="*/ 42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" h="94">
                  <a:moveTo>
                    <a:pt x="0" y="42"/>
                  </a:moveTo>
                  <a:cubicBezTo>
                    <a:pt x="13" y="47"/>
                    <a:pt x="19" y="63"/>
                    <a:pt x="19" y="63"/>
                  </a:cubicBezTo>
                  <a:cubicBezTo>
                    <a:pt x="19" y="63"/>
                    <a:pt x="54" y="70"/>
                    <a:pt x="77" y="94"/>
                  </a:cubicBezTo>
                  <a:cubicBezTo>
                    <a:pt x="77" y="94"/>
                    <a:pt x="97" y="46"/>
                    <a:pt x="42" y="24"/>
                  </a:cubicBezTo>
                  <a:cubicBezTo>
                    <a:pt x="42" y="24"/>
                    <a:pt x="36" y="0"/>
                    <a:pt x="5" y="8"/>
                  </a:cubicBezTo>
                  <a:cubicBezTo>
                    <a:pt x="5" y="8"/>
                    <a:pt x="3" y="37"/>
                    <a:pt x="0" y="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7" name="Freeform 26"/>
            <p:cNvSpPr>
              <a:spLocks noEditPoints="1"/>
            </p:cNvSpPr>
            <p:nvPr/>
          </p:nvSpPr>
          <p:spPr bwMode="auto">
            <a:xfrm>
              <a:off x="2105" y="1259"/>
              <a:ext cx="290" cy="294"/>
            </a:xfrm>
            <a:custGeom>
              <a:avLst/>
              <a:gdLst>
                <a:gd name="T0" fmla="*/ 95 w 122"/>
                <a:gd name="T1" fmla="*/ 124 h 124"/>
                <a:gd name="T2" fmla="*/ 82 w 122"/>
                <a:gd name="T3" fmla="*/ 118 h 124"/>
                <a:gd name="T4" fmla="*/ 34 w 122"/>
                <a:gd name="T5" fmla="*/ 93 h 124"/>
                <a:gd name="T6" fmla="*/ 20 w 122"/>
                <a:gd name="T7" fmla="*/ 81 h 124"/>
                <a:gd name="T8" fmla="*/ 11 w 122"/>
                <a:gd name="T9" fmla="*/ 70 h 124"/>
                <a:gd name="T10" fmla="*/ 1 w 122"/>
                <a:gd name="T11" fmla="*/ 59 h 124"/>
                <a:gd name="T12" fmla="*/ 2 w 122"/>
                <a:gd name="T13" fmla="*/ 47 h 124"/>
                <a:gd name="T14" fmla="*/ 5 w 122"/>
                <a:gd name="T15" fmla="*/ 19 h 124"/>
                <a:gd name="T16" fmla="*/ 18 w 122"/>
                <a:gd name="T17" fmla="*/ 2 h 124"/>
                <a:gd name="T18" fmla="*/ 35 w 122"/>
                <a:gd name="T19" fmla="*/ 0 h 124"/>
                <a:gd name="T20" fmla="*/ 73 w 122"/>
                <a:gd name="T21" fmla="*/ 22 h 124"/>
                <a:gd name="T22" fmla="*/ 111 w 122"/>
                <a:gd name="T23" fmla="*/ 60 h 124"/>
                <a:gd name="T24" fmla="*/ 111 w 122"/>
                <a:gd name="T25" fmla="*/ 113 h 124"/>
                <a:gd name="T26" fmla="*/ 98 w 122"/>
                <a:gd name="T27" fmla="*/ 124 h 124"/>
                <a:gd name="T28" fmla="*/ 95 w 122"/>
                <a:gd name="T29" fmla="*/ 124 h 124"/>
                <a:gd name="T30" fmla="*/ 50 w 122"/>
                <a:gd name="T31" fmla="*/ 60 h 124"/>
                <a:gd name="T32" fmla="*/ 77 w 122"/>
                <a:gd name="T33" fmla="*/ 70 h 124"/>
                <a:gd name="T34" fmla="*/ 53 w 122"/>
                <a:gd name="T35" fmla="*/ 53 h 124"/>
                <a:gd name="T36" fmla="*/ 43 w 122"/>
                <a:gd name="T37" fmla="*/ 41 h 124"/>
                <a:gd name="T38" fmla="*/ 39 w 122"/>
                <a:gd name="T39" fmla="*/ 37 h 124"/>
                <a:gd name="T40" fmla="*/ 39 w 122"/>
                <a:gd name="T41" fmla="*/ 46 h 124"/>
                <a:gd name="T42" fmla="*/ 50 w 122"/>
                <a:gd name="T43" fmla="*/ 6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2" h="124">
                  <a:moveTo>
                    <a:pt x="95" y="124"/>
                  </a:moveTo>
                  <a:cubicBezTo>
                    <a:pt x="90" y="124"/>
                    <a:pt x="85" y="122"/>
                    <a:pt x="82" y="118"/>
                  </a:cubicBezTo>
                  <a:cubicBezTo>
                    <a:pt x="64" y="99"/>
                    <a:pt x="34" y="93"/>
                    <a:pt x="34" y="93"/>
                  </a:cubicBezTo>
                  <a:cubicBezTo>
                    <a:pt x="28" y="92"/>
                    <a:pt x="22" y="87"/>
                    <a:pt x="20" y="81"/>
                  </a:cubicBezTo>
                  <a:cubicBezTo>
                    <a:pt x="19" y="78"/>
                    <a:pt x="15" y="72"/>
                    <a:pt x="11" y="70"/>
                  </a:cubicBezTo>
                  <a:cubicBezTo>
                    <a:pt x="7" y="68"/>
                    <a:pt x="3" y="64"/>
                    <a:pt x="1" y="59"/>
                  </a:cubicBezTo>
                  <a:cubicBezTo>
                    <a:pt x="0" y="55"/>
                    <a:pt x="0" y="51"/>
                    <a:pt x="2" y="47"/>
                  </a:cubicBezTo>
                  <a:cubicBezTo>
                    <a:pt x="3" y="43"/>
                    <a:pt x="4" y="30"/>
                    <a:pt x="5" y="19"/>
                  </a:cubicBezTo>
                  <a:cubicBezTo>
                    <a:pt x="5" y="11"/>
                    <a:pt x="10" y="4"/>
                    <a:pt x="18" y="2"/>
                  </a:cubicBezTo>
                  <a:cubicBezTo>
                    <a:pt x="24" y="1"/>
                    <a:pt x="29" y="0"/>
                    <a:pt x="35" y="0"/>
                  </a:cubicBezTo>
                  <a:cubicBezTo>
                    <a:pt x="55" y="0"/>
                    <a:pt x="68" y="12"/>
                    <a:pt x="73" y="22"/>
                  </a:cubicBezTo>
                  <a:cubicBezTo>
                    <a:pt x="92" y="31"/>
                    <a:pt x="105" y="44"/>
                    <a:pt x="111" y="60"/>
                  </a:cubicBezTo>
                  <a:cubicBezTo>
                    <a:pt x="122" y="86"/>
                    <a:pt x="113" y="110"/>
                    <a:pt x="111" y="113"/>
                  </a:cubicBezTo>
                  <a:cubicBezTo>
                    <a:pt x="109" y="119"/>
                    <a:pt x="104" y="123"/>
                    <a:pt x="98" y="124"/>
                  </a:cubicBezTo>
                  <a:cubicBezTo>
                    <a:pt x="97" y="124"/>
                    <a:pt x="96" y="124"/>
                    <a:pt x="95" y="124"/>
                  </a:cubicBezTo>
                  <a:close/>
                  <a:moveTo>
                    <a:pt x="50" y="60"/>
                  </a:moveTo>
                  <a:cubicBezTo>
                    <a:pt x="56" y="62"/>
                    <a:pt x="66" y="65"/>
                    <a:pt x="77" y="70"/>
                  </a:cubicBezTo>
                  <a:cubicBezTo>
                    <a:pt x="73" y="64"/>
                    <a:pt x="66" y="58"/>
                    <a:pt x="53" y="53"/>
                  </a:cubicBezTo>
                  <a:cubicBezTo>
                    <a:pt x="48" y="50"/>
                    <a:pt x="44" y="47"/>
                    <a:pt x="43" y="41"/>
                  </a:cubicBezTo>
                  <a:cubicBezTo>
                    <a:pt x="42" y="39"/>
                    <a:pt x="41" y="38"/>
                    <a:pt x="39" y="37"/>
                  </a:cubicBezTo>
                  <a:cubicBezTo>
                    <a:pt x="39" y="40"/>
                    <a:pt x="39" y="43"/>
                    <a:pt x="39" y="46"/>
                  </a:cubicBezTo>
                  <a:cubicBezTo>
                    <a:pt x="43" y="50"/>
                    <a:pt x="47" y="55"/>
                    <a:pt x="50" y="6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8" name="Freeform 27"/>
            <p:cNvSpPr>
              <a:spLocks/>
            </p:cNvSpPr>
            <p:nvPr/>
          </p:nvSpPr>
          <p:spPr bwMode="auto">
            <a:xfrm>
              <a:off x="1539" y="1003"/>
              <a:ext cx="169" cy="313"/>
            </a:xfrm>
            <a:custGeom>
              <a:avLst/>
              <a:gdLst>
                <a:gd name="T0" fmla="*/ 71 w 71"/>
                <a:gd name="T1" fmla="*/ 16 h 132"/>
                <a:gd name="T2" fmla="*/ 71 w 71"/>
                <a:gd name="T3" fmla="*/ 123 h 132"/>
                <a:gd name="T4" fmla="*/ 0 w 71"/>
                <a:gd name="T5" fmla="*/ 132 h 132"/>
                <a:gd name="T6" fmla="*/ 0 w 71"/>
                <a:gd name="T7" fmla="*/ 17 h 132"/>
                <a:gd name="T8" fmla="*/ 71 w 71"/>
                <a:gd name="T9" fmla="*/ 16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132">
                  <a:moveTo>
                    <a:pt x="71" y="16"/>
                  </a:moveTo>
                  <a:cubicBezTo>
                    <a:pt x="71" y="123"/>
                    <a:pt x="71" y="123"/>
                    <a:pt x="71" y="123"/>
                  </a:cubicBezTo>
                  <a:cubicBezTo>
                    <a:pt x="71" y="123"/>
                    <a:pt x="23" y="103"/>
                    <a:pt x="0" y="132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7"/>
                    <a:pt x="24" y="0"/>
                    <a:pt x="71" y="1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9" name="Freeform 28"/>
            <p:cNvSpPr>
              <a:spLocks/>
            </p:cNvSpPr>
            <p:nvPr/>
          </p:nvSpPr>
          <p:spPr bwMode="auto">
            <a:xfrm>
              <a:off x="1435" y="1273"/>
              <a:ext cx="477" cy="546"/>
            </a:xfrm>
            <a:custGeom>
              <a:avLst/>
              <a:gdLst>
                <a:gd name="T0" fmla="*/ 122 w 201"/>
                <a:gd name="T1" fmla="*/ 21 h 230"/>
                <a:gd name="T2" fmla="*/ 118 w 201"/>
                <a:gd name="T3" fmla="*/ 20 h 230"/>
                <a:gd name="T4" fmla="*/ 46 w 201"/>
                <a:gd name="T5" fmla="*/ 29 h 230"/>
                <a:gd name="T6" fmla="*/ 1 w 201"/>
                <a:gd name="T7" fmla="*/ 126 h 230"/>
                <a:gd name="T8" fmla="*/ 36 w 201"/>
                <a:gd name="T9" fmla="*/ 230 h 230"/>
                <a:gd name="T10" fmla="*/ 104 w 201"/>
                <a:gd name="T11" fmla="*/ 153 h 230"/>
                <a:gd name="T12" fmla="*/ 186 w 201"/>
                <a:gd name="T13" fmla="*/ 61 h 230"/>
                <a:gd name="T14" fmla="*/ 199 w 201"/>
                <a:gd name="T15" fmla="*/ 37 h 230"/>
                <a:gd name="T16" fmla="*/ 189 w 201"/>
                <a:gd name="T17" fmla="*/ 28 h 230"/>
                <a:gd name="T18" fmla="*/ 174 w 201"/>
                <a:gd name="T19" fmla="*/ 26 h 230"/>
                <a:gd name="T20" fmla="*/ 122 w 201"/>
                <a:gd name="T21" fmla="*/ 21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1" h="230">
                  <a:moveTo>
                    <a:pt x="122" y="21"/>
                  </a:moveTo>
                  <a:cubicBezTo>
                    <a:pt x="121" y="21"/>
                    <a:pt x="119" y="20"/>
                    <a:pt x="118" y="20"/>
                  </a:cubicBezTo>
                  <a:cubicBezTo>
                    <a:pt x="118" y="20"/>
                    <a:pt x="69" y="0"/>
                    <a:pt x="46" y="29"/>
                  </a:cubicBezTo>
                  <a:cubicBezTo>
                    <a:pt x="19" y="61"/>
                    <a:pt x="0" y="89"/>
                    <a:pt x="1" y="126"/>
                  </a:cubicBezTo>
                  <a:cubicBezTo>
                    <a:pt x="2" y="163"/>
                    <a:pt x="32" y="198"/>
                    <a:pt x="36" y="230"/>
                  </a:cubicBezTo>
                  <a:cubicBezTo>
                    <a:pt x="36" y="230"/>
                    <a:pt x="76" y="217"/>
                    <a:pt x="104" y="153"/>
                  </a:cubicBezTo>
                  <a:cubicBezTo>
                    <a:pt x="131" y="88"/>
                    <a:pt x="169" y="72"/>
                    <a:pt x="186" y="61"/>
                  </a:cubicBezTo>
                  <a:cubicBezTo>
                    <a:pt x="195" y="55"/>
                    <a:pt x="201" y="45"/>
                    <a:pt x="199" y="37"/>
                  </a:cubicBezTo>
                  <a:cubicBezTo>
                    <a:pt x="199" y="33"/>
                    <a:pt x="195" y="30"/>
                    <a:pt x="189" y="28"/>
                  </a:cubicBezTo>
                  <a:cubicBezTo>
                    <a:pt x="185" y="26"/>
                    <a:pt x="180" y="26"/>
                    <a:pt x="174" y="26"/>
                  </a:cubicBezTo>
                  <a:cubicBezTo>
                    <a:pt x="143" y="27"/>
                    <a:pt x="133" y="25"/>
                    <a:pt x="122" y="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0" name="Freeform 29"/>
            <p:cNvSpPr>
              <a:spLocks/>
            </p:cNvSpPr>
            <p:nvPr/>
          </p:nvSpPr>
          <p:spPr bwMode="auto">
            <a:xfrm>
              <a:off x="1435" y="1273"/>
              <a:ext cx="413" cy="299"/>
            </a:xfrm>
            <a:custGeom>
              <a:avLst/>
              <a:gdLst>
                <a:gd name="T0" fmla="*/ 81 w 174"/>
                <a:gd name="T1" fmla="*/ 80 h 126"/>
                <a:gd name="T2" fmla="*/ 174 w 174"/>
                <a:gd name="T3" fmla="*/ 26 h 126"/>
                <a:gd name="T4" fmla="*/ 122 w 174"/>
                <a:gd name="T5" fmla="*/ 21 h 126"/>
                <a:gd name="T6" fmla="*/ 118 w 174"/>
                <a:gd name="T7" fmla="*/ 20 h 126"/>
                <a:gd name="T8" fmla="*/ 46 w 174"/>
                <a:gd name="T9" fmla="*/ 29 h 126"/>
                <a:gd name="T10" fmla="*/ 1 w 174"/>
                <a:gd name="T11" fmla="*/ 126 h 126"/>
                <a:gd name="T12" fmla="*/ 81 w 174"/>
                <a:gd name="T13" fmla="*/ 8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4" h="126">
                  <a:moveTo>
                    <a:pt x="81" y="80"/>
                  </a:moveTo>
                  <a:cubicBezTo>
                    <a:pt x="117" y="113"/>
                    <a:pt x="174" y="26"/>
                    <a:pt x="174" y="26"/>
                  </a:cubicBezTo>
                  <a:cubicBezTo>
                    <a:pt x="143" y="27"/>
                    <a:pt x="133" y="25"/>
                    <a:pt x="122" y="21"/>
                  </a:cubicBezTo>
                  <a:cubicBezTo>
                    <a:pt x="121" y="21"/>
                    <a:pt x="119" y="20"/>
                    <a:pt x="118" y="20"/>
                  </a:cubicBezTo>
                  <a:cubicBezTo>
                    <a:pt x="118" y="20"/>
                    <a:pt x="69" y="0"/>
                    <a:pt x="46" y="29"/>
                  </a:cubicBezTo>
                  <a:cubicBezTo>
                    <a:pt x="19" y="61"/>
                    <a:pt x="0" y="89"/>
                    <a:pt x="1" y="126"/>
                  </a:cubicBezTo>
                  <a:cubicBezTo>
                    <a:pt x="1" y="126"/>
                    <a:pt x="45" y="47"/>
                    <a:pt x="81" y="8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1" name="Freeform 30"/>
            <p:cNvSpPr>
              <a:spLocks/>
            </p:cNvSpPr>
            <p:nvPr/>
          </p:nvSpPr>
          <p:spPr bwMode="auto">
            <a:xfrm>
              <a:off x="1663" y="1323"/>
              <a:ext cx="874" cy="818"/>
            </a:xfrm>
            <a:custGeom>
              <a:avLst/>
              <a:gdLst>
                <a:gd name="T0" fmla="*/ 216 w 368"/>
                <a:gd name="T1" fmla="*/ 54 h 345"/>
                <a:gd name="T2" fmla="*/ 196 w 368"/>
                <a:gd name="T3" fmla="*/ 30 h 345"/>
                <a:gd name="T4" fmla="*/ 110 w 368"/>
                <a:gd name="T5" fmla="*/ 12 h 345"/>
                <a:gd name="T6" fmla="*/ 112 w 368"/>
                <a:gd name="T7" fmla="*/ 23 h 345"/>
                <a:gd name="T8" fmla="*/ 98 w 368"/>
                <a:gd name="T9" fmla="*/ 46 h 345"/>
                <a:gd name="T10" fmla="*/ 16 w 368"/>
                <a:gd name="T11" fmla="*/ 138 h 345"/>
                <a:gd name="T12" fmla="*/ 136 w 368"/>
                <a:gd name="T13" fmla="*/ 218 h 345"/>
                <a:gd name="T14" fmla="*/ 328 w 368"/>
                <a:gd name="T15" fmla="*/ 345 h 345"/>
                <a:gd name="T16" fmla="*/ 216 w 368"/>
                <a:gd name="T17" fmla="*/ 54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8" h="345">
                  <a:moveTo>
                    <a:pt x="216" y="54"/>
                  </a:moveTo>
                  <a:cubicBezTo>
                    <a:pt x="216" y="54"/>
                    <a:pt x="209" y="42"/>
                    <a:pt x="196" y="30"/>
                  </a:cubicBezTo>
                  <a:cubicBezTo>
                    <a:pt x="179" y="15"/>
                    <a:pt x="151" y="0"/>
                    <a:pt x="110" y="12"/>
                  </a:cubicBezTo>
                  <a:cubicBezTo>
                    <a:pt x="112" y="23"/>
                    <a:pt x="112" y="23"/>
                    <a:pt x="112" y="23"/>
                  </a:cubicBezTo>
                  <a:cubicBezTo>
                    <a:pt x="113" y="30"/>
                    <a:pt x="107" y="40"/>
                    <a:pt x="98" y="46"/>
                  </a:cubicBezTo>
                  <a:cubicBezTo>
                    <a:pt x="81" y="57"/>
                    <a:pt x="43" y="74"/>
                    <a:pt x="16" y="138"/>
                  </a:cubicBezTo>
                  <a:cubicBezTo>
                    <a:pt x="16" y="138"/>
                    <a:pt x="0" y="213"/>
                    <a:pt x="136" y="218"/>
                  </a:cubicBezTo>
                  <a:cubicBezTo>
                    <a:pt x="272" y="223"/>
                    <a:pt x="328" y="345"/>
                    <a:pt x="328" y="345"/>
                  </a:cubicBezTo>
                  <a:cubicBezTo>
                    <a:pt x="352" y="304"/>
                    <a:pt x="368" y="99"/>
                    <a:pt x="216" y="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42" name="Freeform 31"/>
            <p:cNvSpPr>
              <a:spLocks/>
            </p:cNvSpPr>
            <p:nvPr/>
          </p:nvSpPr>
          <p:spPr bwMode="auto">
            <a:xfrm>
              <a:off x="1523" y="1861"/>
              <a:ext cx="903" cy="413"/>
            </a:xfrm>
            <a:custGeom>
              <a:avLst/>
              <a:gdLst>
                <a:gd name="T0" fmla="*/ 143 w 380"/>
                <a:gd name="T1" fmla="*/ 108 h 174"/>
                <a:gd name="T2" fmla="*/ 7 w 380"/>
                <a:gd name="T3" fmla="*/ 0 h 174"/>
                <a:gd name="T4" fmla="*/ 0 w 380"/>
                <a:gd name="T5" fmla="*/ 3 h 174"/>
                <a:gd name="T6" fmla="*/ 138 w 380"/>
                <a:gd name="T7" fmla="*/ 122 h 174"/>
                <a:gd name="T8" fmla="*/ 380 w 380"/>
                <a:gd name="T9" fmla="*/ 133 h 174"/>
                <a:gd name="T10" fmla="*/ 378 w 380"/>
                <a:gd name="T11" fmla="*/ 129 h 174"/>
                <a:gd name="T12" fmla="*/ 143 w 380"/>
                <a:gd name="T13" fmla="*/ 108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0" h="174">
                  <a:moveTo>
                    <a:pt x="143" y="108"/>
                  </a:moveTo>
                  <a:cubicBezTo>
                    <a:pt x="38" y="77"/>
                    <a:pt x="13" y="23"/>
                    <a:pt x="7" y="0"/>
                  </a:cubicBezTo>
                  <a:cubicBezTo>
                    <a:pt x="3" y="3"/>
                    <a:pt x="0" y="3"/>
                    <a:pt x="0" y="3"/>
                  </a:cubicBezTo>
                  <a:cubicBezTo>
                    <a:pt x="0" y="3"/>
                    <a:pt x="3" y="82"/>
                    <a:pt x="138" y="122"/>
                  </a:cubicBezTo>
                  <a:cubicBezTo>
                    <a:pt x="274" y="162"/>
                    <a:pt x="356" y="174"/>
                    <a:pt x="380" y="133"/>
                  </a:cubicBezTo>
                  <a:cubicBezTo>
                    <a:pt x="380" y="133"/>
                    <a:pt x="380" y="132"/>
                    <a:pt x="378" y="129"/>
                  </a:cubicBezTo>
                  <a:cubicBezTo>
                    <a:pt x="347" y="158"/>
                    <a:pt x="268" y="145"/>
                    <a:pt x="143" y="108"/>
                  </a:cubicBezTo>
                  <a:close/>
                </a:path>
              </a:pathLst>
            </a:custGeom>
            <a:solidFill>
              <a:srgbClr val="DE4B2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3" name="Freeform 32"/>
            <p:cNvSpPr>
              <a:spLocks/>
            </p:cNvSpPr>
            <p:nvPr/>
          </p:nvSpPr>
          <p:spPr bwMode="auto">
            <a:xfrm>
              <a:off x="1539" y="1686"/>
              <a:ext cx="882" cy="550"/>
            </a:xfrm>
            <a:custGeom>
              <a:avLst/>
              <a:gdLst>
                <a:gd name="T0" fmla="*/ 136 w 371"/>
                <a:gd name="T1" fmla="*/ 182 h 232"/>
                <a:gd name="T2" fmla="*/ 371 w 371"/>
                <a:gd name="T3" fmla="*/ 203 h 232"/>
                <a:gd name="T4" fmla="*/ 181 w 371"/>
                <a:gd name="T5" fmla="*/ 80 h 232"/>
                <a:gd name="T6" fmla="*/ 61 w 371"/>
                <a:gd name="T7" fmla="*/ 0 h 232"/>
                <a:gd name="T8" fmla="*/ 0 w 371"/>
                <a:gd name="T9" fmla="*/ 74 h 232"/>
                <a:gd name="T10" fmla="*/ 136 w 371"/>
                <a:gd name="T11" fmla="*/ 18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1" h="232">
                  <a:moveTo>
                    <a:pt x="136" y="182"/>
                  </a:moveTo>
                  <a:cubicBezTo>
                    <a:pt x="261" y="219"/>
                    <a:pt x="340" y="232"/>
                    <a:pt x="371" y="203"/>
                  </a:cubicBezTo>
                  <a:cubicBezTo>
                    <a:pt x="359" y="180"/>
                    <a:pt x="301" y="84"/>
                    <a:pt x="181" y="80"/>
                  </a:cubicBezTo>
                  <a:cubicBezTo>
                    <a:pt x="46" y="75"/>
                    <a:pt x="61" y="0"/>
                    <a:pt x="61" y="0"/>
                  </a:cubicBezTo>
                  <a:cubicBezTo>
                    <a:pt x="41" y="49"/>
                    <a:pt x="13" y="68"/>
                    <a:pt x="0" y="74"/>
                  </a:cubicBezTo>
                  <a:cubicBezTo>
                    <a:pt x="6" y="97"/>
                    <a:pt x="31" y="151"/>
                    <a:pt x="136" y="18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4" name="Freeform 33"/>
            <p:cNvSpPr>
              <a:spLocks/>
            </p:cNvSpPr>
            <p:nvPr/>
          </p:nvSpPr>
          <p:spPr bwMode="auto">
            <a:xfrm>
              <a:off x="1905" y="993"/>
              <a:ext cx="518" cy="377"/>
            </a:xfrm>
            <a:custGeom>
              <a:avLst/>
              <a:gdLst>
                <a:gd name="T0" fmla="*/ 94 w 218"/>
                <a:gd name="T1" fmla="*/ 159 h 159"/>
                <a:gd name="T2" fmla="*/ 8 w 218"/>
                <a:gd name="T3" fmla="*/ 141 h 159"/>
                <a:gd name="T4" fmla="*/ 1 w 218"/>
                <a:gd name="T5" fmla="*/ 91 h 159"/>
                <a:gd name="T6" fmla="*/ 35 w 218"/>
                <a:gd name="T7" fmla="*/ 30 h 159"/>
                <a:gd name="T8" fmla="*/ 91 w 218"/>
                <a:gd name="T9" fmla="*/ 49 h 159"/>
                <a:gd name="T10" fmla="*/ 175 w 218"/>
                <a:gd name="T11" fmla="*/ 0 h 159"/>
                <a:gd name="T12" fmla="*/ 200 w 218"/>
                <a:gd name="T13" fmla="*/ 30 h 159"/>
                <a:gd name="T14" fmla="*/ 166 w 218"/>
                <a:gd name="T15" fmla="*/ 53 h 159"/>
                <a:gd name="T16" fmla="*/ 206 w 218"/>
                <a:gd name="T17" fmla="*/ 51 h 159"/>
                <a:gd name="T18" fmla="*/ 206 w 218"/>
                <a:gd name="T19" fmla="*/ 88 h 159"/>
                <a:gd name="T20" fmla="*/ 101 w 218"/>
                <a:gd name="T21" fmla="*/ 113 h 159"/>
                <a:gd name="T22" fmla="*/ 94 w 218"/>
                <a:gd name="T23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18" h="159">
                  <a:moveTo>
                    <a:pt x="94" y="159"/>
                  </a:moveTo>
                  <a:cubicBezTo>
                    <a:pt x="77" y="144"/>
                    <a:pt x="49" y="130"/>
                    <a:pt x="8" y="141"/>
                  </a:cubicBezTo>
                  <a:cubicBezTo>
                    <a:pt x="8" y="141"/>
                    <a:pt x="0" y="118"/>
                    <a:pt x="1" y="91"/>
                  </a:cubicBezTo>
                  <a:cubicBezTo>
                    <a:pt x="2" y="76"/>
                    <a:pt x="4" y="41"/>
                    <a:pt x="35" y="30"/>
                  </a:cubicBezTo>
                  <a:cubicBezTo>
                    <a:pt x="66" y="20"/>
                    <a:pt x="64" y="52"/>
                    <a:pt x="91" y="49"/>
                  </a:cubicBezTo>
                  <a:cubicBezTo>
                    <a:pt x="118" y="45"/>
                    <a:pt x="151" y="36"/>
                    <a:pt x="175" y="0"/>
                  </a:cubicBezTo>
                  <a:cubicBezTo>
                    <a:pt x="175" y="0"/>
                    <a:pt x="198" y="8"/>
                    <a:pt x="200" y="30"/>
                  </a:cubicBezTo>
                  <a:cubicBezTo>
                    <a:pt x="200" y="30"/>
                    <a:pt x="161" y="39"/>
                    <a:pt x="166" y="53"/>
                  </a:cubicBezTo>
                  <a:cubicBezTo>
                    <a:pt x="171" y="66"/>
                    <a:pt x="206" y="51"/>
                    <a:pt x="206" y="51"/>
                  </a:cubicBezTo>
                  <a:cubicBezTo>
                    <a:pt x="206" y="51"/>
                    <a:pt x="218" y="69"/>
                    <a:pt x="206" y="88"/>
                  </a:cubicBezTo>
                  <a:cubicBezTo>
                    <a:pt x="103" y="75"/>
                    <a:pt x="102" y="103"/>
                    <a:pt x="101" y="113"/>
                  </a:cubicBezTo>
                  <a:cubicBezTo>
                    <a:pt x="100" y="122"/>
                    <a:pt x="100" y="149"/>
                    <a:pt x="94" y="15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" name="Freeform 34"/>
            <p:cNvSpPr>
              <a:spLocks/>
            </p:cNvSpPr>
            <p:nvPr/>
          </p:nvSpPr>
          <p:spPr bwMode="auto">
            <a:xfrm>
              <a:off x="1722" y="784"/>
              <a:ext cx="521" cy="532"/>
            </a:xfrm>
            <a:custGeom>
              <a:avLst/>
              <a:gdLst>
                <a:gd name="T0" fmla="*/ 159 w 219"/>
                <a:gd name="T1" fmla="*/ 46 h 224"/>
                <a:gd name="T2" fmla="*/ 161 w 219"/>
                <a:gd name="T3" fmla="*/ 21 h 224"/>
                <a:gd name="T4" fmla="*/ 152 w 219"/>
                <a:gd name="T5" fmla="*/ 5 h 224"/>
                <a:gd name="T6" fmla="*/ 136 w 219"/>
                <a:gd name="T7" fmla="*/ 12 h 224"/>
                <a:gd name="T8" fmla="*/ 128 w 219"/>
                <a:gd name="T9" fmla="*/ 36 h 224"/>
                <a:gd name="T10" fmla="*/ 116 w 219"/>
                <a:gd name="T11" fmla="*/ 35 h 224"/>
                <a:gd name="T12" fmla="*/ 115 w 219"/>
                <a:gd name="T13" fmla="*/ 14 h 224"/>
                <a:gd name="T14" fmla="*/ 101 w 219"/>
                <a:gd name="T15" fmla="*/ 1 h 224"/>
                <a:gd name="T16" fmla="*/ 88 w 219"/>
                <a:gd name="T17" fmla="*/ 15 h 224"/>
                <a:gd name="T18" fmla="*/ 81 w 219"/>
                <a:gd name="T19" fmla="*/ 40 h 224"/>
                <a:gd name="T20" fmla="*/ 69 w 219"/>
                <a:gd name="T21" fmla="*/ 45 h 224"/>
                <a:gd name="T22" fmla="*/ 54 w 219"/>
                <a:gd name="T23" fmla="*/ 27 h 224"/>
                <a:gd name="T24" fmla="*/ 35 w 219"/>
                <a:gd name="T25" fmla="*/ 24 h 224"/>
                <a:gd name="T26" fmla="*/ 32 w 219"/>
                <a:gd name="T27" fmla="*/ 42 h 224"/>
                <a:gd name="T28" fmla="*/ 42 w 219"/>
                <a:gd name="T29" fmla="*/ 66 h 224"/>
                <a:gd name="T30" fmla="*/ 17 w 219"/>
                <a:gd name="T31" fmla="*/ 115 h 224"/>
                <a:gd name="T32" fmla="*/ 2 w 219"/>
                <a:gd name="T33" fmla="*/ 218 h 224"/>
                <a:gd name="T34" fmla="*/ 53 w 219"/>
                <a:gd name="T35" fmla="*/ 223 h 224"/>
                <a:gd name="T36" fmla="*/ 68 w 219"/>
                <a:gd name="T37" fmla="*/ 224 h 224"/>
                <a:gd name="T38" fmla="*/ 95 w 219"/>
                <a:gd name="T39" fmla="*/ 110 h 224"/>
                <a:gd name="T40" fmla="*/ 170 w 219"/>
                <a:gd name="T41" fmla="*/ 121 h 224"/>
                <a:gd name="T42" fmla="*/ 197 w 219"/>
                <a:gd name="T43" fmla="*/ 114 h 224"/>
                <a:gd name="T44" fmla="*/ 219 w 219"/>
                <a:gd name="T45" fmla="*/ 99 h 224"/>
                <a:gd name="T46" fmla="*/ 159 w 219"/>
                <a:gd name="T47" fmla="*/ 46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19" h="224">
                  <a:moveTo>
                    <a:pt x="159" y="46"/>
                  </a:moveTo>
                  <a:cubicBezTo>
                    <a:pt x="156" y="44"/>
                    <a:pt x="150" y="42"/>
                    <a:pt x="161" y="21"/>
                  </a:cubicBezTo>
                  <a:cubicBezTo>
                    <a:pt x="163" y="17"/>
                    <a:pt x="167" y="10"/>
                    <a:pt x="152" y="5"/>
                  </a:cubicBezTo>
                  <a:cubicBezTo>
                    <a:pt x="136" y="0"/>
                    <a:pt x="136" y="7"/>
                    <a:pt x="136" y="12"/>
                  </a:cubicBezTo>
                  <a:cubicBezTo>
                    <a:pt x="135" y="33"/>
                    <a:pt x="131" y="36"/>
                    <a:pt x="128" y="36"/>
                  </a:cubicBezTo>
                  <a:cubicBezTo>
                    <a:pt x="125" y="35"/>
                    <a:pt x="118" y="35"/>
                    <a:pt x="116" y="35"/>
                  </a:cubicBezTo>
                  <a:cubicBezTo>
                    <a:pt x="110" y="34"/>
                    <a:pt x="110" y="28"/>
                    <a:pt x="115" y="14"/>
                  </a:cubicBezTo>
                  <a:cubicBezTo>
                    <a:pt x="116" y="8"/>
                    <a:pt x="117" y="1"/>
                    <a:pt x="101" y="1"/>
                  </a:cubicBezTo>
                  <a:cubicBezTo>
                    <a:pt x="84" y="1"/>
                    <a:pt x="87" y="9"/>
                    <a:pt x="88" y="15"/>
                  </a:cubicBezTo>
                  <a:cubicBezTo>
                    <a:pt x="91" y="33"/>
                    <a:pt x="88" y="38"/>
                    <a:pt x="81" y="40"/>
                  </a:cubicBezTo>
                  <a:cubicBezTo>
                    <a:pt x="77" y="42"/>
                    <a:pt x="73" y="43"/>
                    <a:pt x="69" y="45"/>
                  </a:cubicBezTo>
                  <a:cubicBezTo>
                    <a:pt x="65" y="47"/>
                    <a:pt x="59" y="50"/>
                    <a:pt x="54" y="27"/>
                  </a:cubicBezTo>
                  <a:cubicBezTo>
                    <a:pt x="53" y="21"/>
                    <a:pt x="49" y="15"/>
                    <a:pt x="35" y="24"/>
                  </a:cubicBezTo>
                  <a:cubicBezTo>
                    <a:pt x="22" y="32"/>
                    <a:pt x="28" y="38"/>
                    <a:pt x="32" y="42"/>
                  </a:cubicBezTo>
                  <a:cubicBezTo>
                    <a:pt x="39" y="49"/>
                    <a:pt x="46" y="62"/>
                    <a:pt x="42" y="66"/>
                  </a:cubicBezTo>
                  <a:cubicBezTo>
                    <a:pt x="39" y="69"/>
                    <a:pt x="23" y="98"/>
                    <a:pt x="17" y="115"/>
                  </a:cubicBezTo>
                  <a:cubicBezTo>
                    <a:pt x="0" y="164"/>
                    <a:pt x="2" y="218"/>
                    <a:pt x="2" y="218"/>
                  </a:cubicBezTo>
                  <a:cubicBezTo>
                    <a:pt x="12" y="221"/>
                    <a:pt x="22" y="224"/>
                    <a:pt x="53" y="223"/>
                  </a:cubicBezTo>
                  <a:cubicBezTo>
                    <a:pt x="59" y="222"/>
                    <a:pt x="65" y="223"/>
                    <a:pt x="68" y="224"/>
                  </a:cubicBezTo>
                  <a:cubicBezTo>
                    <a:pt x="68" y="224"/>
                    <a:pt x="47" y="133"/>
                    <a:pt x="95" y="110"/>
                  </a:cubicBezTo>
                  <a:cubicBezTo>
                    <a:pt x="142" y="86"/>
                    <a:pt x="170" y="121"/>
                    <a:pt x="170" y="121"/>
                  </a:cubicBezTo>
                  <a:cubicBezTo>
                    <a:pt x="170" y="121"/>
                    <a:pt x="177" y="123"/>
                    <a:pt x="197" y="114"/>
                  </a:cubicBezTo>
                  <a:cubicBezTo>
                    <a:pt x="218" y="106"/>
                    <a:pt x="219" y="99"/>
                    <a:pt x="219" y="99"/>
                  </a:cubicBezTo>
                  <a:cubicBezTo>
                    <a:pt x="219" y="99"/>
                    <a:pt x="197" y="64"/>
                    <a:pt x="159" y="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6" name="Freeform 35"/>
            <p:cNvSpPr>
              <a:spLocks/>
            </p:cNvSpPr>
            <p:nvPr/>
          </p:nvSpPr>
          <p:spPr bwMode="auto">
            <a:xfrm>
              <a:off x="1751" y="910"/>
              <a:ext cx="375" cy="406"/>
            </a:xfrm>
            <a:custGeom>
              <a:avLst/>
              <a:gdLst>
                <a:gd name="T0" fmla="*/ 56 w 158"/>
                <a:gd name="T1" fmla="*/ 46 h 171"/>
                <a:gd name="T2" fmla="*/ 41 w 158"/>
                <a:gd name="T3" fmla="*/ 170 h 171"/>
                <a:gd name="T4" fmla="*/ 56 w 158"/>
                <a:gd name="T5" fmla="*/ 171 h 171"/>
                <a:gd name="T6" fmla="*/ 83 w 158"/>
                <a:gd name="T7" fmla="*/ 57 h 171"/>
                <a:gd name="T8" fmla="*/ 158 w 158"/>
                <a:gd name="T9" fmla="*/ 68 h 171"/>
                <a:gd name="T10" fmla="*/ 56 w 158"/>
                <a:gd name="T11" fmla="*/ 46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8" h="171">
                  <a:moveTo>
                    <a:pt x="56" y="46"/>
                  </a:moveTo>
                  <a:cubicBezTo>
                    <a:pt x="0" y="92"/>
                    <a:pt x="41" y="170"/>
                    <a:pt x="41" y="170"/>
                  </a:cubicBezTo>
                  <a:cubicBezTo>
                    <a:pt x="47" y="169"/>
                    <a:pt x="53" y="170"/>
                    <a:pt x="56" y="171"/>
                  </a:cubicBezTo>
                  <a:cubicBezTo>
                    <a:pt x="56" y="171"/>
                    <a:pt x="35" y="80"/>
                    <a:pt x="83" y="57"/>
                  </a:cubicBezTo>
                  <a:cubicBezTo>
                    <a:pt x="130" y="33"/>
                    <a:pt x="158" y="68"/>
                    <a:pt x="158" y="68"/>
                  </a:cubicBezTo>
                  <a:cubicBezTo>
                    <a:pt x="158" y="68"/>
                    <a:pt x="112" y="0"/>
                    <a:pt x="56" y="46"/>
                  </a:cubicBezTo>
                  <a:close/>
                </a:path>
              </a:pathLst>
            </a:custGeom>
            <a:solidFill>
              <a:srgbClr val="BA3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7" name="Freeform 36"/>
            <p:cNvSpPr>
              <a:spLocks/>
            </p:cNvSpPr>
            <p:nvPr/>
          </p:nvSpPr>
          <p:spPr bwMode="auto">
            <a:xfrm>
              <a:off x="2148" y="1287"/>
              <a:ext cx="230" cy="223"/>
            </a:xfrm>
            <a:custGeom>
              <a:avLst/>
              <a:gdLst>
                <a:gd name="T0" fmla="*/ 0 w 97"/>
                <a:gd name="T1" fmla="*/ 42 h 94"/>
                <a:gd name="T2" fmla="*/ 19 w 97"/>
                <a:gd name="T3" fmla="*/ 63 h 94"/>
                <a:gd name="T4" fmla="*/ 77 w 97"/>
                <a:gd name="T5" fmla="*/ 94 h 94"/>
                <a:gd name="T6" fmla="*/ 42 w 97"/>
                <a:gd name="T7" fmla="*/ 24 h 94"/>
                <a:gd name="T8" fmla="*/ 5 w 97"/>
                <a:gd name="T9" fmla="*/ 8 h 94"/>
                <a:gd name="T10" fmla="*/ 0 w 97"/>
                <a:gd name="T11" fmla="*/ 42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" h="94">
                  <a:moveTo>
                    <a:pt x="0" y="42"/>
                  </a:moveTo>
                  <a:cubicBezTo>
                    <a:pt x="13" y="47"/>
                    <a:pt x="19" y="63"/>
                    <a:pt x="19" y="63"/>
                  </a:cubicBezTo>
                  <a:cubicBezTo>
                    <a:pt x="19" y="63"/>
                    <a:pt x="54" y="70"/>
                    <a:pt x="77" y="94"/>
                  </a:cubicBezTo>
                  <a:cubicBezTo>
                    <a:pt x="77" y="94"/>
                    <a:pt x="97" y="46"/>
                    <a:pt x="42" y="24"/>
                  </a:cubicBezTo>
                  <a:cubicBezTo>
                    <a:pt x="42" y="24"/>
                    <a:pt x="36" y="0"/>
                    <a:pt x="5" y="8"/>
                  </a:cubicBezTo>
                  <a:cubicBezTo>
                    <a:pt x="5" y="8"/>
                    <a:pt x="3" y="37"/>
                    <a:pt x="0" y="42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8" name="Line 37"/>
            <p:cNvSpPr>
              <a:spLocks noChangeShapeType="1"/>
            </p:cNvSpPr>
            <p:nvPr/>
          </p:nvSpPr>
          <p:spPr bwMode="auto">
            <a:xfrm>
              <a:off x="2464" y="1268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9" name="Line 38"/>
            <p:cNvSpPr>
              <a:spLocks noChangeShapeType="1"/>
            </p:cNvSpPr>
            <p:nvPr/>
          </p:nvSpPr>
          <p:spPr bwMode="auto">
            <a:xfrm>
              <a:off x="2464" y="1268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650" name="brain"/>
          <p:cNvGrpSpPr>
            <a:grpSpLocks noChangeAspect="1"/>
          </p:cNvGrpSpPr>
          <p:nvPr/>
        </p:nvGrpSpPr>
        <p:grpSpPr bwMode="auto">
          <a:xfrm>
            <a:off x="3578036" y="1433518"/>
            <a:ext cx="1139131" cy="1004882"/>
            <a:chOff x="689" y="753"/>
            <a:chExt cx="1434" cy="1265"/>
          </a:xfrm>
        </p:grpSpPr>
        <p:sp>
          <p:nvSpPr>
            <p:cNvPr id="651" name="AutoShape 40"/>
            <p:cNvSpPr>
              <a:spLocks noChangeAspect="1" noChangeArrowheads="1" noTextEdit="1"/>
            </p:cNvSpPr>
            <p:nvPr/>
          </p:nvSpPr>
          <p:spPr bwMode="auto">
            <a:xfrm>
              <a:off x="720" y="777"/>
              <a:ext cx="1396" cy="1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2" name="Freeform 42"/>
            <p:cNvSpPr>
              <a:spLocks/>
            </p:cNvSpPr>
            <p:nvPr/>
          </p:nvSpPr>
          <p:spPr bwMode="auto">
            <a:xfrm>
              <a:off x="722" y="796"/>
              <a:ext cx="1401" cy="1220"/>
            </a:xfrm>
            <a:custGeom>
              <a:avLst/>
              <a:gdLst>
                <a:gd name="T0" fmla="*/ 560 w 590"/>
                <a:gd name="T1" fmla="*/ 183 h 513"/>
                <a:gd name="T2" fmla="*/ 530 w 590"/>
                <a:gd name="T3" fmla="*/ 151 h 513"/>
                <a:gd name="T4" fmla="*/ 493 w 590"/>
                <a:gd name="T5" fmla="*/ 94 h 513"/>
                <a:gd name="T6" fmla="*/ 396 w 590"/>
                <a:gd name="T7" fmla="*/ 28 h 513"/>
                <a:gd name="T8" fmla="*/ 309 w 590"/>
                <a:gd name="T9" fmla="*/ 12 h 513"/>
                <a:gd name="T10" fmla="*/ 210 w 590"/>
                <a:gd name="T11" fmla="*/ 18 h 513"/>
                <a:gd name="T12" fmla="*/ 108 w 590"/>
                <a:gd name="T13" fmla="*/ 47 h 513"/>
                <a:gd name="T14" fmla="*/ 51 w 590"/>
                <a:gd name="T15" fmla="*/ 100 h 513"/>
                <a:gd name="T16" fmla="*/ 19 w 590"/>
                <a:gd name="T17" fmla="*/ 174 h 513"/>
                <a:gd name="T18" fmla="*/ 38 w 590"/>
                <a:gd name="T19" fmla="*/ 228 h 513"/>
                <a:gd name="T20" fmla="*/ 120 w 590"/>
                <a:gd name="T21" fmla="*/ 282 h 513"/>
                <a:gd name="T22" fmla="*/ 139 w 590"/>
                <a:gd name="T23" fmla="*/ 336 h 513"/>
                <a:gd name="T24" fmla="*/ 241 w 590"/>
                <a:gd name="T25" fmla="*/ 371 h 513"/>
                <a:gd name="T26" fmla="*/ 267 w 590"/>
                <a:gd name="T27" fmla="*/ 365 h 513"/>
                <a:gd name="T28" fmla="*/ 312 w 590"/>
                <a:gd name="T29" fmla="*/ 428 h 513"/>
                <a:gd name="T30" fmla="*/ 359 w 590"/>
                <a:gd name="T31" fmla="*/ 501 h 513"/>
                <a:gd name="T32" fmla="*/ 389 w 590"/>
                <a:gd name="T33" fmla="*/ 513 h 513"/>
                <a:gd name="T34" fmla="*/ 371 w 590"/>
                <a:gd name="T35" fmla="*/ 427 h 513"/>
                <a:gd name="T36" fmla="*/ 447 w 590"/>
                <a:gd name="T37" fmla="*/ 437 h 513"/>
                <a:gd name="T38" fmla="*/ 513 w 590"/>
                <a:gd name="T39" fmla="*/ 373 h 513"/>
                <a:gd name="T40" fmla="*/ 573 w 590"/>
                <a:gd name="T41" fmla="*/ 338 h 513"/>
                <a:gd name="T42" fmla="*/ 581 w 590"/>
                <a:gd name="T43" fmla="*/ 243 h 513"/>
                <a:gd name="T44" fmla="*/ 560 w 590"/>
                <a:gd name="T45" fmla="*/ 183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90" h="513">
                  <a:moveTo>
                    <a:pt x="560" y="183"/>
                  </a:moveTo>
                  <a:cubicBezTo>
                    <a:pt x="537" y="165"/>
                    <a:pt x="545" y="160"/>
                    <a:pt x="530" y="151"/>
                  </a:cubicBezTo>
                  <a:cubicBezTo>
                    <a:pt x="515" y="141"/>
                    <a:pt x="533" y="104"/>
                    <a:pt x="493" y="94"/>
                  </a:cubicBezTo>
                  <a:cubicBezTo>
                    <a:pt x="453" y="85"/>
                    <a:pt x="440" y="30"/>
                    <a:pt x="396" y="28"/>
                  </a:cubicBezTo>
                  <a:cubicBezTo>
                    <a:pt x="351" y="26"/>
                    <a:pt x="343" y="5"/>
                    <a:pt x="309" y="12"/>
                  </a:cubicBezTo>
                  <a:cubicBezTo>
                    <a:pt x="275" y="19"/>
                    <a:pt x="258" y="0"/>
                    <a:pt x="210" y="18"/>
                  </a:cubicBezTo>
                  <a:cubicBezTo>
                    <a:pt x="161" y="36"/>
                    <a:pt x="146" y="17"/>
                    <a:pt x="108" y="47"/>
                  </a:cubicBezTo>
                  <a:cubicBezTo>
                    <a:pt x="72" y="75"/>
                    <a:pt x="70" y="96"/>
                    <a:pt x="51" y="100"/>
                  </a:cubicBezTo>
                  <a:cubicBezTo>
                    <a:pt x="32" y="104"/>
                    <a:pt x="0" y="143"/>
                    <a:pt x="19" y="174"/>
                  </a:cubicBezTo>
                  <a:cubicBezTo>
                    <a:pt x="6" y="207"/>
                    <a:pt x="38" y="228"/>
                    <a:pt x="38" y="228"/>
                  </a:cubicBezTo>
                  <a:cubicBezTo>
                    <a:pt x="38" y="228"/>
                    <a:pt x="47" y="303"/>
                    <a:pt x="120" y="282"/>
                  </a:cubicBezTo>
                  <a:cubicBezTo>
                    <a:pt x="124" y="314"/>
                    <a:pt x="121" y="316"/>
                    <a:pt x="139" y="336"/>
                  </a:cubicBezTo>
                  <a:cubicBezTo>
                    <a:pt x="157" y="356"/>
                    <a:pt x="203" y="379"/>
                    <a:pt x="241" y="371"/>
                  </a:cubicBezTo>
                  <a:cubicBezTo>
                    <a:pt x="248" y="369"/>
                    <a:pt x="257" y="367"/>
                    <a:pt x="267" y="365"/>
                  </a:cubicBezTo>
                  <a:cubicBezTo>
                    <a:pt x="272" y="404"/>
                    <a:pt x="303" y="411"/>
                    <a:pt x="312" y="428"/>
                  </a:cubicBezTo>
                  <a:cubicBezTo>
                    <a:pt x="323" y="447"/>
                    <a:pt x="354" y="496"/>
                    <a:pt x="359" y="501"/>
                  </a:cubicBezTo>
                  <a:cubicBezTo>
                    <a:pt x="363" y="506"/>
                    <a:pt x="389" y="513"/>
                    <a:pt x="389" y="513"/>
                  </a:cubicBezTo>
                  <a:cubicBezTo>
                    <a:pt x="389" y="513"/>
                    <a:pt x="398" y="491"/>
                    <a:pt x="371" y="427"/>
                  </a:cubicBezTo>
                  <a:cubicBezTo>
                    <a:pt x="393" y="439"/>
                    <a:pt x="420" y="447"/>
                    <a:pt x="447" y="437"/>
                  </a:cubicBezTo>
                  <a:cubicBezTo>
                    <a:pt x="493" y="419"/>
                    <a:pt x="512" y="395"/>
                    <a:pt x="513" y="373"/>
                  </a:cubicBezTo>
                  <a:cubicBezTo>
                    <a:pt x="542" y="367"/>
                    <a:pt x="566" y="355"/>
                    <a:pt x="573" y="338"/>
                  </a:cubicBezTo>
                  <a:cubicBezTo>
                    <a:pt x="586" y="303"/>
                    <a:pt x="590" y="257"/>
                    <a:pt x="581" y="243"/>
                  </a:cubicBezTo>
                  <a:cubicBezTo>
                    <a:pt x="573" y="228"/>
                    <a:pt x="583" y="201"/>
                    <a:pt x="560" y="183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3" name="Freeform 43"/>
            <p:cNvSpPr>
              <a:spLocks/>
            </p:cNvSpPr>
            <p:nvPr/>
          </p:nvSpPr>
          <p:spPr bwMode="auto">
            <a:xfrm>
              <a:off x="1314" y="1512"/>
              <a:ext cx="320" cy="461"/>
            </a:xfrm>
            <a:custGeom>
              <a:avLst/>
              <a:gdLst>
                <a:gd name="T0" fmla="*/ 4 w 135"/>
                <a:gd name="T1" fmla="*/ 28 h 194"/>
                <a:gd name="T2" fmla="*/ 49 w 135"/>
                <a:gd name="T3" fmla="*/ 109 h 194"/>
                <a:gd name="T4" fmla="*/ 96 w 135"/>
                <a:gd name="T5" fmla="*/ 182 h 194"/>
                <a:gd name="T6" fmla="*/ 126 w 135"/>
                <a:gd name="T7" fmla="*/ 194 h 194"/>
                <a:gd name="T8" fmla="*/ 108 w 135"/>
                <a:gd name="T9" fmla="*/ 108 h 194"/>
                <a:gd name="T10" fmla="*/ 57 w 135"/>
                <a:gd name="T11" fmla="*/ 0 h 194"/>
                <a:gd name="T12" fmla="*/ 4 w 135"/>
                <a:gd name="T13" fmla="*/ 28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5" h="194">
                  <a:moveTo>
                    <a:pt x="4" y="28"/>
                  </a:moveTo>
                  <a:cubicBezTo>
                    <a:pt x="0" y="83"/>
                    <a:pt x="39" y="90"/>
                    <a:pt x="49" y="109"/>
                  </a:cubicBezTo>
                  <a:cubicBezTo>
                    <a:pt x="60" y="128"/>
                    <a:pt x="91" y="177"/>
                    <a:pt x="96" y="182"/>
                  </a:cubicBezTo>
                  <a:cubicBezTo>
                    <a:pt x="100" y="187"/>
                    <a:pt x="126" y="194"/>
                    <a:pt x="126" y="194"/>
                  </a:cubicBezTo>
                  <a:cubicBezTo>
                    <a:pt x="126" y="194"/>
                    <a:pt x="135" y="172"/>
                    <a:pt x="108" y="108"/>
                  </a:cubicBezTo>
                  <a:cubicBezTo>
                    <a:pt x="82" y="43"/>
                    <a:pt x="57" y="0"/>
                    <a:pt x="57" y="0"/>
                  </a:cubicBezTo>
                  <a:lnTo>
                    <a:pt x="4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4" name="Freeform 44"/>
            <p:cNvSpPr>
              <a:spLocks/>
            </p:cNvSpPr>
            <p:nvPr/>
          </p:nvSpPr>
          <p:spPr bwMode="auto">
            <a:xfrm>
              <a:off x="1359" y="1562"/>
              <a:ext cx="218" cy="358"/>
            </a:xfrm>
            <a:custGeom>
              <a:avLst/>
              <a:gdLst>
                <a:gd name="T0" fmla="*/ 92 w 92"/>
                <a:gd name="T1" fmla="*/ 151 h 151"/>
                <a:gd name="T2" fmla="*/ 88 w 92"/>
                <a:gd name="T3" fmla="*/ 150 h 151"/>
                <a:gd name="T4" fmla="*/ 44 w 92"/>
                <a:gd name="T5" fmla="*/ 80 h 151"/>
                <a:gd name="T6" fmla="*/ 25 w 92"/>
                <a:gd name="T7" fmla="*/ 60 h 151"/>
                <a:gd name="T8" fmla="*/ 0 w 92"/>
                <a:gd name="T9" fmla="*/ 17 h 151"/>
                <a:gd name="T10" fmla="*/ 31 w 92"/>
                <a:gd name="T11" fmla="*/ 0 h 151"/>
                <a:gd name="T12" fmla="*/ 75 w 92"/>
                <a:gd name="T13" fmla="*/ 93 h 151"/>
                <a:gd name="T14" fmla="*/ 92 w 92"/>
                <a:gd name="T15" fmla="*/ 151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2" h="151">
                  <a:moveTo>
                    <a:pt x="92" y="151"/>
                  </a:moveTo>
                  <a:cubicBezTo>
                    <a:pt x="90" y="151"/>
                    <a:pt x="89" y="150"/>
                    <a:pt x="88" y="150"/>
                  </a:cubicBezTo>
                  <a:cubicBezTo>
                    <a:pt x="82" y="141"/>
                    <a:pt x="54" y="97"/>
                    <a:pt x="44" y="80"/>
                  </a:cubicBezTo>
                  <a:cubicBezTo>
                    <a:pt x="39" y="72"/>
                    <a:pt x="32" y="66"/>
                    <a:pt x="25" y="60"/>
                  </a:cubicBezTo>
                  <a:cubicBezTo>
                    <a:pt x="13" y="50"/>
                    <a:pt x="1" y="41"/>
                    <a:pt x="0" y="17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41" y="18"/>
                    <a:pt x="57" y="51"/>
                    <a:pt x="75" y="93"/>
                  </a:cubicBezTo>
                  <a:cubicBezTo>
                    <a:pt x="86" y="121"/>
                    <a:pt x="90" y="139"/>
                    <a:pt x="92" y="151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5" name="Freeform 45"/>
            <p:cNvSpPr>
              <a:spLocks/>
            </p:cNvSpPr>
            <p:nvPr/>
          </p:nvSpPr>
          <p:spPr bwMode="auto">
            <a:xfrm>
              <a:off x="1416" y="1436"/>
              <a:ext cx="508" cy="408"/>
            </a:xfrm>
            <a:custGeom>
              <a:avLst/>
              <a:gdLst>
                <a:gd name="T0" fmla="*/ 0 w 214"/>
                <a:gd name="T1" fmla="*/ 41 h 172"/>
                <a:gd name="T2" fmla="*/ 23 w 214"/>
                <a:gd name="T3" fmla="*/ 102 h 172"/>
                <a:gd name="T4" fmla="*/ 141 w 214"/>
                <a:gd name="T5" fmla="*/ 150 h 172"/>
                <a:gd name="T6" fmla="*/ 204 w 214"/>
                <a:gd name="T7" fmla="*/ 68 h 172"/>
                <a:gd name="T8" fmla="*/ 0 w 214"/>
                <a:gd name="T9" fmla="*/ 41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172">
                  <a:moveTo>
                    <a:pt x="0" y="41"/>
                  </a:moveTo>
                  <a:cubicBezTo>
                    <a:pt x="9" y="85"/>
                    <a:pt x="15" y="89"/>
                    <a:pt x="23" y="102"/>
                  </a:cubicBezTo>
                  <a:cubicBezTo>
                    <a:pt x="30" y="115"/>
                    <a:pt x="84" y="172"/>
                    <a:pt x="141" y="150"/>
                  </a:cubicBezTo>
                  <a:cubicBezTo>
                    <a:pt x="199" y="127"/>
                    <a:pt x="214" y="96"/>
                    <a:pt x="204" y="68"/>
                  </a:cubicBezTo>
                  <a:cubicBezTo>
                    <a:pt x="193" y="41"/>
                    <a:pt x="80" y="0"/>
                    <a:pt x="0" y="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6" name="Freeform 46"/>
            <p:cNvSpPr>
              <a:spLocks/>
            </p:cNvSpPr>
            <p:nvPr/>
          </p:nvSpPr>
          <p:spPr bwMode="auto">
            <a:xfrm>
              <a:off x="1458" y="1531"/>
              <a:ext cx="395" cy="235"/>
            </a:xfrm>
            <a:custGeom>
              <a:avLst/>
              <a:gdLst>
                <a:gd name="T0" fmla="*/ 25 w 166"/>
                <a:gd name="T1" fmla="*/ 10 h 99"/>
                <a:gd name="T2" fmla="*/ 46 w 166"/>
                <a:gd name="T3" fmla="*/ 0 h 99"/>
                <a:gd name="T4" fmla="*/ 0 w 166"/>
                <a:gd name="T5" fmla="*/ 10 h 99"/>
                <a:gd name="T6" fmla="*/ 15 w 166"/>
                <a:gd name="T7" fmla="*/ 48 h 99"/>
                <a:gd name="T8" fmla="*/ 19 w 166"/>
                <a:gd name="T9" fmla="*/ 54 h 99"/>
                <a:gd name="T10" fmla="*/ 96 w 166"/>
                <a:gd name="T11" fmla="*/ 99 h 99"/>
                <a:gd name="T12" fmla="*/ 96 w 166"/>
                <a:gd name="T13" fmla="*/ 99 h 99"/>
                <a:gd name="T14" fmla="*/ 118 w 166"/>
                <a:gd name="T15" fmla="*/ 95 h 99"/>
                <a:gd name="T16" fmla="*/ 166 w 166"/>
                <a:gd name="T17" fmla="*/ 63 h 99"/>
                <a:gd name="T18" fmla="*/ 25 w 166"/>
                <a:gd name="T19" fmla="*/ 1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6" h="99">
                  <a:moveTo>
                    <a:pt x="25" y="10"/>
                  </a:moveTo>
                  <a:cubicBezTo>
                    <a:pt x="25" y="10"/>
                    <a:pt x="33" y="6"/>
                    <a:pt x="46" y="0"/>
                  </a:cubicBezTo>
                  <a:cubicBezTo>
                    <a:pt x="29" y="1"/>
                    <a:pt x="14" y="4"/>
                    <a:pt x="0" y="10"/>
                  </a:cubicBezTo>
                  <a:cubicBezTo>
                    <a:pt x="6" y="34"/>
                    <a:pt x="10" y="40"/>
                    <a:pt x="15" y="48"/>
                  </a:cubicBezTo>
                  <a:cubicBezTo>
                    <a:pt x="16" y="50"/>
                    <a:pt x="17" y="52"/>
                    <a:pt x="19" y="54"/>
                  </a:cubicBezTo>
                  <a:cubicBezTo>
                    <a:pt x="23" y="62"/>
                    <a:pt x="58" y="99"/>
                    <a:pt x="96" y="99"/>
                  </a:cubicBezTo>
                  <a:cubicBezTo>
                    <a:pt x="96" y="99"/>
                    <a:pt x="96" y="99"/>
                    <a:pt x="96" y="99"/>
                  </a:cubicBezTo>
                  <a:cubicBezTo>
                    <a:pt x="104" y="99"/>
                    <a:pt x="111" y="97"/>
                    <a:pt x="118" y="95"/>
                  </a:cubicBezTo>
                  <a:cubicBezTo>
                    <a:pt x="141" y="86"/>
                    <a:pt x="157" y="75"/>
                    <a:pt x="166" y="63"/>
                  </a:cubicBezTo>
                  <a:cubicBezTo>
                    <a:pt x="76" y="94"/>
                    <a:pt x="39" y="67"/>
                    <a:pt x="25" y="1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7" name="Freeform 47"/>
            <p:cNvSpPr>
              <a:spLocks/>
            </p:cNvSpPr>
            <p:nvPr/>
          </p:nvSpPr>
          <p:spPr bwMode="auto">
            <a:xfrm>
              <a:off x="1518" y="1531"/>
              <a:ext cx="356" cy="223"/>
            </a:xfrm>
            <a:custGeom>
              <a:avLst/>
              <a:gdLst>
                <a:gd name="T0" fmla="*/ 146 w 150"/>
                <a:gd name="T1" fmla="*/ 34 h 94"/>
                <a:gd name="T2" fmla="*/ 35 w 150"/>
                <a:gd name="T3" fmla="*/ 0 h 94"/>
                <a:gd name="T4" fmla="*/ 21 w 150"/>
                <a:gd name="T5" fmla="*/ 0 h 94"/>
                <a:gd name="T6" fmla="*/ 0 w 150"/>
                <a:gd name="T7" fmla="*/ 10 h 94"/>
                <a:gd name="T8" fmla="*/ 141 w 150"/>
                <a:gd name="T9" fmla="*/ 63 h 94"/>
                <a:gd name="T10" fmla="*/ 146 w 150"/>
                <a:gd name="T11" fmla="*/ 3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0" h="94">
                  <a:moveTo>
                    <a:pt x="146" y="34"/>
                  </a:moveTo>
                  <a:cubicBezTo>
                    <a:pt x="141" y="24"/>
                    <a:pt x="93" y="0"/>
                    <a:pt x="35" y="0"/>
                  </a:cubicBezTo>
                  <a:cubicBezTo>
                    <a:pt x="30" y="0"/>
                    <a:pt x="25" y="0"/>
                    <a:pt x="21" y="0"/>
                  </a:cubicBezTo>
                  <a:cubicBezTo>
                    <a:pt x="8" y="6"/>
                    <a:pt x="0" y="10"/>
                    <a:pt x="0" y="10"/>
                  </a:cubicBezTo>
                  <a:cubicBezTo>
                    <a:pt x="14" y="67"/>
                    <a:pt x="51" y="94"/>
                    <a:pt x="141" y="63"/>
                  </a:cubicBezTo>
                  <a:cubicBezTo>
                    <a:pt x="148" y="53"/>
                    <a:pt x="150" y="44"/>
                    <a:pt x="146" y="34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8" name="Freeform 48"/>
            <p:cNvSpPr>
              <a:spLocks/>
            </p:cNvSpPr>
            <p:nvPr/>
          </p:nvSpPr>
          <p:spPr bwMode="auto">
            <a:xfrm>
              <a:off x="689" y="753"/>
              <a:ext cx="1401" cy="923"/>
            </a:xfrm>
            <a:custGeom>
              <a:avLst/>
              <a:gdLst>
                <a:gd name="T0" fmla="*/ 120 w 590"/>
                <a:gd name="T1" fmla="*/ 282 h 388"/>
                <a:gd name="T2" fmla="*/ 139 w 590"/>
                <a:gd name="T3" fmla="*/ 336 h 388"/>
                <a:gd name="T4" fmla="*/ 241 w 590"/>
                <a:gd name="T5" fmla="*/ 371 h 388"/>
                <a:gd name="T6" fmla="*/ 419 w 590"/>
                <a:gd name="T7" fmla="*/ 364 h 388"/>
                <a:gd name="T8" fmla="*/ 573 w 590"/>
                <a:gd name="T9" fmla="*/ 338 h 388"/>
                <a:gd name="T10" fmla="*/ 581 w 590"/>
                <a:gd name="T11" fmla="*/ 243 h 388"/>
                <a:gd name="T12" fmla="*/ 560 w 590"/>
                <a:gd name="T13" fmla="*/ 183 h 388"/>
                <a:gd name="T14" fmla="*/ 530 w 590"/>
                <a:gd name="T15" fmla="*/ 151 h 388"/>
                <a:gd name="T16" fmla="*/ 493 w 590"/>
                <a:gd name="T17" fmla="*/ 94 h 388"/>
                <a:gd name="T18" fmla="*/ 396 w 590"/>
                <a:gd name="T19" fmla="*/ 28 h 388"/>
                <a:gd name="T20" fmla="*/ 309 w 590"/>
                <a:gd name="T21" fmla="*/ 12 h 388"/>
                <a:gd name="T22" fmla="*/ 210 w 590"/>
                <a:gd name="T23" fmla="*/ 18 h 388"/>
                <a:gd name="T24" fmla="*/ 108 w 590"/>
                <a:gd name="T25" fmla="*/ 47 h 388"/>
                <a:gd name="T26" fmla="*/ 51 w 590"/>
                <a:gd name="T27" fmla="*/ 100 h 388"/>
                <a:gd name="T28" fmla="*/ 19 w 590"/>
                <a:gd name="T29" fmla="*/ 174 h 388"/>
                <a:gd name="T30" fmla="*/ 38 w 590"/>
                <a:gd name="T31" fmla="*/ 228 h 388"/>
                <a:gd name="T32" fmla="*/ 120 w 590"/>
                <a:gd name="T33" fmla="*/ 282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90" h="388">
                  <a:moveTo>
                    <a:pt x="120" y="282"/>
                  </a:moveTo>
                  <a:cubicBezTo>
                    <a:pt x="124" y="314"/>
                    <a:pt x="121" y="316"/>
                    <a:pt x="139" y="336"/>
                  </a:cubicBezTo>
                  <a:cubicBezTo>
                    <a:pt x="157" y="356"/>
                    <a:pt x="203" y="379"/>
                    <a:pt x="241" y="371"/>
                  </a:cubicBezTo>
                  <a:cubicBezTo>
                    <a:pt x="279" y="362"/>
                    <a:pt x="367" y="341"/>
                    <a:pt x="419" y="364"/>
                  </a:cubicBezTo>
                  <a:cubicBezTo>
                    <a:pt x="472" y="388"/>
                    <a:pt x="559" y="373"/>
                    <a:pt x="573" y="338"/>
                  </a:cubicBezTo>
                  <a:cubicBezTo>
                    <a:pt x="586" y="303"/>
                    <a:pt x="590" y="257"/>
                    <a:pt x="581" y="243"/>
                  </a:cubicBezTo>
                  <a:cubicBezTo>
                    <a:pt x="573" y="228"/>
                    <a:pt x="583" y="201"/>
                    <a:pt x="560" y="183"/>
                  </a:cubicBezTo>
                  <a:cubicBezTo>
                    <a:pt x="537" y="165"/>
                    <a:pt x="545" y="160"/>
                    <a:pt x="530" y="151"/>
                  </a:cubicBezTo>
                  <a:cubicBezTo>
                    <a:pt x="515" y="141"/>
                    <a:pt x="533" y="104"/>
                    <a:pt x="493" y="94"/>
                  </a:cubicBezTo>
                  <a:cubicBezTo>
                    <a:pt x="453" y="85"/>
                    <a:pt x="440" y="30"/>
                    <a:pt x="396" y="28"/>
                  </a:cubicBezTo>
                  <a:cubicBezTo>
                    <a:pt x="351" y="26"/>
                    <a:pt x="343" y="5"/>
                    <a:pt x="309" y="12"/>
                  </a:cubicBezTo>
                  <a:cubicBezTo>
                    <a:pt x="275" y="19"/>
                    <a:pt x="258" y="0"/>
                    <a:pt x="210" y="18"/>
                  </a:cubicBezTo>
                  <a:cubicBezTo>
                    <a:pt x="161" y="36"/>
                    <a:pt x="146" y="17"/>
                    <a:pt x="108" y="47"/>
                  </a:cubicBezTo>
                  <a:cubicBezTo>
                    <a:pt x="72" y="75"/>
                    <a:pt x="70" y="96"/>
                    <a:pt x="51" y="100"/>
                  </a:cubicBezTo>
                  <a:cubicBezTo>
                    <a:pt x="32" y="104"/>
                    <a:pt x="0" y="143"/>
                    <a:pt x="19" y="174"/>
                  </a:cubicBezTo>
                  <a:cubicBezTo>
                    <a:pt x="6" y="207"/>
                    <a:pt x="38" y="228"/>
                    <a:pt x="38" y="228"/>
                  </a:cubicBezTo>
                  <a:cubicBezTo>
                    <a:pt x="38" y="228"/>
                    <a:pt x="47" y="303"/>
                    <a:pt x="120" y="28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9" name="Freeform 49"/>
            <p:cNvSpPr>
              <a:spLocks/>
            </p:cNvSpPr>
            <p:nvPr/>
          </p:nvSpPr>
          <p:spPr bwMode="auto">
            <a:xfrm>
              <a:off x="751" y="815"/>
              <a:ext cx="1296" cy="794"/>
            </a:xfrm>
            <a:custGeom>
              <a:avLst/>
              <a:gdLst>
                <a:gd name="T0" fmla="*/ 453 w 546"/>
                <a:gd name="T1" fmla="*/ 334 h 334"/>
                <a:gd name="T2" fmla="*/ 400 w 546"/>
                <a:gd name="T3" fmla="*/ 324 h 334"/>
                <a:gd name="T4" fmla="*/ 332 w 546"/>
                <a:gd name="T5" fmla="*/ 312 h 334"/>
                <a:gd name="T6" fmla="*/ 219 w 546"/>
                <a:gd name="T7" fmla="*/ 328 h 334"/>
                <a:gd name="T8" fmla="*/ 212 w 546"/>
                <a:gd name="T9" fmla="*/ 329 h 334"/>
                <a:gd name="T10" fmla="*/ 198 w 546"/>
                <a:gd name="T11" fmla="*/ 331 h 334"/>
                <a:gd name="T12" fmla="*/ 125 w 546"/>
                <a:gd name="T13" fmla="*/ 299 h 334"/>
                <a:gd name="T14" fmla="*/ 111 w 546"/>
                <a:gd name="T15" fmla="*/ 268 h 334"/>
                <a:gd name="T16" fmla="*/ 110 w 546"/>
                <a:gd name="T17" fmla="*/ 254 h 334"/>
                <a:gd name="T18" fmla="*/ 107 w 546"/>
                <a:gd name="T19" fmla="*/ 235 h 334"/>
                <a:gd name="T20" fmla="*/ 89 w 546"/>
                <a:gd name="T21" fmla="*/ 240 h 334"/>
                <a:gd name="T22" fmla="*/ 69 w 546"/>
                <a:gd name="T23" fmla="*/ 244 h 334"/>
                <a:gd name="T24" fmla="*/ 69 w 546"/>
                <a:gd name="T25" fmla="*/ 244 h 334"/>
                <a:gd name="T26" fmla="*/ 28 w 546"/>
                <a:gd name="T27" fmla="*/ 200 h 334"/>
                <a:gd name="T28" fmla="*/ 27 w 546"/>
                <a:gd name="T29" fmla="*/ 193 h 334"/>
                <a:gd name="T30" fmla="*/ 21 w 546"/>
                <a:gd name="T31" fmla="*/ 189 h 334"/>
                <a:gd name="T32" fmla="*/ 8 w 546"/>
                <a:gd name="T33" fmla="*/ 154 h 334"/>
                <a:gd name="T34" fmla="*/ 11 w 546"/>
                <a:gd name="T35" fmla="*/ 146 h 334"/>
                <a:gd name="T36" fmla="*/ 7 w 546"/>
                <a:gd name="T37" fmla="*/ 139 h 334"/>
                <a:gd name="T38" fmla="*/ 6 w 546"/>
                <a:gd name="T39" fmla="*/ 114 h 334"/>
                <a:gd name="T40" fmla="*/ 28 w 546"/>
                <a:gd name="T41" fmla="*/ 89 h 334"/>
                <a:gd name="T42" fmla="*/ 61 w 546"/>
                <a:gd name="T43" fmla="*/ 65 h 334"/>
                <a:gd name="T44" fmla="*/ 92 w 546"/>
                <a:gd name="T45" fmla="*/ 33 h 334"/>
                <a:gd name="T46" fmla="*/ 137 w 546"/>
                <a:gd name="T47" fmla="*/ 18 h 334"/>
                <a:gd name="T48" fmla="*/ 189 w 546"/>
                <a:gd name="T49" fmla="*/ 7 h 334"/>
                <a:gd name="T50" fmla="*/ 225 w 546"/>
                <a:gd name="T51" fmla="*/ 0 h 334"/>
                <a:gd name="T52" fmla="*/ 245 w 546"/>
                <a:gd name="T53" fmla="*/ 2 h 334"/>
                <a:gd name="T54" fmla="*/ 266 w 546"/>
                <a:gd name="T55" fmla="*/ 4 h 334"/>
                <a:gd name="T56" fmla="*/ 287 w 546"/>
                <a:gd name="T57" fmla="*/ 2 h 334"/>
                <a:gd name="T58" fmla="*/ 297 w 546"/>
                <a:gd name="T59" fmla="*/ 0 h 334"/>
                <a:gd name="T60" fmla="*/ 319 w 546"/>
                <a:gd name="T61" fmla="*/ 6 h 334"/>
                <a:gd name="T62" fmla="*/ 369 w 546"/>
                <a:gd name="T63" fmla="*/ 18 h 334"/>
                <a:gd name="T64" fmla="*/ 411 w 546"/>
                <a:gd name="T65" fmla="*/ 46 h 334"/>
                <a:gd name="T66" fmla="*/ 464 w 546"/>
                <a:gd name="T67" fmla="*/ 84 h 334"/>
                <a:gd name="T68" fmla="*/ 481 w 546"/>
                <a:gd name="T69" fmla="*/ 108 h 334"/>
                <a:gd name="T70" fmla="*/ 496 w 546"/>
                <a:gd name="T71" fmla="*/ 138 h 334"/>
                <a:gd name="T72" fmla="*/ 501 w 546"/>
                <a:gd name="T73" fmla="*/ 144 h 334"/>
                <a:gd name="T74" fmla="*/ 524 w 546"/>
                <a:gd name="T75" fmla="*/ 170 h 334"/>
                <a:gd name="T76" fmla="*/ 535 w 546"/>
                <a:gd name="T77" fmla="*/ 198 h 334"/>
                <a:gd name="T78" fmla="*/ 541 w 546"/>
                <a:gd name="T79" fmla="*/ 225 h 334"/>
                <a:gd name="T80" fmla="*/ 532 w 546"/>
                <a:gd name="T81" fmla="*/ 306 h 334"/>
                <a:gd name="T82" fmla="*/ 453 w 546"/>
                <a:gd name="T83" fmla="*/ 334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46" h="334">
                  <a:moveTo>
                    <a:pt x="453" y="334"/>
                  </a:moveTo>
                  <a:cubicBezTo>
                    <a:pt x="433" y="334"/>
                    <a:pt x="414" y="330"/>
                    <a:pt x="400" y="324"/>
                  </a:cubicBezTo>
                  <a:cubicBezTo>
                    <a:pt x="382" y="316"/>
                    <a:pt x="359" y="312"/>
                    <a:pt x="332" y="312"/>
                  </a:cubicBezTo>
                  <a:cubicBezTo>
                    <a:pt x="290" y="312"/>
                    <a:pt x="245" y="322"/>
                    <a:pt x="219" y="328"/>
                  </a:cubicBezTo>
                  <a:cubicBezTo>
                    <a:pt x="212" y="329"/>
                    <a:pt x="212" y="329"/>
                    <a:pt x="212" y="329"/>
                  </a:cubicBezTo>
                  <a:cubicBezTo>
                    <a:pt x="208" y="330"/>
                    <a:pt x="203" y="331"/>
                    <a:pt x="198" y="331"/>
                  </a:cubicBezTo>
                  <a:cubicBezTo>
                    <a:pt x="170" y="331"/>
                    <a:pt x="138" y="314"/>
                    <a:pt x="125" y="299"/>
                  </a:cubicBezTo>
                  <a:cubicBezTo>
                    <a:pt x="113" y="286"/>
                    <a:pt x="113" y="286"/>
                    <a:pt x="111" y="268"/>
                  </a:cubicBezTo>
                  <a:cubicBezTo>
                    <a:pt x="111" y="264"/>
                    <a:pt x="110" y="259"/>
                    <a:pt x="110" y="254"/>
                  </a:cubicBezTo>
                  <a:cubicBezTo>
                    <a:pt x="107" y="235"/>
                    <a:pt x="107" y="235"/>
                    <a:pt x="107" y="235"/>
                  </a:cubicBezTo>
                  <a:cubicBezTo>
                    <a:pt x="89" y="240"/>
                    <a:pt x="89" y="240"/>
                    <a:pt x="89" y="240"/>
                  </a:cubicBezTo>
                  <a:cubicBezTo>
                    <a:pt x="82" y="243"/>
                    <a:pt x="75" y="244"/>
                    <a:pt x="69" y="244"/>
                  </a:cubicBezTo>
                  <a:cubicBezTo>
                    <a:pt x="69" y="244"/>
                    <a:pt x="69" y="244"/>
                    <a:pt x="69" y="244"/>
                  </a:cubicBezTo>
                  <a:cubicBezTo>
                    <a:pt x="33" y="244"/>
                    <a:pt x="28" y="202"/>
                    <a:pt x="28" y="200"/>
                  </a:cubicBezTo>
                  <a:cubicBezTo>
                    <a:pt x="27" y="193"/>
                    <a:pt x="27" y="193"/>
                    <a:pt x="27" y="193"/>
                  </a:cubicBezTo>
                  <a:cubicBezTo>
                    <a:pt x="21" y="189"/>
                    <a:pt x="21" y="189"/>
                    <a:pt x="21" y="189"/>
                  </a:cubicBezTo>
                  <a:cubicBezTo>
                    <a:pt x="19" y="187"/>
                    <a:pt x="0" y="174"/>
                    <a:pt x="8" y="154"/>
                  </a:cubicBezTo>
                  <a:cubicBezTo>
                    <a:pt x="11" y="146"/>
                    <a:pt x="11" y="146"/>
                    <a:pt x="11" y="146"/>
                  </a:cubicBezTo>
                  <a:cubicBezTo>
                    <a:pt x="7" y="139"/>
                    <a:pt x="7" y="139"/>
                    <a:pt x="7" y="139"/>
                  </a:cubicBezTo>
                  <a:cubicBezTo>
                    <a:pt x="2" y="132"/>
                    <a:pt x="2" y="124"/>
                    <a:pt x="6" y="114"/>
                  </a:cubicBezTo>
                  <a:cubicBezTo>
                    <a:pt x="12" y="100"/>
                    <a:pt x="24" y="90"/>
                    <a:pt x="28" y="89"/>
                  </a:cubicBezTo>
                  <a:cubicBezTo>
                    <a:pt x="44" y="86"/>
                    <a:pt x="52" y="76"/>
                    <a:pt x="61" y="65"/>
                  </a:cubicBezTo>
                  <a:cubicBezTo>
                    <a:pt x="67" y="56"/>
                    <a:pt x="76" y="46"/>
                    <a:pt x="92" y="33"/>
                  </a:cubicBezTo>
                  <a:cubicBezTo>
                    <a:pt x="110" y="19"/>
                    <a:pt x="120" y="19"/>
                    <a:pt x="137" y="18"/>
                  </a:cubicBezTo>
                  <a:cubicBezTo>
                    <a:pt x="150" y="17"/>
                    <a:pt x="166" y="16"/>
                    <a:pt x="189" y="7"/>
                  </a:cubicBezTo>
                  <a:cubicBezTo>
                    <a:pt x="202" y="2"/>
                    <a:pt x="213" y="0"/>
                    <a:pt x="225" y="0"/>
                  </a:cubicBezTo>
                  <a:cubicBezTo>
                    <a:pt x="232" y="0"/>
                    <a:pt x="238" y="1"/>
                    <a:pt x="245" y="2"/>
                  </a:cubicBezTo>
                  <a:cubicBezTo>
                    <a:pt x="251" y="3"/>
                    <a:pt x="258" y="4"/>
                    <a:pt x="266" y="4"/>
                  </a:cubicBezTo>
                  <a:cubicBezTo>
                    <a:pt x="273" y="4"/>
                    <a:pt x="280" y="3"/>
                    <a:pt x="287" y="2"/>
                  </a:cubicBezTo>
                  <a:cubicBezTo>
                    <a:pt x="290" y="1"/>
                    <a:pt x="294" y="0"/>
                    <a:pt x="297" y="0"/>
                  </a:cubicBezTo>
                  <a:cubicBezTo>
                    <a:pt x="304" y="0"/>
                    <a:pt x="311" y="3"/>
                    <a:pt x="319" y="6"/>
                  </a:cubicBezTo>
                  <a:cubicBezTo>
                    <a:pt x="331" y="11"/>
                    <a:pt x="346" y="17"/>
                    <a:pt x="369" y="18"/>
                  </a:cubicBezTo>
                  <a:cubicBezTo>
                    <a:pt x="386" y="19"/>
                    <a:pt x="398" y="31"/>
                    <a:pt x="411" y="46"/>
                  </a:cubicBezTo>
                  <a:cubicBezTo>
                    <a:pt x="425" y="61"/>
                    <a:pt x="440" y="78"/>
                    <a:pt x="464" y="84"/>
                  </a:cubicBezTo>
                  <a:cubicBezTo>
                    <a:pt x="478" y="87"/>
                    <a:pt x="479" y="93"/>
                    <a:pt x="481" y="108"/>
                  </a:cubicBezTo>
                  <a:cubicBezTo>
                    <a:pt x="482" y="118"/>
                    <a:pt x="484" y="130"/>
                    <a:pt x="496" y="138"/>
                  </a:cubicBezTo>
                  <a:cubicBezTo>
                    <a:pt x="499" y="140"/>
                    <a:pt x="499" y="141"/>
                    <a:pt x="501" y="144"/>
                  </a:cubicBezTo>
                  <a:cubicBezTo>
                    <a:pt x="505" y="152"/>
                    <a:pt x="510" y="159"/>
                    <a:pt x="524" y="170"/>
                  </a:cubicBezTo>
                  <a:cubicBezTo>
                    <a:pt x="533" y="177"/>
                    <a:pt x="534" y="185"/>
                    <a:pt x="535" y="198"/>
                  </a:cubicBezTo>
                  <a:cubicBezTo>
                    <a:pt x="536" y="207"/>
                    <a:pt x="536" y="216"/>
                    <a:pt x="541" y="225"/>
                  </a:cubicBezTo>
                  <a:cubicBezTo>
                    <a:pt x="546" y="233"/>
                    <a:pt x="545" y="272"/>
                    <a:pt x="532" y="306"/>
                  </a:cubicBezTo>
                  <a:cubicBezTo>
                    <a:pt x="526" y="319"/>
                    <a:pt x="494" y="334"/>
                    <a:pt x="453" y="334"/>
                  </a:cubicBezTo>
                  <a:close/>
                </a:path>
              </a:pathLst>
            </a:custGeom>
            <a:solidFill>
              <a:srgbClr val="DBA9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0" name="Freeform 50"/>
            <p:cNvSpPr>
              <a:spLocks/>
            </p:cNvSpPr>
            <p:nvPr/>
          </p:nvSpPr>
          <p:spPr bwMode="auto">
            <a:xfrm>
              <a:off x="798" y="844"/>
              <a:ext cx="1199" cy="734"/>
            </a:xfrm>
            <a:custGeom>
              <a:avLst/>
              <a:gdLst>
                <a:gd name="T0" fmla="*/ 419 w 505"/>
                <a:gd name="T1" fmla="*/ 309 h 309"/>
                <a:gd name="T2" fmla="*/ 370 w 505"/>
                <a:gd name="T3" fmla="*/ 300 h 309"/>
                <a:gd name="T4" fmla="*/ 307 w 505"/>
                <a:gd name="T5" fmla="*/ 288 h 309"/>
                <a:gd name="T6" fmla="*/ 202 w 505"/>
                <a:gd name="T7" fmla="*/ 303 h 309"/>
                <a:gd name="T8" fmla="*/ 196 w 505"/>
                <a:gd name="T9" fmla="*/ 305 h 309"/>
                <a:gd name="T10" fmla="*/ 183 w 505"/>
                <a:gd name="T11" fmla="*/ 306 h 309"/>
                <a:gd name="T12" fmla="*/ 115 w 505"/>
                <a:gd name="T13" fmla="*/ 277 h 309"/>
                <a:gd name="T14" fmla="*/ 102 w 505"/>
                <a:gd name="T15" fmla="*/ 249 h 309"/>
                <a:gd name="T16" fmla="*/ 101 w 505"/>
                <a:gd name="T17" fmla="*/ 235 h 309"/>
                <a:gd name="T18" fmla="*/ 98 w 505"/>
                <a:gd name="T19" fmla="*/ 215 h 309"/>
                <a:gd name="T20" fmla="*/ 102 w 505"/>
                <a:gd name="T21" fmla="*/ 203 h 309"/>
                <a:gd name="T22" fmla="*/ 51 w 505"/>
                <a:gd name="T23" fmla="*/ 222 h 309"/>
                <a:gd name="T24" fmla="*/ 25 w 505"/>
                <a:gd name="T25" fmla="*/ 185 h 309"/>
                <a:gd name="T26" fmla="*/ 24 w 505"/>
                <a:gd name="T27" fmla="*/ 178 h 309"/>
                <a:gd name="T28" fmla="*/ 19 w 505"/>
                <a:gd name="T29" fmla="*/ 174 h 309"/>
                <a:gd name="T30" fmla="*/ 7 w 505"/>
                <a:gd name="T31" fmla="*/ 142 h 309"/>
                <a:gd name="T32" fmla="*/ 9 w 505"/>
                <a:gd name="T33" fmla="*/ 135 h 309"/>
                <a:gd name="T34" fmla="*/ 5 w 505"/>
                <a:gd name="T35" fmla="*/ 129 h 309"/>
                <a:gd name="T36" fmla="*/ 5 w 505"/>
                <a:gd name="T37" fmla="*/ 105 h 309"/>
                <a:gd name="T38" fmla="*/ 25 w 505"/>
                <a:gd name="T39" fmla="*/ 83 h 309"/>
                <a:gd name="T40" fmla="*/ 55 w 505"/>
                <a:gd name="T41" fmla="*/ 60 h 309"/>
                <a:gd name="T42" fmla="*/ 84 w 505"/>
                <a:gd name="T43" fmla="*/ 31 h 309"/>
                <a:gd name="T44" fmla="*/ 126 w 505"/>
                <a:gd name="T45" fmla="*/ 16 h 309"/>
                <a:gd name="T46" fmla="*/ 175 w 505"/>
                <a:gd name="T47" fmla="*/ 6 h 309"/>
                <a:gd name="T48" fmla="*/ 207 w 505"/>
                <a:gd name="T49" fmla="*/ 0 h 309"/>
                <a:gd name="T50" fmla="*/ 226 w 505"/>
                <a:gd name="T51" fmla="*/ 1 h 309"/>
                <a:gd name="T52" fmla="*/ 246 w 505"/>
                <a:gd name="T53" fmla="*/ 3 h 309"/>
                <a:gd name="T54" fmla="*/ 265 w 505"/>
                <a:gd name="T55" fmla="*/ 1 h 309"/>
                <a:gd name="T56" fmla="*/ 274 w 505"/>
                <a:gd name="T57" fmla="*/ 0 h 309"/>
                <a:gd name="T58" fmla="*/ 295 w 505"/>
                <a:gd name="T59" fmla="*/ 5 h 309"/>
                <a:gd name="T60" fmla="*/ 341 w 505"/>
                <a:gd name="T61" fmla="*/ 16 h 309"/>
                <a:gd name="T62" fmla="*/ 380 w 505"/>
                <a:gd name="T63" fmla="*/ 43 h 309"/>
                <a:gd name="T64" fmla="*/ 429 w 505"/>
                <a:gd name="T65" fmla="*/ 78 h 309"/>
                <a:gd name="T66" fmla="*/ 445 w 505"/>
                <a:gd name="T67" fmla="*/ 99 h 309"/>
                <a:gd name="T68" fmla="*/ 459 w 505"/>
                <a:gd name="T69" fmla="*/ 128 h 309"/>
                <a:gd name="T70" fmla="*/ 464 w 505"/>
                <a:gd name="T71" fmla="*/ 133 h 309"/>
                <a:gd name="T72" fmla="*/ 485 w 505"/>
                <a:gd name="T73" fmla="*/ 157 h 309"/>
                <a:gd name="T74" fmla="*/ 495 w 505"/>
                <a:gd name="T75" fmla="*/ 183 h 309"/>
                <a:gd name="T76" fmla="*/ 501 w 505"/>
                <a:gd name="T77" fmla="*/ 208 h 309"/>
                <a:gd name="T78" fmla="*/ 492 w 505"/>
                <a:gd name="T79" fmla="*/ 283 h 309"/>
                <a:gd name="T80" fmla="*/ 419 w 505"/>
                <a:gd name="T81" fmla="*/ 309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05" h="309">
                  <a:moveTo>
                    <a:pt x="419" y="309"/>
                  </a:moveTo>
                  <a:cubicBezTo>
                    <a:pt x="401" y="309"/>
                    <a:pt x="383" y="306"/>
                    <a:pt x="370" y="300"/>
                  </a:cubicBezTo>
                  <a:cubicBezTo>
                    <a:pt x="353" y="292"/>
                    <a:pt x="332" y="288"/>
                    <a:pt x="307" y="288"/>
                  </a:cubicBezTo>
                  <a:cubicBezTo>
                    <a:pt x="268" y="288"/>
                    <a:pt x="227" y="298"/>
                    <a:pt x="202" y="303"/>
                  </a:cubicBezTo>
                  <a:cubicBezTo>
                    <a:pt x="196" y="305"/>
                    <a:pt x="196" y="305"/>
                    <a:pt x="196" y="305"/>
                  </a:cubicBezTo>
                  <a:cubicBezTo>
                    <a:pt x="192" y="306"/>
                    <a:pt x="188" y="306"/>
                    <a:pt x="183" y="306"/>
                  </a:cubicBezTo>
                  <a:cubicBezTo>
                    <a:pt x="157" y="306"/>
                    <a:pt x="127" y="291"/>
                    <a:pt x="115" y="277"/>
                  </a:cubicBezTo>
                  <a:cubicBezTo>
                    <a:pt x="104" y="265"/>
                    <a:pt x="104" y="265"/>
                    <a:pt x="102" y="249"/>
                  </a:cubicBezTo>
                  <a:cubicBezTo>
                    <a:pt x="102" y="245"/>
                    <a:pt x="101" y="240"/>
                    <a:pt x="101" y="235"/>
                  </a:cubicBezTo>
                  <a:cubicBezTo>
                    <a:pt x="98" y="215"/>
                    <a:pt x="98" y="215"/>
                    <a:pt x="98" y="215"/>
                  </a:cubicBezTo>
                  <a:cubicBezTo>
                    <a:pt x="102" y="203"/>
                    <a:pt x="102" y="203"/>
                    <a:pt x="102" y="203"/>
                  </a:cubicBezTo>
                  <a:cubicBezTo>
                    <a:pt x="84" y="217"/>
                    <a:pt x="71" y="224"/>
                    <a:pt x="51" y="222"/>
                  </a:cubicBezTo>
                  <a:cubicBezTo>
                    <a:pt x="31" y="220"/>
                    <a:pt x="25" y="187"/>
                    <a:pt x="25" y="185"/>
                  </a:cubicBezTo>
                  <a:cubicBezTo>
                    <a:pt x="24" y="178"/>
                    <a:pt x="24" y="178"/>
                    <a:pt x="24" y="178"/>
                  </a:cubicBezTo>
                  <a:cubicBezTo>
                    <a:pt x="19" y="174"/>
                    <a:pt x="19" y="174"/>
                    <a:pt x="19" y="174"/>
                  </a:cubicBezTo>
                  <a:cubicBezTo>
                    <a:pt x="17" y="173"/>
                    <a:pt x="0" y="161"/>
                    <a:pt x="7" y="142"/>
                  </a:cubicBezTo>
                  <a:cubicBezTo>
                    <a:pt x="9" y="135"/>
                    <a:pt x="9" y="135"/>
                    <a:pt x="9" y="135"/>
                  </a:cubicBezTo>
                  <a:cubicBezTo>
                    <a:pt x="5" y="129"/>
                    <a:pt x="5" y="129"/>
                    <a:pt x="5" y="129"/>
                  </a:cubicBezTo>
                  <a:cubicBezTo>
                    <a:pt x="1" y="122"/>
                    <a:pt x="1" y="114"/>
                    <a:pt x="5" y="105"/>
                  </a:cubicBezTo>
                  <a:cubicBezTo>
                    <a:pt x="10" y="92"/>
                    <a:pt x="21" y="84"/>
                    <a:pt x="25" y="83"/>
                  </a:cubicBezTo>
                  <a:cubicBezTo>
                    <a:pt x="40" y="79"/>
                    <a:pt x="47" y="70"/>
                    <a:pt x="55" y="60"/>
                  </a:cubicBezTo>
                  <a:cubicBezTo>
                    <a:pt x="62" y="52"/>
                    <a:pt x="70" y="42"/>
                    <a:pt x="84" y="31"/>
                  </a:cubicBezTo>
                  <a:cubicBezTo>
                    <a:pt x="101" y="18"/>
                    <a:pt x="110" y="17"/>
                    <a:pt x="126" y="16"/>
                  </a:cubicBezTo>
                  <a:cubicBezTo>
                    <a:pt x="138" y="15"/>
                    <a:pt x="153" y="14"/>
                    <a:pt x="175" y="6"/>
                  </a:cubicBezTo>
                  <a:cubicBezTo>
                    <a:pt x="187" y="2"/>
                    <a:pt x="197" y="0"/>
                    <a:pt x="207" y="0"/>
                  </a:cubicBezTo>
                  <a:cubicBezTo>
                    <a:pt x="214" y="0"/>
                    <a:pt x="220" y="1"/>
                    <a:pt x="226" y="1"/>
                  </a:cubicBezTo>
                  <a:cubicBezTo>
                    <a:pt x="232" y="2"/>
                    <a:pt x="239" y="3"/>
                    <a:pt x="246" y="3"/>
                  </a:cubicBezTo>
                  <a:cubicBezTo>
                    <a:pt x="253" y="3"/>
                    <a:pt x="259" y="2"/>
                    <a:pt x="265" y="1"/>
                  </a:cubicBezTo>
                  <a:cubicBezTo>
                    <a:pt x="268" y="0"/>
                    <a:pt x="271" y="0"/>
                    <a:pt x="274" y="0"/>
                  </a:cubicBezTo>
                  <a:cubicBezTo>
                    <a:pt x="281" y="0"/>
                    <a:pt x="287" y="2"/>
                    <a:pt x="295" y="5"/>
                  </a:cubicBezTo>
                  <a:cubicBezTo>
                    <a:pt x="306" y="10"/>
                    <a:pt x="320" y="15"/>
                    <a:pt x="341" y="16"/>
                  </a:cubicBezTo>
                  <a:cubicBezTo>
                    <a:pt x="357" y="17"/>
                    <a:pt x="368" y="29"/>
                    <a:pt x="380" y="43"/>
                  </a:cubicBezTo>
                  <a:cubicBezTo>
                    <a:pt x="393" y="57"/>
                    <a:pt x="407" y="72"/>
                    <a:pt x="429" y="78"/>
                  </a:cubicBezTo>
                  <a:cubicBezTo>
                    <a:pt x="442" y="81"/>
                    <a:pt x="443" y="86"/>
                    <a:pt x="445" y="99"/>
                  </a:cubicBezTo>
                  <a:cubicBezTo>
                    <a:pt x="446" y="109"/>
                    <a:pt x="448" y="121"/>
                    <a:pt x="459" y="128"/>
                  </a:cubicBezTo>
                  <a:cubicBezTo>
                    <a:pt x="462" y="130"/>
                    <a:pt x="462" y="130"/>
                    <a:pt x="464" y="133"/>
                  </a:cubicBezTo>
                  <a:cubicBezTo>
                    <a:pt x="468" y="140"/>
                    <a:pt x="472" y="147"/>
                    <a:pt x="485" y="157"/>
                  </a:cubicBezTo>
                  <a:cubicBezTo>
                    <a:pt x="493" y="164"/>
                    <a:pt x="494" y="171"/>
                    <a:pt x="495" y="183"/>
                  </a:cubicBezTo>
                  <a:cubicBezTo>
                    <a:pt x="496" y="191"/>
                    <a:pt x="496" y="200"/>
                    <a:pt x="501" y="208"/>
                  </a:cubicBezTo>
                  <a:cubicBezTo>
                    <a:pt x="505" y="216"/>
                    <a:pt x="505" y="252"/>
                    <a:pt x="492" y="283"/>
                  </a:cubicBezTo>
                  <a:cubicBezTo>
                    <a:pt x="487" y="296"/>
                    <a:pt x="457" y="309"/>
                    <a:pt x="419" y="309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1" name="Freeform 51"/>
            <p:cNvSpPr>
              <a:spLocks/>
            </p:cNvSpPr>
            <p:nvPr/>
          </p:nvSpPr>
          <p:spPr bwMode="auto">
            <a:xfrm>
              <a:off x="929" y="863"/>
              <a:ext cx="945" cy="580"/>
            </a:xfrm>
            <a:custGeom>
              <a:avLst/>
              <a:gdLst>
                <a:gd name="T0" fmla="*/ 330 w 398"/>
                <a:gd name="T1" fmla="*/ 244 h 244"/>
                <a:gd name="T2" fmla="*/ 292 w 398"/>
                <a:gd name="T3" fmla="*/ 236 h 244"/>
                <a:gd name="T4" fmla="*/ 242 w 398"/>
                <a:gd name="T5" fmla="*/ 227 h 244"/>
                <a:gd name="T6" fmla="*/ 159 w 398"/>
                <a:gd name="T7" fmla="*/ 239 h 244"/>
                <a:gd name="T8" fmla="*/ 155 w 398"/>
                <a:gd name="T9" fmla="*/ 240 h 244"/>
                <a:gd name="T10" fmla="*/ 145 w 398"/>
                <a:gd name="T11" fmla="*/ 241 h 244"/>
                <a:gd name="T12" fmla="*/ 91 w 398"/>
                <a:gd name="T13" fmla="*/ 218 h 244"/>
                <a:gd name="T14" fmla="*/ 81 w 398"/>
                <a:gd name="T15" fmla="*/ 196 h 244"/>
                <a:gd name="T16" fmla="*/ 80 w 398"/>
                <a:gd name="T17" fmla="*/ 185 h 244"/>
                <a:gd name="T18" fmla="*/ 78 w 398"/>
                <a:gd name="T19" fmla="*/ 172 h 244"/>
                <a:gd name="T20" fmla="*/ 65 w 398"/>
                <a:gd name="T21" fmla="*/ 176 h 244"/>
                <a:gd name="T22" fmla="*/ 51 w 398"/>
                <a:gd name="T23" fmla="*/ 178 h 244"/>
                <a:gd name="T24" fmla="*/ 51 w 398"/>
                <a:gd name="T25" fmla="*/ 178 h 244"/>
                <a:gd name="T26" fmla="*/ 21 w 398"/>
                <a:gd name="T27" fmla="*/ 146 h 244"/>
                <a:gd name="T28" fmla="*/ 20 w 398"/>
                <a:gd name="T29" fmla="*/ 141 h 244"/>
                <a:gd name="T30" fmla="*/ 15 w 398"/>
                <a:gd name="T31" fmla="*/ 138 h 244"/>
                <a:gd name="T32" fmla="*/ 6 w 398"/>
                <a:gd name="T33" fmla="*/ 112 h 244"/>
                <a:gd name="T34" fmla="*/ 8 w 398"/>
                <a:gd name="T35" fmla="*/ 107 h 244"/>
                <a:gd name="T36" fmla="*/ 5 w 398"/>
                <a:gd name="T37" fmla="*/ 102 h 244"/>
                <a:gd name="T38" fmla="*/ 5 w 398"/>
                <a:gd name="T39" fmla="*/ 83 h 244"/>
                <a:gd name="T40" fmla="*/ 21 w 398"/>
                <a:gd name="T41" fmla="*/ 65 h 244"/>
                <a:gd name="T42" fmla="*/ 44 w 398"/>
                <a:gd name="T43" fmla="*/ 48 h 244"/>
                <a:gd name="T44" fmla="*/ 67 w 398"/>
                <a:gd name="T45" fmla="*/ 25 h 244"/>
                <a:gd name="T46" fmla="*/ 100 w 398"/>
                <a:gd name="T47" fmla="*/ 13 h 244"/>
                <a:gd name="T48" fmla="*/ 138 w 398"/>
                <a:gd name="T49" fmla="*/ 6 h 244"/>
                <a:gd name="T50" fmla="*/ 164 w 398"/>
                <a:gd name="T51" fmla="*/ 0 h 244"/>
                <a:gd name="T52" fmla="*/ 178 w 398"/>
                <a:gd name="T53" fmla="*/ 2 h 244"/>
                <a:gd name="T54" fmla="*/ 194 w 398"/>
                <a:gd name="T55" fmla="*/ 3 h 244"/>
                <a:gd name="T56" fmla="*/ 209 w 398"/>
                <a:gd name="T57" fmla="*/ 1 h 244"/>
                <a:gd name="T58" fmla="*/ 216 w 398"/>
                <a:gd name="T59" fmla="*/ 1 h 244"/>
                <a:gd name="T60" fmla="*/ 233 w 398"/>
                <a:gd name="T61" fmla="*/ 5 h 244"/>
                <a:gd name="T62" fmla="*/ 269 w 398"/>
                <a:gd name="T63" fmla="*/ 13 h 244"/>
                <a:gd name="T64" fmla="*/ 300 w 398"/>
                <a:gd name="T65" fmla="*/ 34 h 244"/>
                <a:gd name="T66" fmla="*/ 338 w 398"/>
                <a:gd name="T67" fmla="*/ 62 h 244"/>
                <a:gd name="T68" fmla="*/ 351 w 398"/>
                <a:gd name="T69" fmla="*/ 79 h 244"/>
                <a:gd name="T70" fmla="*/ 361 w 398"/>
                <a:gd name="T71" fmla="*/ 101 h 244"/>
                <a:gd name="T72" fmla="*/ 366 w 398"/>
                <a:gd name="T73" fmla="*/ 105 h 244"/>
                <a:gd name="T74" fmla="*/ 382 w 398"/>
                <a:gd name="T75" fmla="*/ 124 h 244"/>
                <a:gd name="T76" fmla="*/ 390 w 398"/>
                <a:gd name="T77" fmla="*/ 145 h 244"/>
                <a:gd name="T78" fmla="*/ 395 w 398"/>
                <a:gd name="T79" fmla="*/ 164 h 244"/>
                <a:gd name="T80" fmla="*/ 388 w 398"/>
                <a:gd name="T81" fmla="*/ 223 h 244"/>
                <a:gd name="T82" fmla="*/ 330 w 398"/>
                <a:gd name="T83" fmla="*/ 244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98" h="244">
                  <a:moveTo>
                    <a:pt x="330" y="244"/>
                  </a:moveTo>
                  <a:cubicBezTo>
                    <a:pt x="316" y="244"/>
                    <a:pt x="302" y="241"/>
                    <a:pt x="292" y="236"/>
                  </a:cubicBezTo>
                  <a:cubicBezTo>
                    <a:pt x="278" y="230"/>
                    <a:pt x="262" y="227"/>
                    <a:pt x="242" y="227"/>
                  </a:cubicBezTo>
                  <a:cubicBezTo>
                    <a:pt x="211" y="227"/>
                    <a:pt x="179" y="235"/>
                    <a:pt x="159" y="239"/>
                  </a:cubicBezTo>
                  <a:cubicBezTo>
                    <a:pt x="155" y="240"/>
                    <a:pt x="155" y="240"/>
                    <a:pt x="155" y="240"/>
                  </a:cubicBezTo>
                  <a:cubicBezTo>
                    <a:pt x="152" y="241"/>
                    <a:pt x="148" y="241"/>
                    <a:pt x="145" y="241"/>
                  </a:cubicBezTo>
                  <a:cubicBezTo>
                    <a:pt x="124" y="241"/>
                    <a:pt x="101" y="229"/>
                    <a:pt x="91" y="218"/>
                  </a:cubicBezTo>
                  <a:cubicBezTo>
                    <a:pt x="83" y="209"/>
                    <a:pt x="83" y="209"/>
                    <a:pt x="81" y="196"/>
                  </a:cubicBezTo>
                  <a:cubicBezTo>
                    <a:pt x="81" y="193"/>
                    <a:pt x="81" y="189"/>
                    <a:pt x="80" y="185"/>
                  </a:cubicBezTo>
                  <a:cubicBezTo>
                    <a:pt x="78" y="172"/>
                    <a:pt x="78" y="172"/>
                    <a:pt x="78" y="172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0" y="177"/>
                    <a:pt x="55" y="178"/>
                    <a:pt x="51" y="178"/>
                  </a:cubicBezTo>
                  <a:cubicBezTo>
                    <a:pt x="51" y="178"/>
                    <a:pt x="51" y="178"/>
                    <a:pt x="51" y="178"/>
                  </a:cubicBezTo>
                  <a:cubicBezTo>
                    <a:pt x="24" y="178"/>
                    <a:pt x="21" y="147"/>
                    <a:pt x="21" y="146"/>
                  </a:cubicBezTo>
                  <a:cubicBezTo>
                    <a:pt x="20" y="141"/>
                    <a:pt x="20" y="141"/>
                    <a:pt x="20" y="141"/>
                  </a:cubicBezTo>
                  <a:cubicBezTo>
                    <a:pt x="15" y="138"/>
                    <a:pt x="15" y="138"/>
                    <a:pt x="15" y="138"/>
                  </a:cubicBezTo>
                  <a:cubicBezTo>
                    <a:pt x="14" y="137"/>
                    <a:pt x="0" y="127"/>
                    <a:pt x="6" y="112"/>
                  </a:cubicBezTo>
                  <a:cubicBezTo>
                    <a:pt x="8" y="107"/>
                    <a:pt x="8" y="107"/>
                    <a:pt x="8" y="107"/>
                  </a:cubicBezTo>
                  <a:cubicBezTo>
                    <a:pt x="5" y="102"/>
                    <a:pt x="5" y="102"/>
                    <a:pt x="5" y="102"/>
                  </a:cubicBezTo>
                  <a:cubicBezTo>
                    <a:pt x="2" y="97"/>
                    <a:pt x="2" y="90"/>
                    <a:pt x="5" y="83"/>
                  </a:cubicBezTo>
                  <a:cubicBezTo>
                    <a:pt x="9" y="73"/>
                    <a:pt x="17" y="66"/>
                    <a:pt x="21" y="65"/>
                  </a:cubicBezTo>
                  <a:cubicBezTo>
                    <a:pt x="32" y="63"/>
                    <a:pt x="38" y="56"/>
                    <a:pt x="44" y="48"/>
                  </a:cubicBezTo>
                  <a:cubicBezTo>
                    <a:pt x="49" y="41"/>
                    <a:pt x="56" y="34"/>
                    <a:pt x="67" y="25"/>
                  </a:cubicBezTo>
                  <a:cubicBezTo>
                    <a:pt x="80" y="14"/>
                    <a:pt x="88" y="14"/>
                    <a:pt x="100" y="13"/>
                  </a:cubicBezTo>
                  <a:cubicBezTo>
                    <a:pt x="109" y="13"/>
                    <a:pt x="121" y="12"/>
                    <a:pt x="138" y="6"/>
                  </a:cubicBezTo>
                  <a:cubicBezTo>
                    <a:pt x="147" y="2"/>
                    <a:pt x="156" y="0"/>
                    <a:pt x="164" y="0"/>
                  </a:cubicBezTo>
                  <a:cubicBezTo>
                    <a:pt x="169" y="0"/>
                    <a:pt x="174" y="1"/>
                    <a:pt x="178" y="2"/>
                  </a:cubicBezTo>
                  <a:cubicBezTo>
                    <a:pt x="183" y="2"/>
                    <a:pt x="189" y="3"/>
                    <a:pt x="194" y="3"/>
                  </a:cubicBezTo>
                  <a:cubicBezTo>
                    <a:pt x="199" y="3"/>
                    <a:pt x="204" y="2"/>
                    <a:pt x="209" y="1"/>
                  </a:cubicBezTo>
                  <a:cubicBezTo>
                    <a:pt x="212" y="1"/>
                    <a:pt x="214" y="1"/>
                    <a:pt x="216" y="1"/>
                  </a:cubicBezTo>
                  <a:cubicBezTo>
                    <a:pt x="222" y="1"/>
                    <a:pt x="227" y="2"/>
                    <a:pt x="233" y="5"/>
                  </a:cubicBezTo>
                  <a:cubicBezTo>
                    <a:pt x="242" y="8"/>
                    <a:pt x="252" y="12"/>
                    <a:pt x="269" y="13"/>
                  </a:cubicBezTo>
                  <a:cubicBezTo>
                    <a:pt x="282" y="14"/>
                    <a:pt x="290" y="23"/>
                    <a:pt x="300" y="34"/>
                  </a:cubicBezTo>
                  <a:cubicBezTo>
                    <a:pt x="310" y="45"/>
                    <a:pt x="321" y="57"/>
                    <a:pt x="338" y="62"/>
                  </a:cubicBezTo>
                  <a:cubicBezTo>
                    <a:pt x="348" y="64"/>
                    <a:pt x="349" y="68"/>
                    <a:pt x="351" y="79"/>
                  </a:cubicBezTo>
                  <a:cubicBezTo>
                    <a:pt x="352" y="86"/>
                    <a:pt x="353" y="95"/>
                    <a:pt x="361" y="101"/>
                  </a:cubicBezTo>
                  <a:cubicBezTo>
                    <a:pt x="364" y="102"/>
                    <a:pt x="364" y="103"/>
                    <a:pt x="366" y="105"/>
                  </a:cubicBezTo>
                  <a:cubicBezTo>
                    <a:pt x="368" y="111"/>
                    <a:pt x="372" y="116"/>
                    <a:pt x="382" y="124"/>
                  </a:cubicBezTo>
                  <a:cubicBezTo>
                    <a:pt x="389" y="129"/>
                    <a:pt x="389" y="135"/>
                    <a:pt x="390" y="145"/>
                  </a:cubicBezTo>
                  <a:cubicBezTo>
                    <a:pt x="391" y="151"/>
                    <a:pt x="391" y="158"/>
                    <a:pt x="395" y="164"/>
                  </a:cubicBezTo>
                  <a:cubicBezTo>
                    <a:pt x="398" y="170"/>
                    <a:pt x="398" y="199"/>
                    <a:pt x="388" y="223"/>
                  </a:cubicBezTo>
                  <a:cubicBezTo>
                    <a:pt x="384" y="233"/>
                    <a:pt x="360" y="244"/>
                    <a:pt x="330" y="244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2" name="Freeform 52"/>
            <p:cNvSpPr>
              <a:spLocks/>
            </p:cNvSpPr>
            <p:nvPr/>
          </p:nvSpPr>
          <p:spPr bwMode="auto">
            <a:xfrm>
              <a:off x="998" y="1160"/>
              <a:ext cx="691" cy="221"/>
            </a:xfrm>
            <a:custGeom>
              <a:avLst/>
              <a:gdLst>
                <a:gd name="T0" fmla="*/ 0 w 291"/>
                <a:gd name="T1" fmla="*/ 90 h 93"/>
                <a:gd name="T2" fmla="*/ 90 w 291"/>
                <a:gd name="T3" fmla="*/ 54 h 93"/>
                <a:gd name="T4" fmla="*/ 209 w 291"/>
                <a:gd name="T5" fmla="*/ 35 h 93"/>
                <a:gd name="T6" fmla="*/ 288 w 291"/>
                <a:gd name="T7" fmla="*/ 6 h 93"/>
                <a:gd name="T8" fmla="*/ 291 w 291"/>
                <a:gd name="T9" fmla="*/ 11 h 93"/>
                <a:gd name="T10" fmla="*/ 286 w 291"/>
                <a:gd name="T11" fmla="*/ 14 h 93"/>
                <a:gd name="T12" fmla="*/ 215 w 291"/>
                <a:gd name="T13" fmla="*/ 41 h 93"/>
                <a:gd name="T14" fmla="*/ 89 w 291"/>
                <a:gd name="T15" fmla="*/ 62 h 93"/>
                <a:gd name="T16" fmla="*/ 11 w 291"/>
                <a:gd name="T17" fmla="*/ 88 h 93"/>
                <a:gd name="T18" fmla="*/ 0 w 291"/>
                <a:gd name="T19" fmla="*/ 9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1" h="93">
                  <a:moveTo>
                    <a:pt x="0" y="90"/>
                  </a:moveTo>
                  <a:cubicBezTo>
                    <a:pt x="20" y="53"/>
                    <a:pt x="68" y="52"/>
                    <a:pt x="90" y="54"/>
                  </a:cubicBezTo>
                  <a:cubicBezTo>
                    <a:pt x="112" y="55"/>
                    <a:pt x="182" y="60"/>
                    <a:pt x="209" y="35"/>
                  </a:cubicBezTo>
                  <a:cubicBezTo>
                    <a:pt x="237" y="11"/>
                    <a:pt x="256" y="0"/>
                    <a:pt x="288" y="6"/>
                  </a:cubicBezTo>
                  <a:cubicBezTo>
                    <a:pt x="290" y="6"/>
                    <a:pt x="291" y="8"/>
                    <a:pt x="291" y="11"/>
                  </a:cubicBezTo>
                  <a:cubicBezTo>
                    <a:pt x="290" y="13"/>
                    <a:pt x="288" y="14"/>
                    <a:pt x="286" y="14"/>
                  </a:cubicBezTo>
                  <a:cubicBezTo>
                    <a:pt x="258" y="8"/>
                    <a:pt x="241" y="18"/>
                    <a:pt x="215" y="41"/>
                  </a:cubicBezTo>
                  <a:cubicBezTo>
                    <a:pt x="194" y="60"/>
                    <a:pt x="153" y="66"/>
                    <a:pt x="89" y="62"/>
                  </a:cubicBezTo>
                  <a:cubicBezTo>
                    <a:pt x="71" y="60"/>
                    <a:pt x="30" y="61"/>
                    <a:pt x="11" y="88"/>
                  </a:cubicBezTo>
                  <a:cubicBezTo>
                    <a:pt x="7" y="93"/>
                    <a:pt x="5" y="88"/>
                    <a:pt x="0" y="90"/>
                  </a:cubicBezTo>
                  <a:close/>
                </a:path>
              </a:pathLst>
            </a:custGeom>
            <a:solidFill>
              <a:srgbClr val="DBA9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3" name="Freeform 53"/>
            <p:cNvSpPr>
              <a:spLocks/>
            </p:cNvSpPr>
            <p:nvPr/>
          </p:nvSpPr>
          <p:spPr bwMode="auto">
            <a:xfrm>
              <a:off x="1050" y="1407"/>
              <a:ext cx="750" cy="195"/>
            </a:xfrm>
            <a:custGeom>
              <a:avLst/>
              <a:gdLst>
                <a:gd name="T0" fmla="*/ 308 w 316"/>
                <a:gd name="T1" fmla="*/ 79 h 82"/>
                <a:gd name="T2" fmla="*/ 268 w 316"/>
                <a:gd name="T3" fmla="*/ 26 h 82"/>
                <a:gd name="T4" fmla="*/ 205 w 316"/>
                <a:gd name="T5" fmla="*/ 21 h 82"/>
                <a:gd name="T6" fmla="*/ 186 w 316"/>
                <a:gd name="T7" fmla="*/ 32 h 82"/>
                <a:gd name="T8" fmla="*/ 89 w 316"/>
                <a:gd name="T9" fmla="*/ 34 h 82"/>
                <a:gd name="T10" fmla="*/ 8 w 316"/>
                <a:gd name="T11" fmla="*/ 29 h 82"/>
                <a:gd name="T12" fmla="*/ 2 w 316"/>
                <a:gd name="T13" fmla="*/ 29 h 82"/>
                <a:gd name="T14" fmla="*/ 2 w 316"/>
                <a:gd name="T15" fmla="*/ 23 h 82"/>
                <a:gd name="T16" fmla="*/ 92 w 316"/>
                <a:gd name="T17" fmla="*/ 27 h 82"/>
                <a:gd name="T18" fmla="*/ 182 w 316"/>
                <a:gd name="T19" fmla="*/ 25 h 82"/>
                <a:gd name="T20" fmla="*/ 201 w 316"/>
                <a:gd name="T21" fmla="*/ 14 h 82"/>
                <a:gd name="T22" fmla="*/ 272 w 316"/>
                <a:gd name="T23" fmla="*/ 19 h 82"/>
                <a:gd name="T24" fmla="*/ 316 w 316"/>
                <a:gd name="T25" fmla="*/ 78 h 82"/>
                <a:gd name="T26" fmla="*/ 308 w 316"/>
                <a:gd name="T27" fmla="*/ 79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6" h="82">
                  <a:moveTo>
                    <a:pt x="308" y="79"/>
                  </a:moveTo>
                  <a:cubicBezTo>
                    <a:pt x="304" y="58"/>
                    <a:pt x="289" y="39"/>
                    <a:pt x="268" y="26"/>
                  </a:cubicBezTo>
                  <a:cubicBezTo>
                    <a:pt x="246" y="13"/>
                    <a:pt x="222" y="11"/>
                    <a:pt x="205" y="21"/>
                  </a:cubicBezTo>
                  <a:cubicBezTo>
                    <a:pt x="198" y="25"/>
                    <a:pt x="192" y="28"/>
                    <a:pt x="186" y="32"/>
                  </a:cubicBezTo>
                  <a:cubicBezTo>
                    <a:pt x="158" y="49"/>
                    <a:pt x="145" y="57"/>
                    <a:pt x="89" y="34"/>
                  </a:cubicBezTo>
                  <a:cubicBezTo>
                    <a:pt x="28" y="9"/>
                    <a:pt x="8" y="28"/>
                    <a:pt x="8" y="29"/>
                  </a:cubicBezTo>
                  <a:cubicBezTo>
                    <a:pt x="6" y="30"/>
                    <a:pt x="3" y="30"/>
                    <a:pt x="2" y="29"/>
                  </a:cubicBezTo>
                  <a:cubicBezTo>
                    <a:pt x="0" y="27"/>
                    <a:pt x="0" y="25"/>
                    <a:pt x="2" y="23"/>
                  </a:cubicBezTo>
                  <a:cubicBezTo>
                    <a:pt x="3" y="22"/>
                    <a:pt x="26" y="0"/>
                    <a:pt x="92" y="27"/>
                  </a:cubicBezTo>
                  <a:cubicBezTo>
                    <a:pt x="144" y="48"/>
                    <a:pt x="155" y="41"/>
                    <a:pt x="182" y="25"/>
                  </a:cubicBezTo>
                  <a:cubicBezTo>
                    <a:pt x="187" y="21"/>
                    <a:pt x="194" y="18"/>
                    <a:pt x="201" y="14"/>
                  </a:cubicBezTo>
                  <a:cubicBezTo>
                    <a:pt x="221" y="2"/>
                    <a:pt x="248" y="5"/>
                    <a:pt x="272" y="19"/>
                  </a:cubicBezTo>
                  <a:cubicBezTo>
                    <a:pt x="295" y="33"/>
                    <a:pt x="311" y="55"/>
                    <a:pt x="316" y="78"/>
                  </a:cubicBezTo>
                  <a:cubicBezTo>
                    <a:pt x="316" y="82"/>
                    <a:pt x="308" y="82"/>
                    <a:pt x="308" y="79"/>
                  </a:cubicBezTo>
                  <a:close/>
                </a:path>
              </a:pathLst>
            </a:custGeom>
            <a:solidFill>
              <a:srgbClr val="DBA9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4" name="Freeform 54"/>
            <p:cNvSpPr>
              <a:spLocks/>
            </p:cNvSpPr>
            <p:nvPr/>
          </p:nvSpPr>
          <p:spPr bwMode="auto">
            <a:xfrm>
              <a:off x="1568" y="989"/>
              <a:ext cx="339" cy="135"/>
            </a:xfrm>
            <a:custGeom>
              <a:avLst/>
              <a:gdLst>
                <a:gd name="T0" fmla="*/ 133 w 143"/>
                <a:gd name="T1" fmla="*/ 54 h 57"/>
                <a:gd name="T2" fmla="*/ 108 w 143"/>
                <a:gd name="T3" fmla="*/ 38 h 57"/>
                <a:gd name="T4" fmla="*/ 7 w 143"/>
                <a:gd name="T5" fmla="*/ 41 h 57"/>
                <a:gd name="T6" fmla="*/ 2 w 143"/>
                <a:gd name="T7" fmla="*/ 40 h 57"/>
                <a:gd name="T8" fmla="*/ 2 w 143"/>
                <a:gd name="T9" fmla="*/ 35 h 57"/>
                <a:gd name="T10" fmla="*/ 113 w 143"/>
                <a:gd name="T11" fmla="*/ 32 h 57"/>
                <a:gd name="T12" fmla="*/ 127 w 143"/>
                <a:gd name="T13" fmla="*/ 42 h 57"/>
                <a:gd name="T14" fmla="*/ 133 w 143"/>
                <a:gd name="T15" fmla="*/ 54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3" h="57">
                  <a:moveTo>
                    <a:pt x="133" y="54"/>
                  </a:moveTo>
                  <a:cubicBezTo>
                    <a:pt x="126" y="51"/>
                    <a:pt x="116" y="46"/>
                    <a:pt x="108" y="38"/>
                  </a:cubicBezTo>
                  <a:cubicBezTo>
                    <a:pt x="94" y="25"/>
                    <a:pt x="45" y="7"/>
                    <a:pt x="7" y="41"/>
                  </a:cubicBezTo>
                  <a:cubicBezTo>
                    <a:pt x="6" y="42"/>
                    <a:pt x="3" y="42"/>
                    <a:pt x="2" y="40"/>
                  </a:cubicBezTo>
                  <a:cubicBezTo>
                    <a:pt x="0" y="39"/>
                    <a:pt x="0" y="36"/>
                    <a:pt x="2" y="35"/>
                  </a:cubicBezTo>
                  <a:cubicBezTo>
                    <a:pt x="40" y="0"/>
                    <a:pt x="94" y="14"/>
                    <a:pt x="113" y="32"/>
                  </a:cubicBezTo>
                  <a:cubicBezTo>
                    <a:pt x="118" y="36"/>
                    <a:pt x="123" y="39"/>
                    <a:pt x="127" y="42"/>
                  </a:cubicBezTo>
                  <a:cubicBezTo>
                    <a:pt x="140" y="49"/>
                    <a:pt x="143" y="57"/>
                    <a:pt x="133" y="54"/>
                  </a:cubicBezTo>
                  <a:close/>
                </a:path>
              </a:pathLst>
            </a:custGeom>
            <a:solidFill>
              <a:srgbClr val="DBA9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5" name="Freeform 55"/>
            <p:cNvSpPr>
              <a:spLocks/>
            </p:cNvSpPr>
            <p:nvPr/>
          </p:nvSpPr>
          <p:spPr bwMode="auto">
            <a:xfrm>
              <a:off x="1183" y="844"/>
              <a:ext cx="221" cy="102"/>
            </a:xfrm>
            <a:custGeom>
              <a:avLst/>
              <a:gdLst>
                <a:gd name="T0" fmla="*/ 0 w 93"/>
                <a:gd name="T1" fmla="*/ 0 h 43"/>
                <a:gd name="T2" fmla="*/ 91 w 93"/>
                <a:gd name="T3" fmla="*/ 36 h 43"/>
                <a:gd name="T4" fmla="*/ 92 w 93"/>
                <a:gd name="T5" fmla="*/ 42 h 43"/>
                <a:gd name="T6" fmla="*/ 89 w 93"/>
                <a:gd name="T7" fmla="*/ 43 h 43"/>
                <a:gd name="T8" fmla="*/ 89 w 93"/>
                <a:gd name="T9" fmla="*/ 43 h 43"/>
                <a:gd name="T10" fmla="*/ 86 w 93"/>
                <a:gd name="T11" fmla="*/ 43 h 43"/>
                <a:gd name="T12" fmla="*/ 0 w 93"/>
                <a:gd name="T13" fmla="*/ 8 h 43"/>
                <a:gd name="T14" fmla="*/ 0 w 93"/>
                <a:gd name="T15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" h="43">
                  <a:moveTo>
                    <a:pt x="0" y="0"/>
                  </a:moveTo>
                  <a:cubicBezTo>
                    <a:pt x="27" y="4"/>
                    <a:pt x="53" y="7"/>
                    <a:pt x="91" y="36"/>
                  </a:cubicBezTo>
                  <a:cubicBezTo>
                    <a:pt x="93" y="38"/>
                    <a:pt x="93" y="40"/>
                    <a:pt x="92" y="42"/>
                  </a:cubicBezTo>
                  <a:cubicBezTo>
                    <a:pt x="91" y="43"/>
                    <a:pt x="90" y="43"/>
                    <a:pt x="89" y="43"/>
                  </a:cubicBezTo>
                  <a:cubicBezTo>
                    <a:pt x="89" y="43"/>
                    <a:pt x="89" y="43"/>
                    <a:pt x="89" y="43"/>
                  </a:cubicBezTo>
                  <a:cubicBezTo>
                    <a:pt x="88" y="43"/>
                    <a:pt x="87" y="43"/>
                    <a:pt x="86" y="43"/>
                  </a:cubicBezTo>
                  <a:cubicBezTo>
                    <a:pt x="49" y="14"/>
                    <a:pt x="26" y="11"/>
                    <a:pt x="0" y="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BA9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6" name="Freeform 56"/>
            <p:cNvSpPr>
              <a:spLocks/>
            </p:cNvSpPr>
            <p:nvPr/>
          </p:nvSpPr>
          <p:spPr bwMode="auto">
            <a:xfrm>
              <a:off x="874" y="1124"/>
              <a:ext cx="349" cy="171"/>
            </a:xfrm>
            <a:custGeom>
              <a:avLst/>
              <a:gdLst>
                <a:gd name="T0" fmla="*/ 143 w 147"/>
                <a:gd name="T1" fmla="*/ 72 h 72"/>
                <a:gd name="T2" fmla="*/ 139 w 147"/>
                <a:gd name="T3" fmla="*/ 70 h 72"/>
                <a:gd name="T4" fmla="*/ 47 w 147"/>
                <a:gd name="T5" fmla="*/ 31 h 72"/>
                <a:gd name="T6" fmla="*/ 3 w 147"/>
                <a:gd name="T7" fmla="*/ 19 h 72"/>
                <a:gd name="T8" fmla="*/ 4 w 147"/>
                <a:gd name="T9" fmla="*/ 3 h 72"/>
                <a:gd name="T10" fmla="*/ 9 w 147"/>
                <a:gd name="T11" fmla="*/ 1 h 72"/>
                <a:gd name="T12" fmla="*/ 11 w 147"/>
                <a:gd name="T13" fmla="*/ 7 h 72"/>
                <a:gd name="T14" fmla="*/ 10 w 147"/>
                <a:gd name="T15" fmla="*/ 15 h 72"/>
                <a:gd name="T16" fmla="*/ 48 w 147"/>
                <a:gd name="T17" fmla="*/ 23 h 72"/>
                <a:gd name="T18" fmla="*/ 146 w 147"/>
                <a:gd name="T19" fmla="*/ 67 h 72"/>
                <a:gd name="T20" fmla="*/ 144 w 147"/>
                <a:gd name="T21" fmla="*/ 72 h 72"/>
                <a:gd name="T22" fmla="*/ 143 w 147"/>
                <a:gd name="T23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7" h="72">
                  <a:moveTo>
                    <a:pt x="143" y="72"/>
                  </a:moveTo>
                  <a:cubicBezTo>
                    <a:pt x="141" y="72"/>
                    <a:pt x="140" y="71"/>
                    <a:pt x="139" y="70"/>
                  </a:cubicBezTo>
                  <a:cubicBezTo>
                    <a:pt x="125" y="36"/>
                    <a:pt x="82" y="33"/>
                    <a:pt x="47" y="31"/>
                  </a:cubicBezTo>
                  <a:cubicBezTo>
                    <a:pt x="24" y="29"/>
                    <a:pt x="8" y="28"/>
                    <a:pt x="3" y="19"/>
                  </a:cubicBezTo>
                  <a:cubicBezTo>
                    <a:pt x="0" y="15"/>
                    <a:pt x="1" y="9"/>
                    <a:pt x="4" y="3"/>
                  </a:cubicBezTo>
                  <a:cubicBezTo>
                    <a:pt x="5" y="1"/>
                    <a:pt x="7" y="0"/>
                    <a:pt x="9" y="1"/>
                  </a:cubicBezTo>
                  <a:cubicBezTo>
                    <a:pt x="11" y="2"/>
                    <a:pt x="12" y="5"/>
                    <a:pt x="11" y="7"/>
                  </a:cubicBezTo>
                  <a:cubicBezTo>
                    <a:pt x="9" y="10"/>
                    <a:pt x="9" y="13"/>
                    <a:pt x="10" y="15"/>
                  </a:cubicBezTo>
                  <a:cubicBezTo>
                    <a:pt x="13" y="21"/>
                    <a:pt x="31" y="22"/>
                    <a:pt x="48" y="23"/>
                  </a:cubicBezTo>
                  <a:cubicBezTo>
                    <a:pt x="83" y="25"/>
                    <a:pt x="131" y="28"/>
                    <a:pt x="146" y="67"/>
                  </a:cubicBezTo>
                  <a:cubicBezTo>
                    <a:pt x="147" y="69"/>
                    <a:pt x="146" y="71"/>
                    <a:pt x="144" y="72"/>
                  </a:cubicBezTo>
                  <a:cubicBezTo>
                    <a:pt x="144" y="72"/>
                    <a:pt x="143" y="72"/>
                    <a:pt x="143" y="72"/>
                  </a:cubicBezTo>
                  <a:close/>
                </a:path>
              </a:pathLst>
            </a:custGeom>
            <a:solidFill>
              <a:srgbClr val="DBA9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7" name="Freeform 57"/>
            <p:cNvSpPr>
              <a:spLocks/>
            </p:cNvSpPr>
            <p:nvPr/>
          </p:nvSpPr>
          <p:spPr bwMode="auto">
            <a:xfrm>
              <a:off x="1857" y="1331"/>
              <a:ext cx="164" cy="169"/>
            </a:xfrm>
            <a:custGeom>
              <a:avLst/>
              <a:gdLst>
                <a:gd name="T0" fmla="*/ 62 w 69"/>
                <a:gd name="T1" fmla="*/ 71 h 71"/>
                <a:gd name="T2" fmla="*/ 57 w 69"/>
                <a:gd name="T3" fmla="*/ 55 h 71"/>
                <a:gd name="T4" fmla="*/ 4 w 69"/>
                <a:gd name="T5" fmla="*/ 8 h 71"/>
                <a:gd name="T6" fmla="*/ 0 w 69"/>
                <a:gd name="T7" fmla="*/ 4 h 71"/>
                <a:gd name="T8" fmla="*/ 5 w 69"/>
                <a:gd name="T9" fmla="*/ 0 h 71"/>
                <a:gd name="T10" fmla="*/ 65 w 69"/>
                <a:gd name="T11" fmla="*/ 52 h 71"/>
                <a:gd name="T12" fmla="*/ 69 w 69"/>
                <a:gd name="T13" fmla="*/ 65 h 71"/>
                <a:gd name="T14" fmla="*/ 62 w 69"/>
                <a:gd name="T15" fmla="*/ 71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1">
                  <a:moveTo>
                    <a:pt x="62" y="71"/>
                  </a:moveTo>
                  <a:cubicBezTo>
                    <a:pt x="61" y="66"/>
                    <a:pt x="60" y="60"/>
                    <a:pt x="57" y="55"/>
                  </a:cubicBezTo>
                  <a:cubicBezTo>
                    <a:pt x="52" y="39"/>
                    <a:pt x="37" y="13"/>
                    <a:pt x="4" y="8"/>
                  </a:cubicBezTo>
                  <a:cubicBezTo>
                    <a:pt x="1" y="8"/>
                    <a:pt x="0" y="6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42" y="6"/>
                    <a:pt x="58" y="35"/>
                    <a:pt x="65" y="52"/>
                  </a:cubicBezTo>
                  <a:cubicBezTo>
                    <a:pt x="67" y="56"/>
                    <a:pt x="68" y="60"/>
                    <a:pt x="69" y="65"/>
                  </a:cubicBezTo>
                  <a:lnTo>
                    <a:pt x="62" y="71"/>
                  </a:lnTo>
                  <a:close/>
                </a:path>
              </a:pathLst>
            </a:custGeom>
            <a:solidFill>
              <a:srgbClr val="DBA9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8" name="Freeform 58"/>
            <p:cNvSpPr>
              <a:spLocks/>
            </p:cNvSpPr>
            <p:nvPr/>
          </p:nvSpPr>
          <p:spPr bwMode="auto">
            <a:xfrm>
              <a:off x="1520" y="1205"/>
              <a:ext cx="283" cy="135"/>
            </a:xfrm>
            <a:custGeom>
              <a:avLst/>
              <a:gdLst>
                <a:gd name="T0" fmla="*/ 74 w 119"/>
                <a:gd name="T1" fmla="*/ 57 h 57"/>
                <a:gd name="T2" fmla="*/ 72 w 119"/>
                <a:gd name="T3" fmla="*/ 54 h 57"/>
                <a:gd name="T4" fmla="*/ 5 w 119"/>
                <a:gd name="T5" fmla="*/ 13 h 57"/>
                <a:gd name="T6" fmla="*/ 0 w 119"/>
                <a:gd name="T7" fmla="*/ 10 h 57"/>
                <a:gd name="T8" fmla="*/ 3 w 119"/>
                <a:gd name="T9" fmla="*/ 5 h 57"/>
                <a:gd name="T10" fmla="*/ 76 w 119"/>
                <a:gd name="T11" fmla="*/ 46 h 57"/>
                <a:gd name="T12" fmla="*/ 111 w 119"/>
                <a:gd name="T13" fmla="*/ 41 h 57"/>
                <a:gd name="T14" fmla="*/ 119 w 119"/>
                <a:gd name="T15" fmla="*/ 51 h 57"/>
                <a:gd name="T16" fmla="*/ 116 w 119"/>
                <a:gd name="T17" fmla="*/ 56 h 57"/>
                <a:gd name="T18" fmla="*/ 111 w 119"/>
                <a:gd name="T19" fmla="*/ 53 h 57"/>
                <a:gd name="T20" fmla="*/ 107 w 119"/>
                <a:gd name="T21" fmla="*/ 48 h 57"/>
                <a:gd name="T22" fmla="*/ 77 w 119"/>
                <a:gd name="T23" fmla="*/ 55 h 57"/>
                <a:gd name="T24" fmla="*/ 74 w 119"/>
                <a:gd name="T25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9" h="57">
                  <a:moveTo>
                    <a:pt x="74" y="57"/>
                  </a:moveTo>
                  <a:cubicBezTo>
                    <a:pt x="72" y="54"/>
                    <a:pt x="72" y="54"/>
                    <a:pt x="72" y="54"/>
                  </a:cubicBezTo>
                  <a:cubicBezTo>
                    <a:pt x="43" y="19"/>
                    <a:pt x="26" y="9"/>
                    <a:pt x="5" y="13"/>
                  </a:cubicBezTo>
                  <a:cubicBezTo>
                    <a:pt x="3" y="14"/>
                    <a:pt x="0" y="12"/>
                    <a:pt x="0" y="10"/>
                  </a:cubicBezTo>
                  <a:cubicBezTo>
                    <a:pt x="0" y="8"/>
                    <a:pt x="1" y="6"/>
                    <a:pt x="3" y="5"/>
                  </a:cubicBezTo>
                  <a:cubicBezTo>
                    <a:pt x="31" y="0"/>
                    <a:pt x="50" y="16"/>
                    <a:pt x="76" y="46"/>
                  </a:cubicBezTo>
                  <a:cubicBezTo>
                    <a:pt x="83" y="43"/>
                    <a:pt x="100" y="36"/>
                    <a:pt x="111" y="41"/>
                  </a:cubicBezTo>
                  <a:cubicBezTo>
                    <a:pt x="115" y="43"/>
                    <a:pt x="118" y="46"/>
                    <a:pt x="119" y="51"/>
                  </a:cubicBezTo>
                  <a:cubicBezTo>
                    <a:pt x="119" y="54"/>
                    <a:pt x="118" y="56"/>
                    <a:pt x="116" y="56"/>
                  </a:cubicBezTo>
                  <a:cubicBezTo>
                    <a:pt x="113" y="56"/>
                    <a:pt x="111" y="55"/>
                    <a:pt x="111" y="53"/>
                  </a:cubicBezTo>
                  <a:cubicBezTo>
                    <a:pt x="110" y="50"/>
                    <a:pt x="108" y="49"/>
                    <a:pt x="107" y="48"/>
                  </a:cubicBezTo>
                  <a:cubicBezTo>
                    <a:pt x="101" y="45"/>
                    <a:pt x="85" y="51"/>
                    <a:pt x="77" y="55"/>
                  </a:cubicBezTo>
                  <a:cubicBezTo>
                    <a:pt x="74" y="57"/>
                    <a:pt x="74" y="57"/>
                    <a:pt x="74" y="57"/>
                  </a:cubicBezTo>
                  <a:close/>
                </a:path>
              </a:pathLst>
            </a:custGeom>
            <a:solidFill>
              <a:srgbClr val="DBA9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9" name="Freeform 59"/>
            <p:cNvSpPr>
              <a:spLocks/>
            </p:cNvSpPr>
            <p:nvPr/>
          </p:nvSpPr>
          <p:spPr bwMode="auto">
            <a:xfrm>
              <a:off x="1299" y="1286"/>
              <a:ext cx="74" cy="109"/>
            </a:xfrm>
            <a:custGeom>
              <a:avLst/>
              <a:gdLst>
                <a:gd name="T0" fmla="*/ 14 w 31"/>
                <a:gd name="T1" fmla="*/ 46 h 46"/>
                <a:gd name="T2" fmla="*/ 11 w 31"/>
                <a:gd name="T3" fmla="*/ 45 h 46"/>
                <a:gd name="T4" fmla="*/ 2 w 31"/>
                <a:gd name="T5" fmla="*/ 23 h 46"/>
                <a:gd name="T6" fmla="*/ 25 w 31"/>
                <a:gd name="T7" fmla="*/ 1 h 46"/>
                <a:gd name="T8" fmla="*/ 31 w 31"/>
                <a:gd name="T9" fmla="*/ 3 h 46"/>
                <a:gd name="T10" fmla="*/ 28 w 31"/>
                <a:gd name="T11" fmla="*/ 9 h 46"/>
                <a:gd name="T12" fmla="*/ 9 w 31"/>
                <a:gd name="T13" fmla="*/ 25 h 46"/>
                <a:gd name="T14" fmla="*/ 16 w 31"/>
                <a:gd name="T15" fmla="*/ 39 h 46"/>
                <a:gd name="T16" fmla="*/ 17 w 31"/>
                <a:gd name="T17" fmla="*/ 45 h 46"/>
                <a:gd name="T18" fmla="*/ 14 w 31"/>
                <a:gd name="T19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" h="46">
                  <a:moveTo>
                    <a:pt x="14" y="46"/>
                  </a:moveTo>
                  <a:cubicBezTo>
                    <a:pt x="13" y="46"/>
                    <a:pt x="12" y="46"/>
                    <a:pt x="11" y="45"/>
                  </a:cubicBezTo>
                  <a:cubicBezTo>
                    <a:pt x="3" y="38"/>
                    <a:pt x="0" y="30"/>
                    <a:pt x="2" y="23"/>
                  </a:cubicBezTo>
                  <a:cubicBezTo>
                    <a:pt x="3" y="15"/>
                    <a:pt x="11" y="7"/>
                    <a:pt x="25" y="1"/>
                  </a:cubicBezTo>
                  <a:cubicBezTo>
                    <a:pt x="27" y="0"/>
                    <a:pt x="30" y="1"/>
                    <a:pt x="31" y="3"/>
                  </a:cubicBezTo>
                  <a:cubicBezTo>
                    <a:pt x="31" y="5"/>
                    <a:pt x="31" y="8"/>
                    <a:pt x="28" y="9"/>
                  </a:cubicBezTo>
                  <a:cubicBezTo>
                    <a:pt x="17" y="13"/>
                    <a:pt x="10" y="19"/>
                    <a:pt x="9" y="25"/>
                  </a:cubicBezTo>
                  <a:cubicBezTo>
                    <a:pt x="9" y="29"/>
                    <a:pt x="11" y="34"/>
                    <a:pt x="16" y="39"/>
                  </a:cubicBezTo>
                  <a:cubicBezTo>
                    <a:pt x="18" y="41"/>
                    <a:pt x="18" y="43"/>
                    <a:pt x="17" y="45"/>
                  </a:cubicBezTo>
                  <a:cubicBezTo>
                    <a:pt x="16" y="46"/>
                    <a:pt x="15" y="46"/>
                    <a:pt x="14" y="46"/>
                  </a:cubicBezTo>
                  <a:close/>
                </a:path>
              </a:pathLst>
            </a:custGeom>
            <a:solidFill>
              <a:srgbClr val="DBA9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0" name="Freeform 60"/>
            <p:cNvSpPr>
              <a:spLocks/>
            </p:cNvSpPr>
            <p:nvPr/>
          </p:nvSpPr>
          <p:spPr bwMode="auto">
            <a:xfrm>
              <a:off x="1114" y="1447"/>
              <a:ext cx="93" cy="69"/>
            </a:xfrm>
            <a:custGeom>
              <a:avLst/>
              <a:gdLst>
                <a:gd name="T0" fmla="*/ 4 w 39"/>
                <a:gd name="T1" fmla="*/ 29 h 29"/>
                <a:gd name="T2" fmla="*/ 4 w 39"/>
                <a:gd name="T3" fmla="*/ 29 h 29"/>
                <a:gd name="T4" fmla="*/ 0 w 39"/>
                <a:gd name="T5" fmla="*/ 24 h 29"/>
                <a:gd name="T6" fmla="*/ 35 w 39"/>
                <a:gd name="T7" fmla="*/ 0 h 29"/>
                <a:gd name="T8" fmla="*/ 39 w 39"/>
                <a:gd name="T9" fmla="*/ 4 h 29"/>
                <a:gd name="T10" fmla="*/ 35 w 39"/>
                <a:gd name="T11" fmla="*/ 8 h 29"/>
                <a:gd name="T12" fmla="*/ 8 w 39"/>
                <a:gd name="T13" fmla="*/ 25 h 29"/>
                <a:gd name="T14" fmla="*/ 4 w 39"/>
                <a:gd name="T15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" h="29">
                  <a:moveTo>
                    <a:pt x="4" y="29"/>
                  </a:moveTo>
                  <a:cubicBezTo>
                    <a:pt x="4" y="29"/>
                    <a:pt x="4" y="29"/>
                    <a:pt x="4" y="29"/>
                  </a:cubicBezTo>
                  <a:cubicBezTo>
                    <a:pt x="2" y="28"/>
                    <a:pt x="0" y="26"/>
                    <a:pt x="0" y="24"/>
                  </a:cubicBezTo>
                  <a:cubicBezTo>
                    <a:pt x="0" y="24"/>
                    <a:pt x="5" y="2"/>
                    <a:pt x="35" y="0"/>
                  </a:cubicBezTo>
                  <a:cubicBezTo>
                    <a:pt x="37" y="0"/>
                    <a:pt x="39" y="2"/>
                    <a:pt x="39" y="4"/>
                  </a:cubicBezTo>
                  <a:cubicBezTo>
                    <a:pt x="39" y="6"/>
                    <a:pt x="37" y="8"/>
                    <a:pt x="35" y="8"/>
                  </a:cubicBezTo>
                  <a:cubicBezTo>
                    <a:pt x="12" y="9"/>
                    <a:pt x="8" y="25"/>
                    <a:pt x="8" y="25"/>
                  </a:cubicBezTo>
                  <a:cubicBezTo>
                    <a:pt x="8" y="27"/>
                    <a:pt x="6" y="29"/>
                    <a:pt x="4" y="29"/>
                  </a:cubicBezTo>
                  <a:close/>
                </a:path>
              </a:pathLst>
            </a:custGeom>
            <a:solidFill>
              <a:srgbClr val="DBA9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1" name="Freeform 61"/>
            <p:cNvSpPr>
              <a:spLocks/>
            </p:cNvSpPr>
            <p:nvPr/>
          </p:nvSpPr>
          <p:spPr bwMode="auto">
            <a:xfrm>
              <a:off x="1380" y="1414"/>
              <a:ext cx="86" cy="88"/>
            </a:xfrm>
            <a:custGeom>
              <a:avLst/>
              <a:gdLst>
                <a:gd name="T0" fmla="*/ 32 w 36"/>
                <a:gd name="T1" fmla="*/ 37 h 37"/>
                <a:gd name="T2" fmla="*/ 32 w 36"/>
                <a:gd name="T3" fmla="*/ 37 h 37"/>
                <a:gd name="T4" fmla="*/ 5 w 36"/>
                <a:gd name="T5" fmla="*/ 24 h 37"/>
                <a:gd name="T6" fmla="*/ 4 w 36"/>
                <a:gd name="T7" fmla="*/ 3 h 37"/>
                <a:gd name="T8" fmla="*/ 9 w 36"/>
                <a:gd name="T9" fmla="*/ 1 h 37"/>
                <a:gd name="T10" fmla="*/ 11 w 36"/>
                <a:gd name="T11" fmla="*/ 6 h 37"/>
                <a:gd name="T12" fmla="*/ 12 w 36"/>
                <a:gd name="T13" fmla="*/ 20 h 37"/>
                <a:gd name="T14" fmla="*/ 33 w 36"/>
                <a:gd name="T15" fmla="*/ 29 h 37"/>
                <a:gd name="T16" fmla="*/ 36 w 36"/>
                <a:gd name="T17" fmla="*/ 33 h 37"/>
                <a:gd name="T18" fmla="*/ 32 w 36"/>
                <a:gd name="T19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7">
                  <a:moveTo>
                    <a:pt x="32" y="37"/>
                  </a:moveTo>
                  <a:cubicBezTo>
                    <a:pt x="32" y="37"/>
                    <a:pt x="32" y="37"/>
                    <a:pt x="32" y="37"/>
                  </a:cubicBezTo>
                  <a:cubicBezTo>
                    <a:pt x="19" y="35"/>
                    <a:pt x="10" y="31"/>
                    <a:pt x="5" y="24"/>
                  </a:cubicBezTo>
                  <a:cubicBezTo>
                    <a:pt x="0" y="14"/>
                    <a:pt x="4" y="4"/>
                    <a:pt x="4" y="3"/>
                  </a:cubicBezTo>
                  <a:cubicBezTo>
                    <a:pt x="5" y="1"/>
                    <a:pt x="7" y="0"/>
                    <a:pt x="9" y="1"/>
                  </a:cubicBezTo>
                  <a:cubicBezTo>
                    <a:pt x="11" y="2"/>
                    <a:pt x="12" y="4"/>
                    <a:pt x="11" y="6"/>
                  </a:cubicBezTo>
                  <a:cubicBezTo>
                    <a:pt x="11" y="6"/>
                    <a:pt x="9" y="14"/>
                    <a:pt x="12" y="20"/>
                  </a:cubicBezTo>
                  <a:cubicBezTo>
                    <a:pt x="15" y="25"/>
                    <a:pt x="22" y="28"/>
                    <a:pt x="33" y="29"/>
                  </a:cubicBezTo>
                  <a:cubicBezTo>
                    <a:pt x="35" y="29"/>
                    <a:pt x="36" y="31"/>
                    <a:pt x="36" y="33"/>
                  </a:cubicBezTo>
                  <a:cubicBezTo>
                    <a:pt x="36" y="35"/>
                    <a:pt x="34" y="37"/>
                    <a:pt x="32" y="37"/>
                  </a:cubicBezTo>
                  <a:close/>
                </a:path>
              </a:pathLst>
            </a:custGeom>
            <a:solidFill>
              <a:srgbClr val="DBA9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2" name="Freeform 62"/>
            <p:cNvSpPr>
              <a:spLocks/>
            </p:cNvSpPr>
            <p:nvPr/>
          </p:nvSpPr>
          <p:spPr bwMode="auto">
            <a:xfrm>
              <a:off x="1587" y="1447"/>
              <a:ext cx="104" cy="55"/>
            </a:xfrm>
            <a:custGeom>
              <a:avLst/>
              <a:gdLst>
                <a:gd name="T0" fmla="*/ 4 w 44"/>
                <a:gd name="T1" fmla="*/ 23 h 23"/>
                <a:gd name="T2" fmla="*/ 3 w 44"/>
                <a:gd name="T3" fmla="*/ 23 h 23"/>
                <a:gd name="T4" fmla="*/ 0 w 44"/>
                <a:gd name="T5" fmla="*/ 18 h 23"/>
                <a:gd name="T6" fmla="*/ 40 w 44"/>
                <a:gd name="T7" fmla="*/ 0 h 23"/>
                <a:gd name="T8" fmla="*/ 44 w 44"/>
                <a:gd name="T9" fmla="*/ 3 h 23"/>
                <a:gd name="T10" fmla="*/ 41 w 44"/>
                <a:gd name="T11" fmla="*/ 8 h 23"/>
                <a:gd name="T12" fmla="*/ 8 w 44"/>
                <a:gd name="T13" fmla="*/ 21 h 23"/>
                <a:gd name="T14" fmla="*/ 4 w 44"/>
                <a:gd name="T15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" h="23">
                  <a:moveTo>
                    <a:pt x="4" y="23"/>
                  </a:moveTo>
                  <a:cubicBezTo>
                    <a:pt x="4" y="23"/>
                    <a:pt x="3" y="23"/>
                    <a:pt x="3" y="23"/>
                  </a:cubicBezTo>
                  <a:cubicBezTo>
                    <a:pt x="1" y="22"/>
                    <a:pt x="0" y="20"/>
                    <a:pt x="0" y="18"/>
                  </a:cubicBezTo>
                  <a:cubicBezTo>
                    <a:pt x="1" y="17"/>
                    <a:pt x="8" y="0"/>
                    <a:pt x="40" y="0"/>
                  </a:cubicBezTo>
                  <a:cubicBezTo>
                    <a:pt x="43" y="0"/>
                    <a:pt x="44" y="1"/>
                    <a:pt x="44" y="3"/>
                  </a:cubicBezTo>
                  <a:cubicBezTo>
                    <a:pt x="44" y="6"/>
                    <a:pt x="43" y="7"/>
                    <a:pt x="41" y="8"/>
                  </a:cubicBezTo>
                  <a:cubicBezTo>
                    <a:pt x="14" y="8"/>
                    <a:pt x="8" y="21"/>
                    <a:pt x="8" y="21"/>
                  </a:cubicBezTo>
                  <a:cubicBezTo>
                    <a:pt x="7" y="22"/>
                    <a:pt x="6" y="23"/>
                    <a:pt x="4" y="23"/>
                  </a:cubicBezTo>
                  <a:close/>
                </a:path>
              </a:pathLst>
            </a:custGeom>
            <a:solidFill>
              <a:srgbClr val="DBA9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3" name="Freeform 63"/>
            <p:cNvSpPr>
              <a:spLocks/>
            </p:cNvSpPr>
            <p:nvPr/>
          </p:nvSpPr>
          <p:spPr bwMode="auto">
            <a:xfrm>
              <a:off x="1926" y="1260"/>
              <a:ext cx="45" cy="135"/>
            </a:xfrm>
            <a:custGeom>
              <a:avLst/>
              <a:gdLst>
                <a:gd name="T0" fmla="*/ 12 w 19"/>
                <a:gd name="T1" fmla="*/ 57 h 57"/>
                <a:gd name="T2" fmla="*/ 8 w 19"/>
                <a:gd name="T3" fmla="*/ 54 h 57"/>
                <a:gd name="T4" fmla="*/ 11 w 19"/>
                <a:gd name="T5" fmla="*/ 2 h 57"/>
                <a:gd name="T6" fmla="*/ 16 w 19"/>
                <a:gd name="T7" fmla="*/ 1 h 57"/>
                <a:gd name="T8" fmla="*/ 18 w 19"/>
                <a:gd name="T9" fmla="*/ 6 h 57"/>
                <a:gd name="T10" fmla="*/ 16 w 19"/>
                <a:gd name="T11" fmla="*/ 51 h 57"/>
                <a:gd name="T12" fmla="*/ 13 w 19"/>
                <a:gd name="T13" fmla="*/ 56 h 57"/>
                <a:gd name="T14" fmla="*/ 12 w 19"/>
                <a:gd name="T15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" h="57">
                  <a:moveTo>
                    <a:pt x="12" y="57"/>
                  </a:moveTo>
                  <a:cubicBezTo>
                    <a:pt x="11" y="57"/>
                    <a:pt x="9" y="55"/>
                    <a:pt x="8" y="54"/>
                  </a:cubicBezTo>
                  <a:cubicBezTo>
                    <a:pt x="0" y="22"/>
                    <a:pt x="10" y="3"/>
                    <a:pt x="11" y="2"/>
                  </a:cubicBezTo>
                  <a:cubicBezTo>
                    <a:pt x="12" y="1"/>
                    <a:pt x="14" y="0"/>
                    <a:pt x="16" y="1"/>
                  </a:cubicBezTo>
                  <a:cubicBezTo>
                    <a:pt x="18" y="2"/>
                    <a:pt x="19" y="5"/>
                    <a:pt x="18" y="6"/>
                  </a:cubicBezTo>
                  <a:cubicBezTo>
                    <a:pt x="18" y="7"/>
                    <a:pt x="9" y="23"/>
                    <a:pt x="16" y="51"/>
                  </a:cubicBezTo>
                  <a:cubicBezTo>
                    <a:pt x="17" y="54"/>
                    <a:pt x="15" y="56"/>
                    <a:pt x="13" y="56"/>
                  </a:cubicBezTo>
                  <a:cubicBezTo>
                    <a:pt x="13" y="56"/>
                    <a:pt x="13" y="57"/>
                    <a:pt x="12" y="57"/>
                  </a:cubicBezTo>
                  <a:close/>
                </a:path>
              </a:pathLst>
            </a:custGeom>
            <a:solidFill>
              <a:srgbClr val="DBA9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4" name="Freeform 64"/>
            <p:cNvSpPr>
              <a:spLocks/>
            </p:cNvSpPr>
            <p:nvPr/>
          </p:nvSpPr>
          <p:spPr bwMode="auto">
            <a:xfrm>
              <a:off x="1826" y="1388"/>
              <a:ext cx="188" cy="83"/>
            </a:xfrm>
            <a:custGeom>
              <a:avLst/>
              <a:gdLst>
                <a:gd name="T0" fmla="*/ 75 w 79"/>
                <a:gd name="T1" fmla="*/ 35 h 35"/>
                <a:gd name="T2" fmla="*/ 72 w 79"/>
                <a:gd name="T3" fmla="*/ 34 h 35"/>
                <a:gd name="T4" fmla="*/ 6 w 79"/>
                <a:gd name="T5" fmla="*/ 28 h 35"/>
                <a:gd name="T6" fmla="*/ 1 w 79"/>
                <a:gd name="T7" fmla="*/ 26 h 35"/>
                <a:gd name="T8" fmla="*/ 2 w 79"/>
                <a:gd name="T9" fmla="*/ 21 h 35"/>
                <a:gd name="T10" fmla="*/ 77 w 79"/>
                <a:gd name="T11" fmla="*/ 28 h 35"/>
                <a:gd name="T12" fmla="*/ 78 w 79"/>
                <a:gd name="T13" fmla="*/ 33 h 35"/>
                <a:gd name="T14" fmla="*/ 75 w 79"/>
                <a:gd name="T15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9" h="35">
                  <a:moveTo>
                    <a:pt x="75" y="35"/>
                  </a:moveTo>
                  <a:cubicBezTo>
                    <a:pt x="74" y="35"/>
                    <a:pt x="73" y="35"/>
                    <a:pt x="72" y="34"/>
                  </a:cubicBezTo>
                  <a:cubicBezTo>
                    <a:pt x="41" y="10"/>
                    <a:pt x="8" y="27"/>
                    <a:pt x="6" y="28"/>
                  </a:cubicBezTo>
                  <a:cubicBezTo>
                    <a:pt x="4" y="29"/>
                    <a:pt x="2" y="28"/>
                    <a:pt x="1" y="26"/>
                  </a:cubicBezTo>
                  <a:cubicBezTo>
                    <a:pt x="0" y="24"/>
                    <a:pt x="1" y="22"/>
                    <a:pt x="2" y="21"/>
                  </a:cubicBezTo>
                  <a:cubicBezTo>
                    <a:pt x="3" y="21"/>
                    <a:pt x="41" y="0"/>
                    <a:pt x="77" y="28"/>
                  </a:cubicBezTo>
                  <a:cubicBezTo>
                    <a:pt x="79" y="29"/>
                    <a:pt x="79" y="32"/>
                    <a:pt x="78" y="33"/>
                  </a:cubicBezTo>
                  <a:cubicBezTo>
                    <a:pt x="77" y="34"/>
                    <a:pt x="76" y="35"/>
                    <a:pt x="75" y="35"/>
                  </a:cubicBezTo>
                  <a:close/>
                </a:path>
              </a:pathLst>
            </a:custGeom>
            <a:solidFill>
              <a:srgbClr val="DBA9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5" name="Freeform 65"/>
            <p:cNvSpPr>
              <a:spLocks/>
            </p:cNvSpPr>
            <p:nvPr/>
          </p:nvSpPr>
          <p:spPr bwMode="auto">
            <a:xfrm>
              <a:off x="1390" y="1077"/>
              <a:ext cx="68" cy="221"/>
            </a:xfrm>
            <a:custGeom>
              <a:avLst/>
              <a:gdLst>
                <a:gd name="T0" fmla="*/ 15 w 29"/>
                <a:gd name="T1" fmla="*/ 93 h 93"/>
                <a:gd name="T2" fmla="*/ 14 w 29"/>
                <a:gd name="T3" fmla="*/ 92 h 93"/>
                <a:gd name="T4" fmla="*/ 6 w 29"/>
                <a:gd name="T5" fmla="*/ 84 h 93"/>
                <a:gd name="T6" fmla="*/ 17 w 29"/>
                <a:gd name="T7" fmla="*/ 39 h 93"/>
                <a:gd name="T8" fmla="*/ 4 w 29"/>
                <a:gd name="T9" fmla="*/ 8 h 93"/>
                <a:gd name="T10" fmla="*/ 1 w 29"/>
                <a:gd name="T11" fmla="*/ 4 h 93"/>
                <a:gd name="T12" fmla="*/ 5 w 29"/>
                <a:gd name="T13" fmla="*/ 0 h 93"/>
                <a:gd name="T14" fmla="*/ 19 w 29"/>
                <a:gd name="T15" fmla="*/ 14 h 93"/>
                <a:gd name="T16" fmla="*/ 24 w 29"/>
                <a:gd name="T17" fmla="*/ 43 h 93"/>
                <a:gd name="T18" fmla="*/ 14 w 29"/>
                <a:gd name="T19" fmla="*/ 82 h 93"/>
                <a:gd name="T20" fmla="*/ 17 w 29"/>
                <a:gd name="T21" fmla="*/ 85 h 93"/>
                <a:gd name="T22" fmla="*/ 19 w 29"/>
                <a:gd name="T23" fmla="*/ 90 h 93"/>
                <a:gd name="T24" fmla="*/ 15 w 29"/>
                <a:gd name="T25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9" h="93">
                  <a:moveTo>
                    <a:pt x="15" y="93"/>
                  </a:moveTo>
                  <a:cubicBezTo>
                    <a:pt x="15" y="93"/>
                    <a:pt x="14" y="93"/>
                    <a:pt x="14" y="92"/>
                  </a:cubicBezTo>
                  <a:cubicBezTo>
                    <a:pt x="10" y="91"/>
                    <a:pt x="8" y="88"/>
                    <a:pt x="6" y="84"/>
                  </a:cubicBezTo>
                  <a:cubicBezTo>
                    <a:pt x="0" y="69"/>
                    <a:pt x="16" y="40"/>
                    <a:pt x="17" y="39"/>
                  </a:cubicBezTo>
                  <a:cubicBezTo>
                    <a:pt x="21" y="31"/>
                    <a:pt x="8" y="11"/>
                    <a:pt x="4" y="8"/>
                  </a:cubicBezTo>
                  <a:cubicBezTo>
                    <a:pt x="2" y="8"/>
                    <a:pt x="1" y="6"/>
                    <a:pt x="1" y="4"/>
                  </a:cubicBezTo>
                  <a:cubicBezTo>
                    <a:pt x="1" y="2"/>
                    <a:pt x="3" y="0"/>
                    <a:pt x="5" y="0"/>
                  </a:cubicBezTo>
                  <a:cubicBezTo>
                    <a:pt x="10" y="0"/>
                    <a:pt x="17" y="11"/>
                    <a:pt x="19" y="14"/>
                  </a:cubicBezTo>
                  <a:cubicBezTo>
                    <a:pt x="23" y="21"/>
                    <a:pt x="29" y="34"/>
                    <a:pt x="24" y="43"/>
                  </a:cubicBezTo>
                  <a:cubicBezTo>
                    <a:pt x="18" y="54"/>
                    <a:pt x="10" y="73"/>
                    <a:pt x="14" y="82"/>
                  </a:cubicBezTo>
                  <a:cubicBezTo>
                    <a:pt x="14" y="83"/>
                    <a:pt x="15" y="84"/>
                    <a:pt x="17" y="85"/>
                  </a:cubicBezTo>
                  <a:cubicBezTo>
                    <a:pt x="19" y="86"/>
                    <a:pt x="20" y="88"/>
                    <a:pt x="19" y="90"/>
                  </a:cubicBezTo>
                  <a:cubicBezTo>
                    <a:pt x="19" y="92"/>
                    <a:pt x="17" y="93"/>
                    <a:pt x="15" y="93"/>
                  </a:cubicBezTo>
                  <a:close/>
                </a:path>
              </a:pathLst>
            </a:custGeom>
            <a:solidFill>
              <a:srgbClr val="DBA9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6" name="Freeform 66"/>
            <p:cNvSpPr>
              <a:spLocks/>
            </p:cNvSpPr>
            <p:nvPr/>
          </p:nvSpPr>
          <p:spPr bwMode="auto">
            <a:xfrm>
              <a:off x="1428" y="1096"/>
              <a:ext cx="111" cy="88"/>
            </a:xfrm>
            <a:custGeom>
              <a:avLst/>
              <a:gdLst>
                <a:gd name="T0" fmla="*/ 4 w 47"/>
                <a:gd name="T1" fmla="*/ 37 h 37"/>
                <a:gd name="T2" fmla="*/ 1 w 47"/>
                <a:gd name="T3" fmla="*/ 35 h 37"/>
                <a:gd name="T4" fmla="*/ 2 w 47"/>
                <a:gd name="T5" fmla="*/ 29 h 37"/>
                <a:gd name="T6" fmla="*/ 11 w 47"/>
                <a:gd name="T7" fmla="*/ 24 h 37"/>
                <a:gd name="T8" fmla="*/ 37 w 47"/>
                <a:gd name="T9" fmla="*/ 6 h 37"/>
                <a:gd name="T10" fmla="*/ 39 w 47"/>
                <a:gd name="T11" fmla="*/ 1 h 37"/>
                <a:gd name="T12" fmla="*/ 44 w 47"/>
                <a:gd name="T13" fmla="*/ 4 h 37"/>
                <a:gd name="T14" fmla="*/ 16 w 47"/>
                <a:gd name="T15" fmla="*/ 31 h 37"/>
                <a:gd name="T16" fmla="*/ 6 w 47"/>
                <a:gd name="T17" fmla="*/ 36 h 37"/>
                <a:gd name="T18" fmla="*/ 4 w 47"/>
                <a:gd name="T19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" h="37">
                  <a:moveTo>
                    <a:pt x="4" y="37"/>
                  </a:moveTo>
                  <a:cubicBezTo>
                    <a:pt x="3" y="37"/>
                    <a:pt x="2" y="36"/>
                    <a:pt x="1" y="35"/>
                  </a:cubicBezTo>
                  <a:cubicBezTo>
                    <a:pt x="0" y="33"/>
                    <a:pt x="0" y="31"/>
                    <a:pt x="2" y="29"/>
                  </a:cubicBezTo>
                  <a:cubicBezTo>
                    <a:pt x="6" y="27"/>
                    <a:pt x="9" y="26"/>
                    <a:pt x="11" y="24"/>
                  </a:cubicBezTo>
                  <a:cubicBezTo>
                    <a:pt x="24" y="16"/>
                    <a:pt x="36" y="9"/>
                    <a:pt x="37" y="6"/>
                  </a:cubicBezTo>
                  <a:cubicBezTo>
                    <a:pt x="36" y="4"/>
                    <a:pt x="37" y="2"/>
                    <a:pt x="39" y="1"/>
                  </a:cubicBezTo>
                  <a:cubicBezTo>
                    <a:pt x="41" y="0"/>
                    <a:pt x="43" y="1"/>
                    <a:pt x="44" y="4"/>
                  </a:cubicBezTo>
                  <a:cubicBezTo>
                    <a:pt x="47" y="12"/>
                    <a:pt x="37" y="18"/>
                    <a:pt x="16" y="31"/>
                  </a:cubicBezTo>
                  <a:cubicBezTo>
                    <a:pt x="13" y="32"/>
                    <a:pt x="10" y="34"/>
                    <a:pt x="6" y="36"/>
                  </a:cubicBezTo>
                  <a:cubicBezTo>
                    <a:pt x="6" y="37"/>
                    <a:pt x="5" y="37"/>
                    <a:pt x="4" y="37"/>
                  </a:cubicBezTo>
                  <a:close/>
                </a:path>
              </a:pathLst>
            </a:custGeom>
            <a:solidFill>
              <a:srgbClr val="DBA9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7" name="Freeform 67"/>
            <p:cNvSpPr>
              <a:spLocks/>
            </p:cNvSpPr>
            <p:nvPr/>
          </p:nvSpPr>
          <p:spPr bwMode="auto">
            <a:xfrm>
              <a:off x="1242" y="856"/>
              <a:ext cx="93" cy="256"/>
            </a:xfrm>
            <a:custGeom>
              <a:avLst/>
              <a:gdLst>
                <a:gd name="T0" fmla="*/ 35 w 39"/>
                <a:gd name="T1" fmla="*/ 108 h 108"/>
                <a:gd name="T2" fmla="*/ 32 w 39"/>
                <a:gd name="T3" fmla="*/ 107 h 108"/>
                <a:gd name="T4" fmla="*/ 14 w 39"/>
                <a:gd name="T5" fmla="*/ 47 h 108"/>
                <a:gd name="T6" fmla="*/ 21 w 39"/>
                <a:gd name="T7" fmla="*/ 26 h 108"/>
                <a:gd name="T8" fmla="*/ 3 w 39"/>
                <a:gd name="T9" fmla="*/ 8 h 108"/>
                <a:gd name="T10" fmla="*/ 1 w 39"/>
                <a:gd name="T11" fmla="*/ 2 h 108"/>
                <a:gd name="T12" fmla="*/ 7 w 39"/>
                <a:gd name="T13" fmla="*/ 1 h 108"/>
                <a:gd name="T14" fmla="*/ 29 w 39"/>
                <a:gd name="T15" fmla="*/ 24 h 108"/>
                <a:gd name="T16" fmla="*/ 21 w 39"/>
                <a:gd name="T17" fmla="*/ 51 h 108"/>
                <a:gd name="T18" fmla="*/ 38 w 39"/>
                <a:gd name="T19" fmla="*/ 101 h 108"/>
                <a:gd name="T20" fmla="*/ 38 w 39"/>
                <a:gd name="T21" fmla="*/ 107 h 108"/>
                <a:gd name="T22" fmla="*/ 35 w 39"/>
                <a:gd name="T23" fmla="*/ 10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9" h="108">
                  <a:moveTo>
                    <a:pt x="35" y="108"/>
                  </a:moveTo>
                  <a:cubicBezTo>
                    <a:pt x="34" y="108"/>
                    <a:pt x="33" y="107"/>
                    <a:pt x="32" y="107"/>
                  </a:cubicBezTo>
                  <a:cubicBezTo>
                    <a:pt x="28" y="102"/>
                    <a:pt x="1" y="67"/>
                    <a:pt x="14" y="47"/>
                  </a:cubicBezTo>
                  <a:cubicBezTo>
                    <a:pt x="20" y="38"/>
                    <a:pt x="22" y="32"/>
                    <a:pt x="21" y="26"/>
                  </a:cubicBezTo>
                  <a:cubicBezTo>
                    <a:pt x="20" y="20"/>
                    <a:pt x="14" y="14"/>
                    <a:pt x="3" y="8"/>
                  </a:cubicBezTo>
                  <a:cubicBezTo>
                    <a:pt x="1" y="6"/>
                    <a:pt x="0" y="4"/>
                    <a:pt x="1" y="2"/>
                  </a:cubicBezTo>
                  <a:cubicBezTo>
                    <a:pt x="2" y="0"/>
                    <a:pt x="5" y="0"/>
                    <a:pt x="7" y="1"/>
                  </a:cubicBezTo>
                  <a:cubicBezTo>
                    <a:pt x="20" y="8"/>
                    <a:pt x="27" y="16"/>
                    <a:pt x="29" y="24"/>
                  </a:cubicBezTo>
                  <a:cubicBezTo>
                    <a:pt x="31" y="32"/>
                    <a:pt x="28" y="41"/>
                    <a:pt x="21" y="51"/>
                  </a:cubicBezTo>
                  <a:cubicBezTo>
                    <a:pt x="11" y="66"/>
                    <a:pt x="33" y="96"/>
                    <a:pt x="38" y="101"/>
                  </a:cubicBezTo>
                  <a:cubicBezTo>
                    <a:pt x="39" y="103"/>
                    <a:pt x="39" y="105"/>
                    <a:pt x="38" y="107"/>
                  </a:cubicBezTo>
                  <a:cubicBezTo>
                    <a:pt x="37" y="107"/>
                    <a:pt x="36" y="108"/>
                    <a:pt x="35" y="108"/>
                  </a:cubicBezTo>
                  <a:close/>
                </a:path>
              </a:pathLst>
            </a:custGeom>
            <a:solidFill>
              <a:srgbClr val="DBA9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8" name="Freeform 68"/>
            <p:cNvSpPr>
              <a:spLocks/>
            </p:cNvSpPr>
            <p:nvPr/>
          </p:nvSpPr>
          <p:spPr bwMode="auto">
            <a:xfrm>
              <a:off x="1330" y="891"/>
              <a:ext cx="363" cy="91"/>
            </a:xfrm>
            <a:custGeom>
              <a:avLst/>
              <a:gdLst>
                <a:gd name="T0" fmla="*/ 148 w 153"/>
                <a:gd name="T1" fmla="*/ 38 h 38"/>
                <a:gd name="T2" fmla="*/ 146 w 153"/>
                <a:gd name="T3" fmla="*/ 37 h 38"/>
                <a:gd name="T4" fmla="*/ 102 w 153"/>
                <a:gd name="T5" fmla="*/ 16 h 38"/>
                <a:gd name="T6" fmla="*/ 47 w 153"/>
                <a:gd name="T7" fmla="*/ 10 h 38"/>
                <a:gd name="T8" fmla="*/ 4 w 153"/>
                <a:gd name="T9" fmla="*/ 8 h 38"/>
                <a:gd name="T10" fmla="*/ 0 w 153"/>
                <a:gd name="T11" fmla="*/ 3 h 38"/>
                <a:gd name="T12" fmla="*/ 5 w 153"/>
                <a:gd name="T13" fmla="*/ 0 h 38"/>
                <a:gd name="T14" fmla="*/ 47 w 153"/>
                <a:gd name="T15" fmla="*/ 2 h 38"/>
                <a:gd name="T16" fmla="*/ 105 w 153"/>
                <a:gd name="T17" fmla="*/ 8 h 38"/>
                <a:gd name="T18" fmla="*/ 150 w 153"/>
                <a:gd name="T19" fmla="*/ 31 h 38"/>
                <a:gd name="T20" fmla="*/ 151 w 153"/>
                <a:gd name="T21" fmla="*/ 36 h 38"/>
                <a:gd name="T22" fmla="*/ 148 w 153"/>
                <a:gd name="T23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3" h="38">
                  <a:moveTo>
                    <a:pt x="148" y="38"/>
                  </a:moveTo>
                  <a:cubicBezTo>
                    <a:pt x="147" y="38"/>
                    <a:pt x="146" y="38"/>
                    <a:pt x="146" y="37"/>
                  </a:cubicBezTo>
                  <a:cubicBezTo>
                    <a:pt x="146" y="37"/>
                    <a:pt x="131" y="27"/>
                    <a:pt x="102" y="16"/>
                  </a:cubicBezTo>
                  <a:cubicBezTo>
                    <a:pt x="85" y="10"/>
                    <a:pt x="66" y="10"/>
                    <a:pt x="47" y="10"/>
                  </a:cubicBezTo>
                  <a:cubicBezTo>
                    <a:pt x="32" y="10"/>
                    <a:pt x="17" y="11"/>
                    <a:pt x="4" y="8"/>
                  </a:cubicBezTo>
                  <a:cubicBezTo>
                    <a:pt x="1" y="8"/>
                    <a:pt x="0" y="6"/>
                    <a:pt x="0" y="3"/>
                  </a:cubicBezTo>
                  <a:cubicBezTo>
                    <a:pt x="1" y="1"/>
                    <a:pt x="3" y="0"/>
                    <a:pt x="5" y="0"/>
                  </a:cubicBezTo>
                  <a:cubicBezTo>
                    <a:pt x="18" y="3"/>
                    <a:pt x="33" y="2"/>
                    <a:pt x="47" y="2"/>
                  </a:cubicBezTo>
                  <a:cubicBezTo>
                    <a:pt x="66" y="2"/>
                    <a:pt x="87" y="2"/>
                    <a:pt x="105" y="8"/>
                  </a:cubicBezTo>
                  <a:cubicBezTo>
                    <a:pt x="135" y="20"/>
                    <a:pt x="150" y="30"/>
                    <a:pt x="150" y="31"/>
                  </a:cubicBezTo>
                  <a:cubicBezTo>
                    <a:pt x="152" y="32"/>
                    <a:pt x="153" y="35"/>
                    <a:pt x="151" y="36"/>
                  </a:cubicBezTo>
                  <a:cubicBezTo>
                    <a:pt x="151" y="38"/>
                    <a:pt x="149" y="38"/>
                    <a:pt x="148" y="38"/>
                  </a:cubicBezTo>
                  <a:close/>
                </a:path>
              </a:pathLst>
            </a:custGeom>
            <a:solidFill>
              <a:srgbClr val="DBA9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9" name="Freeform 69"/>
            <p:cNvSpPr>
              <a:spLocks/>
            </p:cNvSpPr>
            <p:nvPr/>
          </p:nvSpPr>
          <p:spPr bwMode="auto">
            <a:xfrm>
              <a:off x="794" y="882"/>
              <a:ext cx="387" cy="280"/>
            </a:xfrm>
            <a:custGeom>
              <a:avLst/>
              <a:gdLst>
                <a:gd name="T0" fmla="*/ 0 w 163"/>
                <a:gd name="T1" fmla="*/ 110 h 118"/>
                <a:gd name="T2" fmla="*/ 15 w 163"/>
                <a:gd name="T3" fmla="*/ 92 h 118"/>
                <a:gd name="T4" fmla="*/ 66 w 163"/>
                <a:gd name="T5" fmla="*/ 63 h 118"/>
                <a:gd name="T6" fmla="*/ 160 w 163"/>
                <a:gd name="T7" fmla="*/ 20 h 118"/>
                <a:gd name="T8" fmla="*/ 162 w 163"/>
                <a:gd name="T9" fmla="*/ 25 h 118"/>
                <a:gd name="T10" fmla="*/ 156 w 163"/>
                <a:gd name="T11" fmla="*/ 27 h 118"/>
                <a:gd name="T12" fmla="*/ 70 w 163"/>
                <a:gd name="T13" fmla="*/ 69 h 118"/>
                <a:gd name="T14" fmla="*/ 69 w 163"/>
                <a:gd name="T15" fmla="*/ 71 h 118"/>
                <a:gd name="T16" fmla="*/ 67 w 163"/>
                <a:gd name="T17" fmla="*/ 71 h 118"/>
                <a:gd name="T18" fmla="*/ 22 w 163"/>
                <a:gd name="T19" fmla="*/ 96 h 118"/>
                <a:gd name="T20" fmla="*/ 3 w 163"/>
                <a:gd name="T21" fmla="*/ 118 h 118"/>
                <a:gd name="T22" fmla="*/ 0 w 163"/>
                <a:gd name="T23" fmla="*/ 11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63" h="118">
                  <a:moveTo>
                    <a:pt x="0" y="110"/>
                  </a:moveTo>
                  <a:cubicBezTo>
                    <a:pt x="4" y="108"/>
                    <a:pt x="10" y="103"/>
                    <a:pt x="15" y="92"/>
                  </a:cubicBezTo>
                  <a:cubicBezTo>
                    <a:pt x="31" y="63"/>
                    <a:pt x="58" y="62"/>
                    <a:pt x="66" y="63"/>
                  </a:cubicBezTo>
                  <a:cubicBezTo>
                    <a:pt x="75" y="52"/>
                    <a:pt x="123" y="0"/>
                    <a:pt x="160" y="20"/>
                  </a:cubicBezTo>
                  <a:cubicBezTo>
                    <a:pt x="162" y="21"/>
                    <a:pt x="163" y="23"/>
                    <a:pt x="162" y="25"/>
                  </a:cubicBezTo>
                  <a:cubicBezTo>
                    <a:pt x="161" y="27"/>
                    <a:pt x="158" y="28"/>
                    <a:pt x="156" y="27"/>
                  </a:cubicBezTo>
                  <a:cubicBezTo>
                    <a:pt x="121" y="9"/>
                    <a:pt x="71" y="69"/>
                    <a:pt x="70" y="69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7" y="71"/>
                    <a:pt x="67" y="71"/>
                    <a:pt x="67" y="71"/>
                  </a:cubicBezTo>
                  <a:cubicBezTo>
                    <a:pt x="66" y="71"/>
                    <a:pt x="38" y="66"/>
                    <a:pt x="22" y="96"/>
                  </a:cubicBezTo>
                  <a:cubicBezTo>
                    <a:pt x="16" y="109"/>
                    <a:pt x="9" y="114"/>
                    <a:pt x="3" y="118"/>
                  </a:cubicBezTo>
                  <a:lnTo>
                    <a:pt x="0" y="110"/>
                  </a:lnTo>
                  <a:close/>
                </a:path>
              </a:pathLst>
            </a:custGeom>
            <a:solidFill>
              <a:srgbClr val="DBA9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0" name="Freeform 70"/>
            <p:cNvSpPr>
              <a:spLocks/>
            </p:cNvSpPr>
            <p:nvPr/>
          </p:nvSpPr>
          <p:spPr bwMode="auto">
            <a:xfrm>
              <a:off x="946" y="989"/>
              <a:ext cx="185" cy="61"/>
            </a:xfrm>
            <a:custGeom>
              <a:avLst/>
              <a:gdLst>
                <a:gd name="T0" fmla="*/ 5 w 78"/>
                <a:gd name="T1" fmla="*/ 26 h 26"/>
                <a:gd name="T2" fmla="*/ 1 w 78"/>
                <a:gd name="T3" fmla="*/ 24 h 26"/>
                <a:gd name="T4" fmla="*/ 3 w 78"/>
                <a:gd name="T5" fmla="*/ 18 h 26"/>
                <a:gd name="T6" fmla="*/ 77 w 78"/>
                <a:gd name="T7" fmla="*/ 17 h 26"/>
                <a:gd name="T8" fmla="*/ 76 w 78"/>
                <a:gd name="T9" fmla="*/ 23 h 26"/>
                <a:gd name="T10" fmla="*/ 71 w 78"/>
                <a:gd name="T11" fmla="*/ 23 h 26"/>
                <a:gd name="T12" fmla="*/ 6 w 78"/>
                <a:gd name="T13" fmla="*/ 26 h 26"/>
                <a:gd name="T14" fmla="*/ 5 w 78"/>
                <a:gd name="T15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8" h="26">
                  <a:moveTo>
                    <a:pt x="5" y="26"/>
                  </a:moveTo>
                  <a:cubicBezTo>
                    <a:pt x="3" y="26"/>
                    <a:pt x="2" y="25"/>
                    <a:pt x="1" y="24"/>
                  </a:cubicBezTo>
                  <a:cubicBezTo>
                    <a:pt x="0" y="21"/>
                    <a:pt x="1" y="19"/>
                    <a:pt x="3" y="18"/>
                  </a:cubicBezTo>
                  <a:cubicBezTo>
                    <a:pt x="49" y="0"/>
                    <a:pt x="66" y="5"/>
                    <a:pt x="77" y="17"/>
                  </a:cubicBezTo>
                  <a:cubicBezTo>
                    <a:pt x="78" y="19"/>
                    <a:pt x="78" y="22"/>
                    <a:pt x="76" y="23"/>
                  </a:cubicBezTo>
                  <a:cubicBezTo>
                    <a:pt x="75" y="25"/>
                    <a:pt x="72" y="24"/>
                    <a:pt x="71" y="23"/>
                  </a:cubicBezTo>
                  <a:cubicBezTo>
                    <a:pt x="63" y="14"/>
                    <a:pt x="50" y="9"/>
                    <a:pt x="6" y="26"/>
                  </a:cubicBezTo>
                  <a:cubicBezTo>
                    <a:pt x="6" y="26"/>
                    <a:pt x="5" y="26"/>
                    <a:pt x="5" y="26"/>
                  </a:cubicBezTo>
                  <a:close/>
                </a:path>
              </a:pathLst>
            </a:custGeom>
            <a:solidFill>
              <a:srgbClr val="DBA9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1" name="Freeform 71"/>
            <p:cNvSpPr>
              <a:spLocks/>
            </p:cNvSpPr>
            <p:nvPr/>
          </p:nvSpPr>
          <p:spPr bwMode="auto">
            <a:xfrm>
              <a:off x="1012" y="901"/>
              <a:ext cx="62" cy="83"/>
            </a:xfrm>
            <a:custGeom>
              <a:avLst/>
              <a:gdLst>
                <a:gd name="T0" fmla="*/ 5 w 26"/>
                <a:gd name="T1" fmla="*/ 35 h 35"/>
                <a:gd name="T2" fmla="*/ 1 w 26"/>
                <a:gd name="T3" fmla="*/ 31 h 35"/>
                <a:gd name="T4" fmla="*/ 20 w 26"/>
                <a:gd name="T5" fmla="*/ 1 h 35"/>
                <a:gd name="T6" fmla="*/ 25 w 26"/>
                <a:gd name="T7" fmla="*/ 4 h 35"/>
                <a:gd name="T8" fmla="*/ 23 w 26"/>
                <a:gd name="T9" fmla="*/ 9 h 35"/>
                <a:gd name="T10" fmla="*/ 9 w 26"/>
                <a:gd name="T11" fmla="*/ 31 h 35"/>
                <a:gd name="T12" fmla="*/ 5 w 26"/>
                <a:gd name="T13" fmla="*/ 35 h 35"/>
                <a:gd name="T14" fmla="*/ 5 w 26"/>
                <a:gd name="T15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35">
                  <a:moveTo>
                    <a:pt x="5" y="35"/>
                  </a:moveTo>
                  <a:cubicBezTo>
                    <a:pt x="3" y="35"/>
                    <a:pt x="1" y="33"/>
                    <a:pt x="1" y="31"/>
                  </a:cubicBezTo>
                  <a:cubicBezTo>
                    <a:pt x="0" y="12"/>
                    <a:pt x="13" y="3"/>
                    <a:pt x="20" y="1"/>
                  </a:cubicBezTo>
                  <a:cubicBezTo>
                    <a:pt x="22" y="0"/>
                    <a:pt x="25" y="1"/>
                    <a:pt x="25" y="4"/>
                  </a:cubicBezTo>
                  <a:cubicBezTo>
                    <a:pt x="26" y="6"/>
                    <a:pt x="25" y="8"/>
                    <a:pt x="23" y="9"/>
                  </a:cubicBezTo>
                  <a:cubicBezTo>
                    <a:pt x="22" y="9"/>
                    <a:pt x="8" y="13"/>
                    <a:pt x="9" y="31"/>
                  </a:cubicBezTo>
                  <a:cubicBezTo>
                    <a:pt x="9" y="33"/>
                    <a:pt x="7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lose/>
                </a:path>
              </a:pathLst>
            </a:custGeom>
            <a:solidFill>
              <a:srgbClr val="DBA9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2" name="Freeform 72"/>
            <p:cNvSpPr>
              <a:spLocks/>
            </p:cNvSpPr>
            <p:nvPr/>
          </p:nvSpPr>
          <p:spPr bwMode="auto">
            <a:xfrm>
              <a:off x="1010" y="1191"/>
              <a:ext cx="111" cy="123"/>
            </a:xfrm>
            <a:custGeom>
              <a:avLst/>
              <a:gdLst>
                <a:gd name="T0" fmla="*/ 5 w 47"/>
                <a:gd name="T1" fmla="*/ 52 h 52"/>
                <a:gd name="T2" fmla="*/ 1 w 47"/>
                <a:gd name="T3" fmla="*/ 48 h 52"/>
                <a:gd name="T4" fmla="*/ 14 w 47"/>
                <a:gd name="T5" fmla="*/ 9 h 52"/>
                <a:gd name="T6" fmla="*/ 44 w 47"/>
                <a:gd name="T7" fmla="*/ 2 h 52"/>
                <a:gd name="T8" fmla="*/ 47 w 47"/>
                <a:gd name="T9" fmla="*/ 7 h 52"/>
                <a:gd name="T10" fmla="*/ 42 w 47"/>
                <a:gd name="T11" fmla="*/ 10 h 52"/>
                <a:gd name="T12" fmla="*/ 20 w 47"/>
                <a:gd name="T13" fmla="*/ 15 h 52"/>
                <a:gd name="T14" fmla="*/ 9 w 47"/>
                <a:gd name="T15" fmla="*/ 48 h 52"/>
                <a:gd name="T16" fmla="*/ 5 w 47"/>
                <a:gd name="T17" fmla="*/ 52 h 52"/>
                <a:gd name="T18" fmla="*/ 5 w 47"/>
                <a:gd name="T1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" h="52">
                  <a:moveTo>
                    <a:pt x="5" y="52"/>
                  </a:moveTo>
                  <a:cubicBezTo>
                    <a:pt x="3" y="52"/>
                    <a:pt x="1" y="50"/>
                    <a:pt x="1" y="48"/>
                  </a:cubicBezTo>
                  <a:cubicBezTo>
                    <a:pt x="1" y="47"/>
                    <a:pt x="0" y="22"/>
                    <a:pt x="14" y="9"/>
                  </a:cubicBezTo>
                  <a:cubicBezTo>
                    <a:pt x="22" y="3"/>
                    <a:pt x="31" y="0"/>
                    <a:pt x="44" y="2"/>
                  </a:cubicBezTo>
                  <a:cubicBezTo>
                    <a:pt x="46" y="2"/>
                    <a:pt x="47" y="4"/>
                    <a:pt x="47" y="7"/>
                  </a:cubicBezTo>
                  <a:cubicBezTo>
                    <a:pt x="47" y="9"/>
                    <a:pt x="45" y="10"/>
                    <a:pt x="42" y="10"/>
                  </a:cubicBezTo>
                  <a:cubicBezTo>
                    <a:pt x="33" y="8"/>
                    <a:pt x="25" y="10"/>
                    <a:pt x="20" y="15"/>
                  </a:cubicBezTo>
                  <a:cubicBezTo>
                    <a:pt x="8" y="26"/>
                    <a:pt x="9" y="48"/>
                    <a:pt x="9" y="48"/>
                  </a:cubicBezTo>
                  <a:cubicBezTo>
                    <a:pt x="9" y="50"/>
                    <a:pt x="7" y="52"/>
                    <a:pt x="5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</a:path>
              </a:pathLst>
            </a:custGeom>
            <a:solidFill>
              <a:srgbClr val="DBA9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3" name="Freeform 73"/>
            <p:cNvSpPr>
              <a:spLocks/>
            </p:cNvSpPr>
            <p:nvPr/>
          </p:nvSpPr>
          <p:spPr bwMode="auto">
            <a:xfrm>
              <a:off x="953" y="1091"/>
              <a:ext cx="130" cy="107"/>
            </a:xfrm>
            <a:custGeom>
              <a:avLst/>
              <a:gdLst>
                <a:gd name="T0" fmla="*/ 12 w 55"/>
                <a:gd name="T1" fmla="*/ 45 h 45"/>
                <a:gd name="T2" fmla="*/ 9 w 55"/>
                <a:gd name="T3" fmla="*/ 43 h 45"/>
                <a:gd name="T4" fmla="*/ 6 w 55"/>
                <a:gd name="T5" fmla="*/ 16 h 45"/>
                <a:gd name="T6" fmla="*/ 52 w 55"/>
                <a:gd name="T7" fmla="*/ 5 h 45"/>
                <a:gd name="T8" fmla="*/ 55 w 55"/>
                <a:gd name="T9" fmla="*/ 10 h 45"/>
                <a:gd name="T10" fmla="*/ 50 w 55"/>
                <a:gd name="T11" fmla="*/ 13 h 45"/>
                <a:gd name="T12" fmla="*/ 13 w 55"/>
                <a:gd name="T13" fmla="*/ 21 h 45"/>
                <a:gd name="T14" fmla="*/ 16 w 55"/>
                <a:gd name="T15" fmla="*/ 38 h 45"/>
                <a:gd name="T16" fmla="*/ 15 w 55"/>
                <a:gd name="T17" fmla="*/ 44 h 45"/>
                <a:gd name="T18" fmla="*/ 12 w 55"/>
                <a:gd name="T19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" h="45">
                  <a:moveTo>
                    <a:pt x="12" y="45"/>
                  </a:moveTo>
                  <a:cubicBezTo>
                    <a:pt x="11" y="45"/>
                    <a:pt x="10" y="44"/>
                    <a:pt x="9" y="43"/>
                  </a:cubicBezTo>
                  <a:cubicBezTo>
                    <a:pt x="0" y="30"/>
                    <a:pt x="3" y="21"/>
                    <a:pt x="6" y="16"/>
                  </a:cubicBezTo>
                  <a:cubicBezTo>
                    <a:pt x="14" y="5"/>
                    <a:pt x="33" y="0"/>
                    <a:pt x="52" y="5"/>
                  </a:cubicBezTo>
                  <a:cubicBezTo>
                    <a:pt x="54" y="5"/>
                    <a:pt x="55" y="8"/>
                    <a:pt x="55" y="10"/>
                  </a:cubicBezTo>
                  <a:cubicBezTo>
                    <a:pt x="54" y="12"/>
                    <a:pt x="52" y="13"/>
                    <a:pt x="50" y="13"/>
                  </a:cubicBezTo>
                  <a:cubicBezTo>
                    <a:pt x="34" y="9"/>
                    <a:pt x="18" y="12"/>
                    <a:pt x="13" y="21"/>
                  </a:cubicBezTo>
                  <a:cubicBezTo>
                    <a:pt x="9" y="27"/>
                    <a:pt x="12" y="34"/>
                    <a:pt x="16" y="38"/>
                  </a:cubicBezTo>
                  <a:cubicBezTo>
                    <a:pt x="17" y="40"/>
                    <a:pt x="16" y="43"/>
                    <a:pt x="15" y="44"/>
                  </a:cubicBezTo>
                  <a:cubicBezTo>
                    <a:pt x="14" y="44"/>
                    <a:pt x="13" y="45"/>
                    <a:pt x="12" y="45"/>
                  </a:cubicBezTo>
                  <a:close/>
                </a:path>
              </a:pathLst>
            </a:custGeom>
            <a:solidFill>
              <a:srgbClr val="DBA9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4" name="Freeform 74"/>
            <p:cNvSpPr>
              <a:spLocks/>
            </p:cNvSpPr>
            <p:nvPr/>
          </p:nvSpPr>
          <p:spPr bwMode="auto">
            <a:xfrm>
              <a:off x="1748" y="1058"/>
              <a:ext cx="100" cy="128"/>
            </a:xfrm>
            <a:custGeom>
              <a:avLst/>
              <a:gdLst>
                <a:gd name="T0" fmla="*/ 35 w 42"/>
                <a:gd name="T1" fmla="*/ 54 h 54"/>
                <a:gd name="T2" fmla="*/ 31 w 42"/>
                <a:gd name="T3" fmla="*/ 51 h 54"/>
                <a:gd name="T4" fmla="*/ 27 w 42"/>
                <a:gd name="T5" fmla="*/ 43 h 54"/>
                <a:gd name="T6" fmla="*/ 8 w 42"/>
                <a:gd name="T7" fmla="*/ 42 h 54"/>
                <a:gd name="T8" fmla="*/ 5 w 42"/>
                <a:gd name="T9" fmla="*/ 43 h 54"/>
                <a:gd name="T10" fmla="*/ 4 w 42"/>
                <a:gd name="T11" fmla="*/ 39 h 54"/>
                <a:gd name="T12" fmla="*/ 9 w 42"/>
                <a:gd name="T13" fmla="*/ 7 h 54"/>
                <a:gd name="T14" fmla="*/ 39 w 42"/>
                <a:gd name="T15" fmla="*/ 5 h 54"/>
                <a:gd name="T16" fmla="*/ 42 w 42"/>
                <a:gd name="T17" fmla="*/ 10 h 54"/>
                <a:gd name="T18" fmla="*/ 36 w 42"/>
                <a:gd name="T19" fmla="*/ 13 h 54"/>
                <a:gd name="T20" fmla="*/ 15 w 42"/>
                <a:gd name="T21" fmla="*/ 12 h 54"/>
                <a:gd name="T22" fmla="*/ 10 w 42"/>
                <a:gd name="T23" fmla="*/ 33 h 54"/>
                <a:gd name="T24" fmla="*/ 31 w 42"/>
                <a:gd name="T25" fmla="*/ 37 h 54"/>
                <a:gd name="T26" fmla="*/ 39 w 42"/>
                <a:gd name="T27" fmla="*/ 49 h 54"/>
                <a:gd name="T28" fmla="*/ 36 w 42"/>
                <a:gd name="T29" fmla="*/ 54 h 54"/>
                <a:gd name="T30" fmla="*/ 35 w 42"/>
                <a:gd name="T31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2" h="54">
                  <a:moveTo>
                    <a:pt x="35" y="54"/>
                  </a:moveTo>
                  <a:cubicBezTo>
                    <a:pt x="33" y="54"/>
                    <a:pt x="32" y="53"/>
                    <a:pt x="31" y="51"/>
                  </a:cubicBezTo>
                  <a:cubicBezTo>
                    <a:pt x="31" y="47"/>
                    <a:pt x="29" y="45"/>
                    <a:pt x="27" y="43"/>
                  </a:cubicBezTo>
                  <a:cubicBezTo>
                    <a:pt x="21" y="40"/>
                    <a:pt x="12" y="41"/>
                    <a:pt x="8" y="42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1"/>
                    <a:pt x="0" y="15"/>
                    <a:pt x="9" y="7"/>
                  </a:cubicBezTo>
                  <a:cubicBezTo>
                    <a:pt x="16" y="0"/>
                    <a:pt x="26" y="0"/>
                    <a:pt x="39" y="5"/>
                  </a:cubicBezTo>
                  <a:cubicBezTo>
                    <a:pt x="41" y="6"/>
                    <a:pt x="42" y="8"/>
                    <a:pt x="42" y="10"/>
                  </a:cubicBezTo>
                  <a:cubicBezTo>
                    <a:pt x="41" y="12"/>
                    <a:pt x="39" y="13"/>
                    <a:pt x="36" y="13"/>
                  </a:cubicBezTo>
                  <a:cubicBezTo>
                    <a:pt x="29" y="10"/>
                    <a:pt x="20" y="8"/>
                    <a:pt x="15" y="12"/>
                  </a:cubicBezTo>
                  <a:cubicBezTo>
                    <a:pt x="10" y="17"/>
                    <a:pt x="9" y="26"/>
                    <a:pt x="10" y="33"/>
                  </a:cubicBezTo>
                  <a:cubicBezTo>
                    <a:pt x="16" y="33"/>
                    <a:pt x="24" y="32"/>
                    <a:pt x="31" y="37"/>
                  </a:cubicBezTo>
                  <a:cubicBezTo>
                    <a:pt x="36" y="39"/>
                    <a:pt x="38" y="44"/>
                    <a:pt x="39" y="49"/>
                  </a:cubicBezTo>
                  <a:cubicBezTo>
                    <a:pt x="40" y="52"/>
                    <a:pt x="38" y="54"/>
                    <a:pt x="36" y="54"/>
                  </a:cubicBezTo>
                  <a:cubicBezTo>
                    <a:pt x="36" y="54"/>
                    <a:pt x="36" y="54"/>
                    <a:pt x="35" y="54"/>
                  </a:cubicBezTo>
                  <a:close/>
                </a:path>
              </a:pathLst>
            </a:custGeom>
            <a:solidFill>
              <a:srgbClr val="DBA9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5" name="Freeform 75"/>
            <p:cNvSpPr>
              <a:spLocks/>
            </p:cNvSpPr>
            <p:nvPr/>
          </p:nvSpPr>
          <p:spPr bwMode="auto">
            <a:xfrm>
              <a:off x="1463" y="962"/>
              <a:ext cx="202" cy="84"/>
            </a:xfrm>
            <a:custGeom>
              <a:avLst/>
              <a:gdLst>
                <a:gd name="T0" fmla="*/ 81 w 85"/>
                <a:gd name="T1" fmla="*/ 35 h 35"/>
                <a:gd name="T2" fmla="*/ 80 w 85"/>
                <a:gd name="T3" fmla="*/ 35 h 35"/>
                <a:gd name="T4" fmla="*/ 48 w 85"/>
                <a:gd name="T5" fmla="*/ 21 h 35"/>
                <a:gd name="T6" fmla="*/ 22 w 85"/>
                <a:gd name="T7" fmla="*/ 11 h 35"/>
                <a:gd name="T8" fmla="*/ 8 w 85"/>
                <a:gd name="T9" fmla="*/ 25 h 35"/>
                <a:gd name="T10" fmla="*/ 3 w 85"/>
                <a:gd name="T11" fmla="*/ 26 h 35"/>
                <a:gd name="T12" fmla="*/ 1 w 85"/>
                <a:gd name="T13" fmla="*/ 21 h 35"/>
                <a:gd name="T14" fmla="*/ 20 w 85"/>
                <a:gd name="T15" fmla="*/ 3 h 35"/>
                <a:gd name="T16" fmla="*/ 53 w 85"/>
                <a:gd name="T17" fmla="*/ 14 h 35"/>
                <a:gd name="T18" fmla="*/ 81 w 85"/>
                <a:gd name="T19" fmla="*/ 27 h 35"/>
                <a:gd name="T20" fmla="*/ 85 w 85"/>
                <a:gd name="T21" fmla="*/ 32 h 35"/>
                <a:gd name="T22" fmla="*/ 81 w 85"/>
                <a:gd name="T23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5" h="35">
                  <a:moveTo>
                    <a:pt x="81" y="35"/>
                  </a:moveTo>
                  <a:cubicBezTo>
                    <a:pt x="81" y="35"/>
                    <a:pt x="80" y="35"/>
                    <a:pt x="80" y="35"/>
                  </a:cubicBezTo>
                  <a:cubicBezTo>
                    <a:pt x="68" y="33"/>
                    <a:pt x="58" y="27"/>
                    <a:pt x="48" y="21"/>
                  </a:cubicBezTo>
                  <a:cubicBezTo>
                    <a:pt x="38" y="14"/>
                    <a:pt x="30" y="9"/>
                    <a:pt x="22" y="11"/>
                  </a:cubicBezTo>
                  <a:cubicBezTo>
                    <a:pt x="17" y="12"/>
                    <a:pt x="13" y="17"/>
                    <a:pt x="8" y="25"/>
                  </a:cubicBezTo>
                  <a:cubicBezTo>
                    <a:pt x="7" y="27"/>
                    <a:pt x="5" y="27"/>
                    <a:pt x="3" y="26"/>
                  </a:cubicBezTo>
                  <a:cubicBezTo>
                    <a:pt x="1" y="25"/>
                    <a:pt x="0" y="23"/>
                    <a:pt x="1" y="21"/>
                  </a:cubicBezTo>
                  <a:cubicBezTo>
                    <a:pt x="7" y="11"/>
                    <a:pt x="13" y="5"/>
                    <a:pt x="20" y="3"/>
                  </a:cubicBezTo>
                  <a:cubicBezTo>
                    <a:pt x="31" y="0"/>
                    <a:pt x="42" y="7"/>
                    <a:pt x="53" y="14"/>
                  </a:cubicBezTo>
                  <a:cubicBezTo>
                    <a:pt x="62" y="20"/>
                    <a:pt x="71" y="26"/>
                    <a:pt x="81" y="27"/>
                  </a:cubicBezTo>
                  <a:cubicBezTo>
                    <a:pt x="84" y="28"/>
                    <a:pt x="85" y="30"/>
                    <a:pt x="85" y="32"/>
                  </a:cubicBezTo>
                  <a:cubicBezTo>
                    <a:pt x="84" y="34"/>
                    <a:pt x="83" y="35"/>
                    <a:pt x="81" y="35"/>
                  </a:cubicBezTo>
                  <a:close/>
                </a:path>
              </a:pathLst>
            </a:custGeom>
            <a:solidFill>
              <a:srgbClr val="DBA9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6" name="Freeform 76"/>
            <p:cNvSpPr>
              <a:spLocks/>
            </p:cNvSpPr>
            <p:nvPr/>
          </p:nvSpPr>
          <p:spPr bwMode="auto">
            <a:xfrm>
              <a:off x="1012" y="1338"/>
              <a:ext cx="145" cy="67"/>
            </a:xfrm>
            <a:custGeom>
              <a:avLst/>
              <a:gdLst>
                <a:gd name="T0" fmla="*/ 57 w 61"/>
                <a:gd name="T1" fmla="*/ 28 h 28"/>
                <a:gd name="T2" fmla="*/ 53 w 61"/>
                <a:gd name="T3" fmla="*/ 26 h 28"/>
                <a:gd name="T4" fmla="*/ 6 w 61"/>
                <a:gd name="T5" fmla="*/ 25 h 28"/>
                <a:gd name="T6" fmla="*/ 1 w 61"/>
                <a:gd name="T7" fmla="*/ 22 h 28"/>
                <a:gd name="T8" fmla="*/ 3 w 61"/>
                <a:gd name="T9" fmla="*/ 17 h 28"/>
                <a:gd name="T10" fmla="*/ 60 w 61"/>
                <a:gd name="T11" fmla="*/ 23 h 28"/>
                <a:gd name="T12" fmla="*/ 58 w 61"/>
                <a:gd name="T13" fmla="*/ 28 h 28"/>
                <a:gd name="T14" fmla="*/ 57 w 61"/>
                <a:gd name="T15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28">
                  <a:moveTo>
                    <a:pt x="57" y="28"/>
                  </a:moveTo>
                  <a:cubicBezTo>
                    <a:pt x="55" y="28"/>
                    <a:pt x="54" y="27"/>
                    <a:pt x="53" y="26"/>
                  </a:cubicBezTo>
                  <a:cubicBezTo>
                    <a:pt x="47" y="13"/>
                    <a:pt x="17" y="21"/>
                    <a:pt x="6" y="25"/>
                  </a:cubicBezTo>
                  <a:cubicBezTo>
                    <a:pt x="4" y="25"/>
                    <a:pt x="2" y="24"/>
                    <a:pt x="1" y="22"/>
                  </a:cubicBezTo>
                  <a:cubicBezTo>
                    <a:pt x="0" y="20"/>
                    <a:pt x="1" y="18"/>
                    <a:pt x="3" y="17"/>
                  </a:cubicBezTo>
                  <a:cubicBezTo>
                    <a:pt x="5" y="16"/>
                    <a:pt x="49" y="0"/>
                    <a:pt x="60" y="23"/>
                  </a:cubicBezTo>
                  <a:cubicBezTo>
                    <a:pt x="61" y="25"/>
                    <a:pt x="60" y="27"/>
                    <a:pt x="58" y="28"/>
                  </a:cubicBezTo>
                  <a:cubicBezTo>
                    <a:pt x="58" y="28"/>
                    <a:pt x="57" y="28"/>
                    <a:pt x="57" y="28"/>
                  </a:cubicBezTo>
                  <a:close/>
                </a:path>
              </a:pathLst>
            </a:custGeom>
            <a:solidFill>
              <a:srgbClr val="DBA9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687" name="kidney"/>
          <p:cNvGrpSpPr>
            <a:grpSpLocks noChangeAspect="1"/>
          </p:cNvGrpSpPr>
          <p:nvPr/>
        </p:nvGrpSpPr>
        <p:grpSpPr bwMode="auto">
          <a:xfrm>
            <a:off x="7637059" y="4381500"/>
            <a:ext cx="723552" cy="1185018"/>
            <a:chOff x="2688" y="626"/>
            <a:chExt cx="900" cy="1474"/>
          </a:xfrm>
        </p:grpSpPr>
        <p:sp>
          <p:nvSpPr>
            <p:cNvPr id="688" name="AutoShape 93"/>
            <p:cNvSpPr>
              <a:spLocks noChangeAspect="1" noChangeArrowheads="1" noTextEdit="1"/>
            </p:cNvSpPr>
            <p:nvPr/>
          </p:nvSpPr>
          <p:spPr bwMode="auto">
            <a:xfrm>
              <a:off x="2688" y="626"/>
              <a:ext cx="900" cy="14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9" name="Freeform 95"/>
            <p:cNvSpPr>
              <a:spLocks/>
            </p:cNvSpPr>
            <p:nvPr/>
          </p:nvSpPr>
          <p:spPr bwMode="auto">
            <a:xfrm>
              <a:off x="2695" y="671"/>
              <a:ext cx="893" cy="1370"/>
            </a:xfrm>
            <a:custGeom>
              <a:avLst/>
              <a:gdLst>
                <a:gd name="T0" fmla="*/ 375 w 375"/>
                <a:gd name="T1" fmla="*/ 408 h 577"/>
                <a:gd name="T2" fmla="*/ 310 w 375"/>
                <a:gd name="T3" fmla="*/ 275 h 577"/>
                <a:gd name="T4" fmla="*/ 307 w 375"/>
                <a:gd name="T5" fmla="*/ 240 h 577"/>
                <a:gd name="T6" fmla="*/ 352 w 375"/>
                <a:gd name="T7" fmla="*/ 103 h 577"/>
                <a:gd name="T8" fmla="*/ 238 w 375"/>
                <a:gd name="T9" fmla="*/ 1 h 577"/>
                <a:gd name="T10" fmla="*/ 218 w 375"/>
                <a:gd name="T11" fmla="*/ 0 h 577"/>
                <a:gd name="T12" fmla="*/ 105 w 375"/>
                <a:gd name="T13" fmla="*/ 78 h 577"/>
                <a:gd name="T14" fmla="*/ 83 w 375"/>
                <a:gd name="T15" fmla="*/ 104 h 577"/>
                <a:gd name="T16" fmla="*/ 30 w 375"/>
                <a:gd name="T17" fmla="*/ 195 h 577"/>
                <a:gd name="T18" fmla="*/ 25 w 375"/>
                <a:gd name="T19" fmla="*/ 219 h 577"/>
                <a:gd name="T20" fmla="*/ 24 w 375"/>
                <a:gd name="T21" fmla="*/ 387 h 577"/>
                <a:gd name="T22" fmla="*/ 43 w 375"/>
                <a:gd name="T23" fmla="*/ 429 h 577"/>
                <a:gd name="T24" fmla="*/ 80 w 375"/>
                <a:gd name="T25" fmla="*/ 491 h 577"/>
                <a:gd name="T26" fmla="*/ 92 w 375"/>
                <a:gd name="T27" fmla="*/ 503 h 577"/>
                <a:gd name="T28" fmla="*/ 189 w 375"/>
                <a:gd name="T29" fmla="*/ 559 h 577"/>
                <a:gd name="T30" fmla="*/ 201 w 375"/>
                <a:gd name="T31" fmla="*/ 558 h 577"/>
                <a:gd name="T32" fmla="*/ 320 w 375"/>
                <a:gd name="T33" fmla="*/ 463 h 577"/>
                <a:gd name="T34" fmla="*/ 319 w 375"/>
                <a:gd name="T35" fmla="*/ 546 h 577"/>
                <a:gd name="T36" fmla="*/ 317 w 375"/>
                <a:gd name="T37" fmla="*/ 577 h 577"/>
                <a:gd name="T38" fmla="*/ 367 w 375"/>
                <a:gd name="T39" fmla="*/ 577 h 577"/>
                <a:gd name="T40" fmla="*/ 369 w 375"/>
                <a:gd name="T41" fmla="*/ 550 h 577"/>
                <a:gd name="T42" fmla="*/ 375 w 375"/>
                <a:gd name="T43" fmla="*/ 408 h 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75" h="577">
                  <a:moveTo>
                    <a:pt x="375" y="408"/>
                  </a:moveTo>
                  <a:cubicBezTo>
                    <a:pt x="375" y="346"/>
                    <a:pt x="340" y="304"/>
                    <a:pt x="310" y="275"/>
                  </a:cubicBezTo>
                  <a:cubicBezTo>
                    <a:pt x="310" y="265"/>
                    <a:pt x="309" y="254"/>
                    <a:pt x="307" y="240"/>
                  </a:cubicBezTo>
                  <a:cubicBezTo>
                    <a:pt x="347" y="199"/>
                    <a:pt x="359" y="134"/>
                    <a:pt x="352" y="103"/>
                  </a:cubicBezTo>
                  <a:cubicBezTo>
                    <a:pt x="344" y="68"/>
                    <a:pt x="302" y="13"/>
                    <a:pt x="238" y="1"/>
                  </a:cubicBezTo>
                  <a:cubicBezTo>
                    <a:pt x="231" y="0"/>
                    <a:pt x="224" y="0"/>
                    <a:pt x="218" y="0"/>
                  </a:cubicBezTo>
                  <a:cubicBezTo>
                    <a:pt x="174" y="0"/>
                    <a:pt x="136" y="26"/>
                    <a:pt x="105" y="78"/>
                  </a:cubicBezTo>
                  <a:cubicBezTo>
                    <a:pt x="99" y="88"/>
                    <a:pt x="91" y="95"/>
                    <a:pt x="83" y="104"/>
                  </a:cubicBezTo>
                  <a:cubicBezTo>
                    <a:pt x="64" y="122"/>
                    <a:pt x="40" y="145"/>
                    <a:pt x="30" y="195"/>
                  </a:cubicBezTo>
                  <a:cubicBezTo>
                    <a:pt x="29" y="203"/>
                    <a:pt x="27" y="211"/>
                    <a:pt x="25" y="219"/>
                  </a:cubicBezTo>
                  <a:cubicBezTo>
                    <a:pt x="12" y="281"/>
                    <a:pt x="0" y="339"/>
                    <a:pt x="24" y="387"/>
                  </a:cubicBezTo>
                  <a:cubicBezTo>
                    <a:pt x="32" y="403"/>
                    <a:pt x="38" y="417"/>
                    <a:pt x="43" y="429"/>
                  </a:cubicBezTo>
                  <a:cubicBezTo>
                    <a:pt x="53" y="454"/>
                    <a:pt x="61" y="473"/>
                    <a:pt x="80" y="491"/>
                  </a:cubicBezTo>
                  <a:cubicBezTo>
                    <a:pt x="84" y="495"/>
                    <a:pt x="88" y="499"/>
                    <a:pt x="92" y="503"/>
                  </a:cubicBezTo>
                  <a:cubicBezTo>
                    <a:pt x="115" y="526"/>
                    <a:pt x="148" y="559"/>
                    <a:pt x="189" y="559"/>
                  </a:cubicBezTo>
                  <a:cubicBezTo>
                    <a:pt x="193" y="559"/>
                    <a:pt x="197" y="558"/>
                    <a:pt x="201" y="558"/>
                  </a:cubicBezTo>
                  <a:cubicBezTo>
                    <a:pt x="251" y="549"/>
                    <a:pt x="301" y="509"/>
                    <a:pt x="320" y="463"/>
                  </a:cubicBezTo>
                  <a:cubicBezTo>
                    <a:pt x="323" y="496"/>
                    <a:pt x="321" y="530"/>
                    <a:pt x="319" y="546"/>
                  </a:cubicBezTo>
                  <a:cubicBezTo>
                    <a:pt x="317" y="577"/>
                    <a:pt x="317" y="577"/>
                    <a:pt x="317" y="577"/>
                  </a:cubicBezTo>
                  <a:cubicBezTo>
                    <a:pt x="367" y="577"/>
                    <a:pt x="367" y="577"/>
                    <a:pt x="367" y="577"/>
                  </a:cubicBezTo>
                  <a:cubicBezTo>
                    <a:pt x="369" y="550"/>
                    <a:pt x="369" y="550"/>
                    <a:pt x="369" y="550"/>
                  </a:cubicBezTo>
                  <a:cubicBezTo>
                    <a:pt x="369" y="549"/>
                    <a:pt x="375" y="485"/>
                    <a:pt x="375" y="408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0" name="Freeform 96"/>
            <p:cNvSpPr>
              <a:spLocks/>
            </p:cNvSpPr>
            <p:nvPr/>
          </p:nvSpPr>
          <p:spPr bwMode="auto">
            <a:xfrm>
              <a:off x="2917" y="887"/>
              <a:ext cx="638" cy="1154"/>
            </a:xfrm>
            <a:custGeom>
              <a:avLst/>
              <a:gdLst>
                <a:gd name="T0" fmla="*/ 268 w 268"/>
                <a:gd name="T1" fmla="*/ 299 h 486"/>
                <a:gd name="T2" fmla="*/ 186 w 268"/>
                <a:gd name="T3" fmla="*/ 150 h 486"/>
                <a:gd name="T4" fmla="*/ 175 w 268"/>
                <a:gd name="T5" fmla="*/ 140 h 486"/>
                <a:gd name="T6" fmla="*/ 149 w 268"/>
                <a:gd name="T7" fmla="*/ 56 h 486"/>
                <a:gd name="T8" fmla="*/ 175 w 268"/>
                <a:gd name="T9" fmla="*/ 27 h 486"/>
                <a:gd name="T10" fmla="*/ 122 w 268"/>
                <a:gd name="T11" fmla="*/ 31 h 486"/>
                <a:gd name="T12" fmla="*/ 76 w 268"/>
                <a:gd name="T13" fmla="*/ 0 h 486"/>
                <a:gd name="T14" fmla="*/ 84 w 268"/>
                <a:gd name="T15" fmla="*/ 38 h 486"/>
                <a:gd name="T16" fmla="*/ 90 w 268"/>
                <a:gd name="T17" fmla="*/ 78 h 486"/>
                <a:gd name="T18" fmla="*/ 75 w 268"/>
                <a:gd name="T19" fmla="*/ 59 h 486"/>
                <a:gd name="T20" fmla="*/ 42 w 268"/>
                <a:gd name="T21" fmla="*/ 119 h 486"/>
                <a:gd name="T22" fmla="*/ 57 w 268"/>
                <a:gd name="T23" fmla="*/ 131 h 486"/>
                <a:gd name="T24" fmla="*/ 23 w 268"/>
                <a:gd name="T25" fmla="*/ 132 h 486"/>
                <a:gd name="T26" fmla="*/ 10 w 268"/>
                <a:gd name="T27" fmla="*/ 183 h 486"/>
                <a:gd name="T28" fmla="*/ 33 w 268"/>
                <a:gd name="T29" fmla="*/ 191 h 486"/>
                <a:gd name="T30" fmla="*/ 12 w 268"/>
                <a:gd name="T31" fmla="*/ 196 h 486"/>
                <a:gd name="T32" fmla="*/ 34 w 268"/>
                <a:gd name="T33" fmla="*/ 255 h 486"/>
                <a:gd name="T34" fmla="*/ 0 w 268"/>
                <a:gd name="T35" fmla="*/ 276 h 486"/>
                <a:gd name="T36" fmla="*/ 41 w 268"/>
                <a:gd name="T37" fmla="*/ 328 h 486"/>
                <a:gd name="T38" fmla="*/ 68 w 268"/>
                <a:gd name="T39" fmla="*/ 303 h 486"/>
                <a:gd name="T40" fmla="*/ 67 w 268"/>
                <a:gd name="T41" fmla="*/ 323 h 486"/>
                <a:gd name="T42" fmla="*/ 112 w 268"/>
                <a:gd name="T43" fmla="*/ 325 h 486"/>
                <a:gd name="T44" fmla="*/ 122 w 268"/>
                <a:gd name="T45" fmla="*/ 294 h 486"/>
                <a:gd name="T46" fmla="*/ 123 w 268"/>
                <a:gd name="T47" fmla="*/ 276 h 486"/>
                <a:gd name="T48" fmla="*/ 142 w 268"/>
                <a:gd name="T49" fmla="*/ 253 h 486"/>
                <a:gd name="T50" fmla="*/ 194 w 268"/>
                <a:gd name="T51" fmla="*/ 289 h 486"/>
                <a:gd name="T52" fmla="*/ 212 w 268"/>
                <a:gd name="T53" fmla="*/ 437 h 486"/>
                <a:gd name="T54" fmla="*/ 208 w 268"/>
                <a:gd name="T55" fmla="*/ 486 h 486"/>
                <a:gd name="T56" fmla="*/ 259 w 268"/>
                <a:gd name="T57" fmla="*/ 486 h 486"/>
                <a:gd name="T58" fmla="*/ 262 w 268"/>
                <a:gd name="T59" fmla="*/ 441 h 486"/>
                <a:gd name="T60" fmla="*/ 268 w 268"/>
                <a:gd name="T61" fmla="*/ 299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8" h="486">
                  <a:moveTo>
                    <a:pt x="268" y="299"/>
                  </a:moveTo>
                  <a:cubicBezTo>
                    <a:pt x="268" y="224"/>
                    <a:pt x="217" y="178"/>
                    <a:pt x="186" y="150"/>
                  </a:cubicBezTo>
                  <a:cubicBezTo>
                    <a:pt x="182" y="147"/>
                    <a:pt x="178" y="143"/>
                    <a:pt x="175" y="140"/>
                  </a:cubicBezTo>
                  <a:cubicBezTo>
                    <a:pt x="127" y="95"/>
                    <a:pt x="134" y="73"/>
                    <a:pt x="149" y="56"/>
                  </a:cubicBezTo>
                  <a:cubicBezTo>
                    <a:pt x="175" y="27"/>
                    <a:pt x="175" y="27"/>
                    <a:pt x="175" y="27"/>
                  </a:cubicBezTo>
                  <a:cubicBezTo>
                    <a:pt x="175" y="27"/>
                    <a:pt x="141" y="37"/>
                    <a:pt x="122" y="31"/>
                  </a:cubicBezTo>
                  <a:cubicBezTo>
                    <a:pt x="102" y="25"/>
                    <a:pt x="76" y="0"/>
                    <a:pt x="76" y="0"/>
                  </a:cubicBezTo>
                  <a:cubicBezTo>
                    <a:pt x="84" y="38"/>
                    <a:pt x="84" y="38"/>
                    <a:pt x="84" y="38"/>
                  </a:cubicBezTo>
                  <a:cubicBezTo>
                    <a:pt x="86" y="52"/>
                    <a:pt x="89" y="67"/>
                    <a:pt x="90" y="78"/>
                  </a:cubicBezTo>
                  <a:cubicBezTo>
                    <a:pt x="90" y="78"/>
                    <a:pt x="82" y="76"/>
                    <a:pt x="75" y="59"/>
                  </a:cubicBezTo>
                  <a:cubicBezTo>
                    <a:pt x="68" y="110"/>
                    <a:pt x="42" y="119"/>
                    <a:pt x="42" y="119"/>
                  </a:cubicBezTo>
                  <a:cubicBezTo>
                    <a:pt x="46" y="120"/>
                    <a:pt x="48" y="126"/>
                    <a:pt x="57" y="131"/>
                  </a:cubicBezTo>
                  <a:cubicBezTo>
                    <a:pt x="44" y="130"/>
                    <a:pt x="30" y="132"/>
                    <a:pt x="23" y="132"/>
                  </a:cubicBezTo>
                  <a:cubicBezTo>
                    <a:pt x="21" y="132"/>
                    <a:pt x="34" y="163"/>
                    <a:pt x="10" y="183"/>
                  </a:cubicBezTo>
                  <a:cubicBezTo>
                    <a:pt x="33" y="191"/>
                    <a:pt x="33" y="191"/>
                    <a:pt x="33" y="191"/>
                  </a:cubicBezTo>
                  <a:cubicBezTo>
                    <a:pt x="33" y="191"/>
                    <a:pt x="21" y="194"/>
                    <a:pt x="12" y="196"/>
                  </a:cubicBezTo>
                  <a:cubicBezTo>
                    <a:pt x="50" y="203"/>
                    <a:pt x="34" y="255"/>
                    <a:pt x="34" y="255"/>
                  </a:cubicBezTo>
                  <a:cubicBezTo>
                    <a:pt x="19" y="261"/>
                    <a:pt x="0" y="276"/>
                    <a:pt x="0" y="276"/>
                  </a:cubicBezTo>
                  <a:cubicBezTo>
                    <a:pt x="0" y="276"/>
                    <a:pt x="36" y="289"/>
                    <a:pt x="41" y="328"/>
                  </a:cubicBezTo>
                  <a:cubicBezTo>
                    <a:pt x="58" y="316"/>
                    <a:pt x="68" y="303"/>
                    <a:pt x="68" y="303"/>
                  </a:cubicBezTo>
                  <a:cubicBezTo>
                    <a:pt x="68" y="303"/>
                    <a:pt x="69" y="312"/>
                    <a:pt x="67" y="323"/>
                  </a:cubicBezTo>
                  <a:cubicBezTo>
                    <a:pt x="90" y="314"/>
                    <a:pt x="112" y="325"/>
                    <a:pt x="112" y="325"/>
                  </a:cubicBezTo>
                  <a:cubicBezTo>
                    <a:pt x="119" y="317"/>
                    <a:pt x="122" y="303"/>
                    <a:pt x="122" y="294"/>
                  </a:cubicBezTo>
                  <a:cubicBezTo>
                    <a:pt x="122" y="288"/>
                    <a:pt x="122" y="282"/>
                    <a:pt x="123" y="276"/>
                  </a:cubicBezTo>
                  <a:cubicBezTo>
                    <a:pt x="126" y="253"/>
                    <a:pt x="138" y="253"/>
                    <a:pt x="142" y="253"/>
                  </a:cubicBezTo>
                  <a:cubicBezTo>
                    <a:pt x="155" y="253"/>
                    <a:pt x="177" y="264"/>
                    <a:pt x="194" y="289"/>
                  </a:cubicBezTo>
                  <a:cubicBezTo>
                    <a:pt x="219" y="325"/>
                    <a:pt x="215" y="408"/>
                    <a:pt x="212" y="437"/>
                  </a:cubicBezTo>
                  <a:cubicBezTo>
                    <a:pt x="208" y="486"/>
                    <a:pt x="208" y="486"/>
                    <a:pt x="208" y="486"/>
                  </a:cubicBezTo>
                  <a:cubicBezTo>
                    <a:pt x="259" y="486"/>
                    <a:pt x="259" y="486"/>
                    <a:pt x="259" y="486"/>
                  </a:cubicBezTo>
                  <a:cubicBezTo>
                    <a:pt x="262" y="441"/>
                    <a:pt x="262" y="441"/>
                    <a:pt x="262" y="441"/>
                  </a:cubicBezTo>
                  <a:cubicBezTo>
                    <a:pt x="262" y="440"/>
                    <a:pt x="268" y="376"/>
                    <a:pt x="268" y="2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1" name="Freeform 97"/>
            <p:cNvSpPr>
              <a:spLocks/>
            </p:cNvSpPr>
            <p:nvPr/>
          </p:nvSpPr>
          <p:spPr bwMode="auto">
            <a:xfrm>
              <a:off x="2662" y="628"/>
              <a:ext cx="855" cy="1327"/>
            </a:xfrm>
            <a:custGeom>
              <a:avLst/>
              <a:gdLst>
                <a:gd name="T0" fmla="*/ 189 w 359"/>
                <a:gd name="T1" fmla="*/ 559 h 559"/>
                <a:gd name="T2" fmla="*/ 92 w 359"/>
                <a:gd name="T3" fmla="*/ 503 h 559"/>
                <a:gd name="T4" fmla="*/ 80 w 359"/>
                <a:gd name="T5" fmla="*/ 491 h 559"/>
                <a:gd name="T6" fmla="*/ 43 w 359"/>
                <a:gd name="T7" fmla="*/ 429 h 559"/>
                <a:gd name="T8" fmla="*/ 24 w 359"/>
                <a:gd name="T9" fmla="*/ 387 h 559"/>
                <a:gd name="T10" fmla="*/ 25 w 359"/>
                <a:gd name="T11" fmla="*/ 219 h 559"/>
                <a:gd name="T12" fmla="*/ 30 w 359"/>
                <a:gd name="T13" fmla="*/ 195 h 559"/>
                <a:gd name="T14" fmla="*/ 83 w 359"/>
                <a:gd name="T15" fmla="*/ 104 h 559"/>
                <a:gd name="T16" fmla="*/ 105 w 359"/>
                <a:gd name="T17" fmla="*/ 78 h 559"/>
                <a:gd name="T18" fmla="*/ 218 w 359"/>
                <a:gd name="T19" fmla="*/ 0 h 559"/>
                <a:gd name="T20" fmla="*/ 238 w 359"/>
                <a:gd name="T21" fmla="*/ 1 h 559"/>
                <a:gd name="T22" fmla="*/ 352 w 359"/>
                <a:gd name="T23" fmla="*/ 103 h 559"/>
                <a:gd name="T24" fmla="*/ 307 w 359"/>
                <a:gd name="T25" fmla="*/ 240 h 559"/>
                <a:gd name="T26" fmla="*/ 306 w 359"/>
                <a:gd name="T27" fmla="*/ 309 h 559"/>
                <a:gd name="T28" fmla="*/ 311 w 359"/>
                <a:gd name="T29" fmla="*/ 315 h 559"/>
                <a:gd name="T30" fmla="*/ 316 w 359"/>
                <a:gd name="T31" fmla="*/ 336 h 559"/>
                <a:gd name="T32" fmla="*/ 324 w 359"/>
                <a:gd name="T33" fmla="*/ 450 h 559"/>
                <a:gd name="T34" fmla="*/ 321 w 359"/>
                <a:gd name="T35" fmla="*/ 459 h 559"/>
                <a:gd name="T36" fmla="*/ 201 w 359"/>
                <a:gd name="T37" fmla="*/ 558 h 559"/>
                <a:gd name="T38" fmla="*/ 189 w 359"/>
                <a:gd name="T39" fmla="*/ 559 h 5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59" h="559">
                  <a:moveTo>
                    <a:pt x="189" y="559"/>
                  </a:moveTo>
                  <a:cubicBezTo>
                    <a:pt x="148" y="559"/>
                    <a:pt x="115" y="526"/>
                    <a:pt x="92" y="503"/>
                  </a:cubicBezTo>
                  <a:cubicBezTo>
                    <a:pt x="88" y="499"/>
                    <a:pt x="84" y="495"/>
                    <a:pt x="80" y="491"/>
                  </a:cubicBezTo>
                  <a:cubicBezTo>
                    <a:pt x="61" y="473"/>
                    <a:pt x="53" y="454"/>
                    <a:pt x="43" y="429"/>
                  </a:cubicBezTo>
                  <a:cubicBezTo>
                    <a:pt x="38" y="417"/>
                    <a:pt x="32" y="403"/>
                    <a:pt x="24" y="387"/>
                  </a:cubicBezTo>
                  <a:cubicBezTo>
                    <a:pt x="0" y="339"/>
                    <a:pt x="12" y="281"/>
                    <a:pt x="25" y="219"/>
                  </a:cubicBezTo>
                  <a:cubicBezTo>
                    <a:pt x="27" y="211"/>
                    <a:pt x="29" y="203"/>
                    <a:pt x="30" y="195"/>
                  </a:cubicBezTo>
                  <a:cubicBezTo>
                    <a:pt x="40" y="145"/>
                    <a:pt x="64" y="122"/>
                    <a:pt x="83" y="104"/>
                  </a:cubicBezTo>
                  <a:cubicBezTo>
                    <a:pt x="91" y="95"/>
                    <a:pt x="99" y="88"/>
                    <a:pt x="105" y="78"/>
                  </a:cubicBezTo>
                  <a:cubicBezTo>
                    <a:pt x="136" y="26"/>
                    <a:pt x="174" y="0"/>
                    <a:pt x="218" y="0"/>
                  </a:cubicBezTo>
                  <a:cubicBezTo>
                    <a:pt x="224" y="0"/>
                    <a:pt x="231" y="0"/>
                    <a:pt x="238" y="1"/>
                  </a:cubicBezTo>
                  <a:cubicBezTo>
                    <a:pt x="302" y="13"/>
                    <a:pt x="344" y="68"/>
                    <a:pt x="352" y="103"/>
                  </a:cubicBezTo>
                  <a:cubicBezTo>
                    <a:pt x="359" y="134"/>
                    <a:pt x="347" y="199"/>
                    <a:pt x="307" y="240"/>
                  </a:cubicBezTo>
                  <a:cubicBezTo>
                    <a:pt x="312" y="275"/>
                    <a:pt x="310" y="296"/>
                    <a:pt x="306" y="309"/>
                  </a:cubicBezTo>
                  <a:cubicBezTo>
                    <a:pt x="308" y="311"/>
                    <a:pt x="309" y="313"/>
                    <a:pt x="311" y="315"/>
                  </a:cubicBezTo>
                  <a:cubicBezTo>
                    <a:pt x="314" y="320"/>
                    <a:pt x="317" y="327"/>
                    <a:pt x="316" y="336"/>
                  </a:cubicBezTo>
                  <a:cubicBezTo>
                    <a:pt x="357" y="361"/>
                    <a:pt x="338" y="414"/>
                    <a:pt x="324" y="450"/>
                  </a:cubicBezTo>
                  <a:cubicBezTo>
                    <a:pt x="323" y="453"/>
                    <a:pt x="322" y="456"/>
                    <a:pt x="321" y="459"/>
                  </a:cubicBezTo>
                  <a:cubicBezTo>
                    <a:pt x="304" y="507"/>
                    <a:pt x="253" y="549"/>
                    <a:pt x="201" y="558"/>
                  </a:cubicBezTo>
                  <a:cubicBezTo>
                    <a:pt x="197" y="558"/>
                    <a:pt x="193" y="559"/>
                    <a:pt x="189" y="55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2" name="Freeform 98"/>
            <p:cNvSpPr>
              <a:spLocks/>
            </p:cNvSpPr>
            <p:nvPr/>
          </p:nvSpPr>
          <p:spPr bwMode="auto">
            <a:xfrm>
              <a:off x="2695" y="643"/>
              <a:ext cx="783" cy="1288"/>
            </a:xfrm>
            <a:custGeom>
              <a:avLst/>
              <a:gdLst>
                <a:gd name="T0" fmla="*/ 275 w 329"/>
                <a:gd name="T1" fmla="*/ 229 h 543"/>
                <a:gd name="T2" fmla="*/ 322 w 329"/>
                <a:gd name="T3" fmla="*/ 100 h 543"/>
                <a:gd name="T4" fmla="*/ 221 w 329"/>
                <a:gd name="T5" fmla="*/ 11 h 543"/>
                <a:gd name="T6" fmla="*/ 105 w 329"/>
                <a:gd name="T7" fmla="*/ 81 h 543"/>
                <a:gd name="T8" fmla="*/ 32 w 329"/>
                <a:gd name="T9" fmla="*/ 193 h 543"/>
                <a:gd name="T10" fmla="*/ 24 w 329"/>
                <a:gd name="T11" fmla="*/ 374 h 543"/>
                <a:gd name="T12" fmla="*/ 77 w 329"/>
                <a:gd name="T13" fmla="*/ 474 h 543"/>
                <a:gd name="T14" fmla="*/ 185 w 329"/>
                <a:gd name="T15" fmla="*/ 536 h 543"/>
                <a:gd name="T16" fmla="*/ 292 w 329"/>
                <a:gd name="T17" fmla="*/ 448 h 543"/>
                <a:gd name="T18" fmla="*/ 285 w 329"/>
                <a:gd name="T19" fmla="*/ 340 h 543"/>
                <a:gd name="T20" fmla="*/ 272 w 329"/>
                <a:gd name="T21" fmla="*/ 309 h 543"/>
                <a:gd name="T22" fmla="*/ 275 w 329"/>
                <a:gd name="T23" fmla="*/ 229 h 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29" h="543">
                  <a:moveTo>
                    <a:pt x="275" y="229"/>
                  </a:moveTo>
                  <a:cubicBezTo>
                    <a:pt x="318" y="191"/>
                    <a:pt x="328" y="126"/>
                    <a:pt x="322" y="100"/>
                  </a:cubicBezTo>
                  <a:cubicBezTo>
                    <a:pt x="316" y="75"/>
                    <a:pt x="281" y="22"/>
                    <a:pt x="221" y="11"/>
                  </a:cubicBezTo>
                  <a:cubicBezTo>
                    <a:pt x="160" y="0"/>
                    <a:pt x="124" y="47"/>
                    <a:pt x="105" y="81"/>
                  </a:cubicBezTo>
                  <a:cubicBezTo>
                    <a:pt x="85" y="114"/>
                    <a:pt x="46" y="124"/>
                    <a:pt x="32" y="193"/>
                  </a:cubicBezTo>
                  <a:cubicBezTo>
                    <a:pt x="18" y="261"/>
                    <a:pt x="0" y="326"/>
                    <a:pt x="24" y="374"/>
                  </a:cubicBezTo>
                  <a:cubicBezTo>
                    <a:pt x="49" y="422"/>
                    <a:pt x="52" y="450"/>
                    <a:pt x="77" y="474"/>
                  </a:cubicBezTo>
                  <a:cubicBezTo>
                    <a:pt x="103" y="498"/>
                    <a:pt x="139" y="543"/>
                    <a:pt x="185" y="536"/>
                  </a:cubicBezTo>
                  <a:cubicBezTo>
                    <a:pt x="230" y="528"/>
                    <a:pt x="277" y="490"/>
                    <a:pt x="292" y="448"/>
                  </a:cubicBezTo>
                  <a:cubicBezTo>
                    <a:pt x="307" y="406"/>
                    <a:pt x="329" y="356"/>
                    <a:pt x="285" y="340"/>
                  </a:cubicBezTo>
                  <a:cubicBezTo>
                    <a:pt x="292" y="313"/>
                    <a:pt x="272" y="309"/>
                    <a:pt x="272" y="309"/>
                  </a:cubicBezTo>
                  <a:cubicBezTo>
                    <a:pt x="272" y="309"/>
                    <a:pt x="287" y="295"/>
                    <a:pt x="275" y="229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3" name="Freeform 99"/>
            <p:cNvSpPr>
              <a:spLocks/>
            </p:cNvSpPr>
            <p:nvPr/>
          </p:nvSpPr>
          <p:spPr bwMode="auto">
            <a:xfrm>
              <a:off x="2752" y="1530"/>
              <a:ext cx="638" cy="401"/>
            </a:xfrm>
            <a:custGeom>
              <a:avLst/>
              <a:gdLst>
                <a:gd name="T0" fmla="*/ 268 w 268"/>
                <a:gd name="T1" fmla="*/ 74 h 169"/>
                <a:gd name="T2" fmla="*/ 161 w 268"/>
                <a:gd name="T3" fmla="*/ 162 h 169"/>
                <a:gd name="T4" fmla="*/ 53 w 268"/>
                <a:gd name="T5" fmla="*/ 100 h 169"/>
                <a:gd name="T6" fmla="*/ 0 w 268"/>
                <a:gd name="T7" fmla="*/ 0 h 169"/>
                <a:gd name="T8" fmla="*/ 36 w 268"/>
                <a:gd name="T9" fmla="*/ 59 h 169"/>
                <a:gd name="T10" fmla="*/ 63 w 268"/>
                <a:gd name="T11" fmla="*/ 101 h 169"/>
                <a:gd name="T12" fmla="*/ 162 w 268"/>
                <a:gd name="T13" fmla="*/ 148 h 169"/>
                <a:gd name="T14" fmla="*/ 268 w 268"/>
                <a:gd name="T15" fmla="*/ 7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8" h="169">
                  <a:moveTo>
                    <a:pt x="268" y="74"/>
                  </a:moveTo>
                  <a:cubicBezTo>
                    <a:pt x="253" y="116"/>
                    <a:pt x="206" y="154"/>
                    <a:pt x="161" y="162"/>
                  </a:cubicBezTo>
                  <a:cubicBezTo>
                    <a:pt x="115" y="169"/>
                    <a:pt x="79" y="124"/>
                    <a:pt x="53" y="100"/>
                  </a:cubicBezTo>
                  <a:cubicBezTo>
                    <a:pt x="28" y="76"/>
                    <a:pt x="25" y="48"/>
                    <a:pt x="0" y="0"/>
                  </a:cubicBezTo>
                  <a:cubicBezTo>
                    <a:pt x="0" y="0"/>
                    <a:pt x="30" y="31"/>
                    <a:pt x="36" y="59"/>
                  </a:cubicBezTo>
                  <a:cubicBezTo>
                    <a:pt x="42" y="87"/>
                    <a:pt x="51" y="87"/>
                    <a:pt x="63" y="101"/>
                  </a:cubicBezTo>
                  <a:cubicBezTo>
                    <a:pt x="75" y="114"/>
                    <a:pt x="122" y="157"/>
                    <a:pt x="162" y="148"/>
                  </a:cubicBezTo>
                  <a:cubicBezTo>
                    <a:pt x="202" y="139"/>
                    <a:pt x="239" y="115"/>
                    <a:pt x="268" y="74"/>
                  </a:cubicBezTo>
                  <a:close/>
                </a:path>
              </a:pathLst>
            </a:custGeom>
            <a:solidFill>
              <a:srgbClr val="9238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4" name="Freeform 100"/>
            <p:cNvSpPr>
              <a:spLocks/>
            </p:cNvSpPr>
            <p:nvPr/>
          </p:nvSpPr>
          <p:spPr bwMode="auto">
            <a:xfrm>
              <a:off x="2945" y="643"/>
              <a:ext cx="517" cy="237"/>
            </a:xfrm>
            <a:custGeom>
              <a:avLst/>
              <a:gdLst>
                <a:gd name="T0" fmla="*/ 0 w 217"/>
                <a:gd name="T1" fmla="*/ 81 h 100"/>
                <a:gd name="T2" fmla="*/ 116 w 217"/>
                <a:gd name="T3" fmla="*/ 11 h 100"/>
                <a:gd name="T4" fmla="*/ 217 w 217"/>
                <a:gd name="T5" fmla="*/ 100 h 100"/>
                <a:gd name="T6" fmla="*/ 110 w 217"/>
                <a:gd name="T7" fmla="*/ 20 h 100"/>
                <a:gd name="T8" fmla="*/ 0 w 217"/>
                <a:gd name="T9" fmla="*/ 81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7" h="100">
                  <a:moveTo>
                    <a:pt x="0" y="81"/>
                  </a:moveTo>
                  <a:cubicBezTo>
                    <a:pt x="19" y="47"/>
                    <a:pt x="55" y="0"/>
                    <a:pt x="116" y="11"/>
                  </a:cubicBezTo>
                  <a:cubicBezTo>
                    <a:pt x="176" y="22"/>
                    <a:pt x="211" y="75"/>
                    <a:pt x="217" y="100"/>
                  </a:cubicBezTo>
                  <a:cubicBezTo>
                    <a:pt x="217" y="100"/>
                    <a:pt x="175" y="27"/>
                    <a:pt x="110" y="20"/>
                  </a:cubicBezTo>
                  <a:cubicBezTo>
                    <a:pt x="44" y="13"/>
                    <a:pt x="0" y="81"/>
                    <a:pt x="0" y="81"/>
                  </a:cubicBezTo>
                  <a:close/>
                </a:path>
              </a:pathLst>
            </a:custGeom>
            <a:solidFill>
              <a:srgbClr val="A833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5" name="Freeform 101"/>
            <p:cNvSpPr>
              <a:spLocks/>
            </p:cNvSpPr>
            <p:nvPr/>
          </p:nvSpPr>
          <p:spPr bwMode="auto">
            <a:xfrm>
              <a:off x="2988" y="970"/>
              <a:ext cx="455" cy="641"/>
            </a:xfrm>
            <a:custGeom>
              <a:avLst/>
              <a:gdLst>
                <a:gd name="T0" fmla="*/ 162 w 191"/>
                <a:gd name="T1" fmla="*/ 202 h 270"/>
                <a:gd name="T2" fmla="*/ 149 w 191"/>
                <a:gd name="T3" fmla="*/ 171 h 270"/>
                <a:gd name="T4" fmla="*/ 156 w 191"/>
                <a:gd name="T5" fmla="*/ 148 h 270"/>
                <a:gd name="T6" fmla="*/ 134 w 191"/>
                <a:gd name="T7" fmla="*/ 127 h 270"/>
                <a:gd name="T8" fmla="*/ 102 w 191"/>
                <a:gd name="T9" fmla="*/ 15 h 270"/>
                <a:gd name="T10" fmla="*/ 69 w 191"/>
                <a:gd name="T11" fmla="*/ 0 h 270"/>
                <a:gd name="T12" fmla="*/ 68 w 191"/>
                <a:gd name="T13" fmla="*/ 80 h 270"/>
                <a:gd name="T14" fmla="*/ 55 w 191"/>
                <a:gd name="T15" fmla="*/ 68 h 270"/>
                <a:gd name="T16" fmla="*/ 36 w 191"/>
                <a:gd name="T17" fmla="*/ 82 h 270"/>
                <a:gd name="T18" fmla="*/ 69 w 191"/>
                <a:gd name="T19" fmla="*/ 126 h 270"/>
                <a:gd name="T20" fmla="*/ 14 w 191"/>
                <a:gd name="T21" fmla="*/ 111 h 270"/>
                <a:gd name="T22" fmla="*/ 0 w 191"/>
                <a:gd name="T23" fmla="*/ 141 h 270"/>
                <a:gd name="T24" fmla="*/ 68 w 191"/>
                <a:gd name="T25" fmla="*/ 163 h 270"/>
                <a:gd name="T26" fmla="*/ 24 w 191"/>
                <a:gd name="T27" fmla="*/ 172 h 270"/>
                <a:gd name="T28" fmla="*/ 15 w 191"/>
                <a:gd name="T29" fmla="*/ 215 h 270"/>
                <a:gd name="T30" fmla="*/ 54 w 191"/>
                <a:gd name="T31" fmla="*/ 198 h 270"/>
                <a:gd name="T32" fmla="*/ 60 w 191"/>
                <a:gd name="T33" fmla="*/ 221 h 270"/>
                <a:gd name="T34" fmla="*/ 2 w 191"/>
                <a:gd name="T35" fmla="*/ 240 h 270"/>
                <a:gd name="T36" fmla="*/ 18 w 191"/>
                <a:gd name="T37" fmla="*/ 270 h 270"/>
                <a:gd name="T38" fmla="*/ 59 w 191"/>
                <a:gd name="T39" fmla="*/ 242 h 270"/>
                <a:gd name="T40" fmla="*/ 62 w 191"/>
                <a:gd name="T41" fmla="*/ 264 h 270"/>
                <a:gd name="T42" fmla="*/ 69 w 191"/>
                <a:gd name="T43" fmla="*/ 264 h 270"/>
                <a:gd name="T44" fmla="*/ 77 w 191"/>
                <a:gd name="T45" fmla="*/ 249 h 270"/>
                <a:gd name="T46" fmla="*/ 178 w 191"/>
                <a:gd name="T47" fmla="*/ 256 h 270"/>
                <a:gd name="T48" fmla="*/ 184 w 191"/>
                <a:gd name="T49" fmla="*/ 267 h 270"/>
                <a:gd name="T50" fmla="*/ 162 w 191"/>
                <a:gd name="T51" fmla="*/ 202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91" h="270">
                  <a:moveTo>
                    <a:pt x="162" y="202"/>
                  </a:moveTo>
                  <a:cubicBezTo>
                    <a:pt x="169" y="175"/>
                    <a:pt x="149" y="171"/>
                    <a:pt x="149" y="171"/>
                  </a:cubicBezTo>
                  <a:cubicBezTo>
                    <a:pt x="149" y="171"/>
                    <a:pt x="154" y="166"/>
                    <a:pt x="156" y="148"/>
                  </a:cubicBezTo>
                  <a:cubicBezTo>
                    <a:pt x="148" y="140"/>
                    <a:pt x="140" y="134"/>
                    <a:pt x="134" y="127"/>
                  </a:cubicBezTo>
                  <a:cubicBezTo>
                    <a:pt x="105" y="100"/>
                    <a:pt x="79" y="63"/>
                    <a:pt x="102" y="15"/>
                  </a:cubicBezTo>
                  <a:cubicBezTo>
                    <a:pt x="82" y="22"/>
                    <a:pt x="69" y="0"/>
                    <a:pt x="69" y="0"/>
                  </a:cubicBezTo>
                  <a:cubicBezTo>
                    <a:pt x="69" y="0"/>
                    <a:pt x="79" y="74"/>
                    <a:pt x="68" y="80"/>
                  </a:cubicBezTo>
                  <a:cubicBezTo>
                    <a:pt x="58" y="86"/>
                    <a:pt x="61" y="74"/>
                    <a:pt x="55" y="68"/>
                  </a:cubicBezTo>
                  <a:cubicBezTo>
                    <a:pt x="52" y="85"/>
                    <a:pt x="36" y="82"/>
                    <a:pt x="36" y="82"/>
                  </a:cubicBezTo>
                  <a:cubicBezTo>
                    <a:pt x="36" y="82"/>
                    <a:pt x="87" y="104"/>
                    <a:pt x="69" y="126"/>
                  </a:cubicBezTo>
                  <a:cubicBezTo>
                    <a:pt x="51" y="147"/>
                    <a:pt x="29" y="107"/>
                    <a:pt x="14" y="111"/>
                  </a:cubicBezTo>
                  <a:cubicBezTo>
                    <a:pt x="30" y="125"/>
                    <a:pt x="0" y="141"/>
                    <a:pt x="0" y="141"/>
                  </a:cubicBezTo>
                  <a:cubicBezTo>
                    <a:pt x="0" y="141"/>
                    <a:pt x="71" y="136"/>
                    <a:pt x="68" y="163"/>
                  </a:cubicBezTo>
                  <a:cubicBezTo>
                    <a:pt x="65" y="191"/>
                    <a:pt x="40" y="168"/>
                    <a:pt x="24" y="172"/>
                  </a:cubicBezTo>
                  <a:cubicBezTo>
                    <a:pt x="36" y="182"/>
                    <a:pt x="15" y="215"/>
                    <a:pt x="15" y="215"/>
                  </a:cubicBezTo>
                  <a:cubicBezTo>
                    <a:pt x="15" y="215"/>
                    <a:pt x="33" y="210"/>
                    <a:pt x="54" y="198"/>
                  </a:cubicBezTo>
                  <a:cubicBezTo>
                    <a:pt x="75" y="186"/>
                    <a:pt x="96" y="197"/>
                    <a:pt x="60" y="221"/>
                  </a:cubicBezTo>
                  <a:cubicBezTo>
                    <a:pt x="23" y="245"/>
                    <a:pt x="2" y="240"/>
                    <a:pt x="2" y="240"/>
                  </a:cubicBezTo>
                  <a:cubicBezTo>
                    <a:pt x="23" y="244"/>
                    <a:pt x="15" y="256"/>
                    <a:pt x="18" y="270"/>
                  </a:cubicBezTo>
                  <a:cubicBezTo>
                    <a:pt x="29" y="251"/>
                    <a:pt x="43" y="236"/>
                    <a:pt x="59" y="242"/>
                  </a:cubicBezTo>
                  <a:cubicBezTo>
                    <a:pt x="74" y="248"/>
                    <a:pt x="62" y="264"/>
                    <a:pt x="62" y="264"/>
                  </a:cubicBezTo>
                  <a:cubicBezTo>
                    <a:pt x="62" y="264"/>
                    <a:pt x="67" y="249"/>
                    <a:pt x="69" y="264"/>
                  </a:cubicBezTo>
                  <a:cubicBezTo>
                    <a:pt x="74" y="258"/>
                    <a:pt x="74" y="267"/>
                    <a:pt x="77" y="249"/>
                  </a:cubicBezTo>
                  <a:cubicBezTo>
                    <a:pt x="86" y="192"/>
                    <a:pt x="145" y="207"/>
                    <a:pt x="178" y="256"/>
                  </a:cubicBezTo>
                  <a:cubicBezTo>
                    <a:pt x="180" y="259"/>
                    <a:pt x="182" y="263"/>
                    <a:pt x="184" y="267"/>
                  </a:cubicBezTo>
                  <a:cubicBezTo>
                    <a:pt x="191" y="238"/>
                    <a:pt x="191" y="213"/>
                    <a:pt x="162" y="202"/>
                  </a:cubicBezTo>
                  <a:close/>
                </a:path>
              </a:pathLst>
            </a:custGeom>
            <a:solidFill>
              <a:srgbClr val="9238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6" name="Freeform 102"/>
            <p:cNvSpPr>
              <a:spLocks/>
            </p:cNvSpPr>
            <p:nvPr/>
          </p:nvSpPr>
          <p:spPr bwMode="auto">
            <a:xfrm>
              <a:off x="2962" y="970"/>
              <a:ext cx="547" cy="1128"/>
            </a:xfrm>
            <a:custGeom>
              <a:avLst/>
              <a:gdLst>
                <a:gd name="T0" fmla="*/ 118 w 230"/>
                <a:gd name="T1" fmla="*/ 11 h 475"/>
                <a:gd name="T2" fmla="*/ 145 w 230"/>
                <a:gd name="T3" fmla="*/ 117 h 475"/>
                <a:gd name="T4" fmla="*/ 230 w 230"/>
                <a:gd name="T5" fmla="*/ 262 h 475"/>
                <a:gd name="T6" fmla="*/ 221 w 230"/>
                <a:gd name="T7" fmla="*/ 475 h 475"/>
                <a:gd name="T8" fmla="*/ 203 w 230"/>
                <a:gd name="T9" fmla="*/ 474 h 475"/>
                <a:gd name="T10" fmla="*/ 189 w 230"/>
                <a:gd name="T11" fmla="*/ 245 h 475"/>
                <a:gd name="T12" fmla="*/ 88 w 230"/>
                <a:gd name="T13" fmla="*/ 238 h 475"/>
                <a:gd name="T14" fmla="*/ 85 w 230"/>
                <a:gd name="T15" fmla="*/ 275 h 475"/>
                <a:gd name="T16" fmla="*/ 61 w 230"/>
                <a:gd name="T17" fmla="*/ 275 h 475"/>
                <a:gd name="T18" fmla="*/ 70 w 230"/>
                <a:gd name="T19" fmla="*/ 231 h 475"/>
                <a:gd name="T20" fmla="*/ 29 w 230"/>
                <a:gd name="T21" fmla="*/ 270 h 475"/>
                <a:gd name="T22" fmla="*/ 0 w 230"/>
                <a:gd name="T23" fmla="*/ 241 h 475"/>
                <a:gd name="T24" fmla="*/ 71 w 230"/>
                <a:gd name="T25" fmla="*/ 210 h 475"/>
                <a:gd name="T26" fmla="*/ 65 w 230"/>
                <a:gd name="T27" fmla="*/ 188 h 475"/>
                <a:gd name="T28" fmla="*/ 26 w 230"/>
                <a:gd name="T29" fmla="*/ 215 h 475"/>
                <a:gd name="T30" fmla="*/ 28 w 230"/>
                <a:gd name="T31" fmla="*/ 169 h 475"/>
                <a:gd name="T32" fmla="*/ 79 w 230"/>
                <a:gd name="T33" fmla="*/ 153 h 475"/>
                <a:gd name="T34" fmla="*/ 11 w 230"/>
                <a:gd name="T35" fmla="*/ 141 h 475"/>
                <a:gd name="T36" fmla="*/ 18 w 230"/>
                <a:gd name="T37" fmla="*/ 107 h 475"/>
                <a:gd name="T38" fmla="*/ 80 w 230"/>
                <a:gd name="T39" fmla="*/ 115 h 475"/>
                <a:gd name="T40" fmla="*/ 47 w 230"/>
                <a:gd name="T41" fmla="*/ 82 h 475"/>
                <a:gd name="T42" fmla="*/ 65 w 230"/>
                <a:gd name="T43" fmla="*/ 62 h 475"/>
                <a:gd name="T44" fmla="*/ 83 w 230"/>
                <a:gd name="T45" fmla="*/ 71 h 475"/>
                <a:gd name="T46" fmla="*/ 80 w 230"/>
                <a:gd name="T47" fmla="*/ 0 h 475"/>
                <a:gd name="T48" fmla="*/ 118 w 230"/>
                <a:gd name="T49" fmla="*/ 11 h 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30" h="475">
                  <a:moveTo>
                    <a:pt x="118" y="11"/>
                  </a:moveTo>
                  <a:cubicBezTo>
                    <a:pt x="95" y="59"/>
                    <a:pt x="116" y="90"/>
                    <a:pt x="145" y="117"/>
                  </a:cubicBezTo>
                  <a:cubicBezTo>
                    <a:pt x="173" y="144"/>
                    <a:pt x="230" y="185"/>
                    <a:pt x="230" y="262"/>
                  </a:cubicBezTo>
                  <a:cubicBezTo>
                    <a:pt x="230" y="339"/>
                    <a:pt x="221" y="475"/>
                    <a:pt x="221" y="475"/>
                  </a:cubicBezTo>
                  <a:cubicBezTo>
                    <a:pt x="203" y="474"/>
                    <a:pt x="203" y="474"/>
                    <a:pt x="203" y="474"/>
                  </a:cubicBezTo>
                  <a:cubicBezTo>
                    <a:pt x="203" y="474"/>
                    <a:pt x="221" y="294"/>
                    <a:pt x="189" y="245"/>
                  </a:cubicBezTo>
                  <a:cubicBezTo>
                    <a:pt x="156" y="197"/>
                    <a:pt x="97" y="181"/>
                    <a:pt x="88" y="238"/>
                  </a:cubicBezTo>
                  <a:cubicBezTo>
                    <a:pt x="85" y="256"/>
                    <a:pt x="90" y="270"/>
                    <a:pt x="85" y="275"/>
                  </a:cubicBezTo>
                  <a:cubicBezTo>
                    <a:pt x="82" y="260"/>
                    <a:pt x="61" y="275"/>
                    <a:pt x="61" y="275"/>
                  </a:cubicBezTo>
                  <a:cubicBezTo>
                    <a:pt x="61" y="275"/>
                    <a:pt x="85" y="237"/>
                    <a:pt x="70" y="231"/>
                  </a:cubicBezTo>
                  <a:cubicBezTo>
                    <a:pt x="54" y="225"/>
                    <a:pt x="40" y="251"/>
                    <a:pt x="29" y="270"/>
                  </a:cubicBezTo>
                  <a:cubicBezTo>
                    <a:pt x="26" y="256"/>
                    <a:pt x="21" y="245"/>
                    <a:pt x="0" y="241"/>
                  </a:cubicBezTo>
                  <a:cubicBezTo>
                    <a:pt x="0" y="241"/>
                    <a:pt x="34" y="234"/>
                    <a:pt x="71" y="210"/>
                  </a:cubicBezTo>
                  <a:cubicBezTo>
                    <a:pt x="107" y="186"/>
                    <a:pt x="86" y="175"/>
                    <a:pt x="65" y="188"/>
                  </a:cubicBezTo>
                  <a:cubicBezTo>
                    <a:pt x="44" y="200"/>
                    <a:pt x="26" y="215"/>
                    <a:pt x="26" y="215"/>
                  </a:cubicBezTo>
                  <a:cubicBezTo>
                    <a:pt x="26" y="215"/>
                    <a:pt x="40" y="178"/>
                    <a:pt x="28" y="169"/>
                  </a:cubicBezTo>
                  <a:cubicBezTo>
                    <a:pt x="44" y="164"/>
                    <a:pt x="76" y="180"/>
                    <a:pt x="79" y="153"/>
                  </a:cubicBezTo>
                  <a:cubicBezTo>
                    <a:pt x="82" y="126"/>
                    <a:pt x="11" y="141"/>
                    <a:pt x="11" y="141"/>
                  </a:cubicBezTo>
                  <a:cubicBezTo>
                    <a:pt x="11" y="141"/>
                    <a:pt x="34" y="122"/>
                    <a:pt x="18" y="107"/>
                  </a:cubicBezTo>
                  <a:cubicBezTo>
                    <a:pt x="34" y="104"/>
                    <a:pt x="62" y="136"/>
                    <a:pt x="80" y="115"/>
                  </a:cubicBezTo>
                  <a:cubicBezTo>
                    <a:pt x="98" y="94"/>
                    <a:pt x="47" y="82"/>
                    <a:pt x="47" y="82"/>
                  </a:cubicBezTo>
                  <a:cubicBezTo>
                    <a:pt x="47" y="82"/>
                    <a:pt x="62" y="79"/>
                    <a:pt x="65" y="62"/>
                  </a:cubicBezTo>
                  <a:cubicBezTo>
                    <a:pt x="70" y="69"/>
                    <a:pt x="73" y="77"/>
                    <a:pt x="83" y="71"/>
                  </a:cubicBezTo>
                  <a:cubicBezTo>
                    <a:pt x="94" y="65"/>
                    <a:pt x="80" y="0"/>
                    <a:pt x="80" y="0"/>
                  </a:cubicBezTo>
                  <a:cubicBezTo>
                    <a:pt x="80" y="0"/>
                    <a:pt x="97" y="18"/>
                    <a:pt x="118" y="11"/>
                  </a:cubicBez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7" name="Freeform 103"/>
            <p:cNvSpPr>
              <a:spLocks/>
            </p:cNvSpPr>
            <p:nvPr/>
          </p:nvSpPr>
          <p:spPr bwMode="auto">
            <a:xfrm>
              <a:off x="3117" y="970"/>
              <a:ext cx="69" cy="221"/>
            </a:xfrm>
            <a:custGeom>
              <a:avLst/>
              <a:gdLst>
                <a:gd name="T0" fmla="*/ 0 w 29"/>
                <a:gd name="T1" fmla="*/ 62 h 93"/>
                <a:gd name="T2" fmla="*/ 18 w 29"/>
                <a:gd name="T3" fmla="*/ 71 h 93"/>
                <a:gd name="T4" fmla="*/ 15 w 29"/>
                <a:gd name="T5" fmla="*/ 0 h 93"/>
                <a:gd name="T6" fmla="*/ 27 w 29"/>
                <a:gd name="T7" fmla="*/ 52 h 93"/>
                <a:gd name="T8" fmla="*/ 0 w 29"/>
                <a:gd name="T9" fmla="*/ 62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93">
                  <a:moveTo>
                    <a:pt x="0" y="62"/>
                  </a:moveTo>
                  <a:cubicBezTo>
                    <a:pt x="5" y="69"/>
                    <a:pt x="8" y="77"/>
                    <a:pt x="18" y="71"/>
                  </a:cubicBezTo>
                  <a:cubicBezTo>
                    <a:pt x="29" y="65"/>
                    <a:pt x="15" y="0"/>
                    <a:pt x="15" y="0"/>
                  </a:cubicBezTo>
                  <a:cubicBezTo>
                    <a:pt x="15" y="0"/>
                    <a:pt x="26" y="17"/>
                    <a:pt x="27" y="52"/>
                  </a:cubicBezTo>
                  <a:cubicBezTo>
                    <a:pt x="27" y="87"/>
                    <a:pt x="13" y="93"/>
                    <a:pt x="0" y="62"/>
                  </a:cubicBezTo>
                  <a:close/>
                </a:path>
              </a:pathLst>
            </a:custGeom>
            <a:solidFill>
              <a:srgbClr val="D3D6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8" name="Freeform 104"/>
            <p:cNvSpPr>
              <a:spLocks/>
            </p:cNvSpPr>
            <p:nvPr/>
          </p:nvSpPr>
          <p:spPr bwMode="auto">
            <a:xfrm>
              <a:off x="3031" y="1480"/>
              <a:ext cx="155" cy="143"/>
            </a:xfrm>
            <a:custGeom>
              <a:avLst/>
              <a:gdLst>
                <a:gd name="T0" fmla="*/ 0 w 65"/>
                <a:gd name="T1" fmla="*/ 55 h 60"/>
                <a:gd name="T2" fmla="*/ 41 w 65"/>
                <a:gd name="T3" fmla="*/ 16 h 60"/>
                <a:gd name="T4" fmla="*/ 32 w 65"/>
                <a:gd name="T5" fmla="*/ 60 h 60"/>
                <a:gd name="T6" fmla="*/ 42 w 65"/>
                <a:gd name="T7" fmla="*/ 11 h 60"/>
                <a:gd name="T8" fmla="*/ 0 w 65"/>
                <a:gd name="T9" fmla="*/ 55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60">
                  <a:moveTo>
                    <a:pt x="0" y="55"/>
                  </a:moveTo>
                  <a:cubicBezTo>
                    <a:pt x="11" y="36"/>
                    <a:pt x="25" y="10"/>
                    <a:pt x="41" y="16"/>
                  </a:cubicBezTo>
                  <a:cubicBezTo>
                    <a:pt x="56" y="22"/>
                    <a:pt x="32" y="60"/>
                    <a:pt x="32" y="60"/>
                  </a:cubicBezTo>
                  <a:cubicBezTo>
                    <a:pt x="32" y="60"/>
                    <a:pt x="65" y="21"/>
                    <a:pt x="42" y="11"/>
                  </a:cubicBezTo>
                  <a:cubicBezTo>
                    <a:pt x="19" y="0"/>
                    <a:pt x="0" y="55"/>
                    <a:pt x="0" y="55"/>
                  </a:cubicBezTo>
                  <a:close/>
                </a:path>
              </a:pathLst>
            </a:custGeom>
            <a:solidFill>
              <a:srgbClr val="D3D6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9" name="Freeform 105"/>
            <p:cNvSpPr>
              <a:spLocks/>
            </p:cNvSpPr>
            <p:nvPr/>
          </p:nvSpPr>
          <p:spPr bwMode="auto">
            <a:xfrm>
              <a:off x="2962" y="1374"/>
              <a:ext cx="255" cy="168"/>
            </a:xfrm>
            <a:custGeom>
              <a:avLst/>
              <a:gdLst>
                <a:gd name="T0" fmla="*/ 0 w 107"/>
                <a:gd name="T1" fmla="*/ 71 h 71"/>
                <a:gd name="T2" fmla="*/ 71 w 107"/>
                <a:gd name="T3" fmla="*/ 40 h 71"/>
                <a:gd name="T4" fmla="*/ 65 w 107"/>
                <a:gd name="T5" fmla="*/ 18 h 71"/>
                <a:gd name="T6" fmla="*/ 26 w 107"/>
                <a:gd name="T7" fmla="*/ 45 h 71"/>
                <a:gd name="T8" fmla="*/ 68 w 107"/>
                <a:gd name="T9" fmla="*/ 12 h 71"/>
                <a:gd name="T10" fmla="*/ 93 w 107"/>
                <a:gd name="T11" fmla="*/ 27 h 71"/>
                <a:gd name="T12" fmla="*/ 0 w 107"/>
                <a:gd name="T13" fmla="*/ 71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" h="71">
                  <a:moveTo>
                    <a:pt x="0" y="71"/>
                  </a:moveTo>
                  <a:cubicBezTo>
                    <a:pt x="0" y="71"/>
                    <a:pt x="34" y="64"/>
                    <a:pt x="71" y="40"/>
                  </a:cubicBezTo>
                  <a:cubicBezTo>
                    <a:pt x="107" y="16"/>
                    <a:pt x="86" y="5"/>
                    <a:pt x="65" y="18"/>
                  </a:cubicBezTo>
                  <a:cubicBezTo>
                    <a:pt x="44" y="30"/>
                    <a:pt x="26" y="45"/>
                    <a:pt x="26" y="45"/>
                  </a:cubicBezTo>
                  <a:cubicBezTo>
                    <a:pt x="26" y="45"/>
                    <a:pt x="41" y="24"/>
                    <a:pt x="68" y="12"/>
                  </a:cubicBezTo>
                  <a:cubicBezTo>
                    <a:pt x="94" y="0"/>
                    <a:pt x="103" y="13"/>
                    <a:pt x="93" y="27"/>
                  </a:cubicBezTo>
                  <a:cubicBezTo>
                    <a:pt x="83" y="41"/>
                    <a:pt x="38" y="67"/>
                    <a:pt x="0" y="71"/>
                  </a:cubicBezTo>
                  <a:close/>
                </a:path>
              </a:pathLst>
            </a:custGeom>
            <a:solidFill>
              <a:srgbClr val="D3D6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0" name="Freeform 106"/>
            <p:cNvSpPr>
              <a:spLocks/>
            </p:cNvSpPr>
            <p:nvPr/>
          </p:nvSpPr>
          <p:spPr bwMode="auto">
            <a:xfrm>
              <a:off x="2988" y="1267"/>
              <a:ext cx="195" cy="130"/>
            </a:xfrm>
            <a:custGeom>
              <a:avLst/>
              <a:gdLst>
                <a:gd name="T0" fmla="*/ 17 w 82"/>
                <a:gd name="T1" fmla="*/ 44 h 55"/>
                <a:gd name="T2" fmla="*/ 68 w 82"/>
                <a:gd name="T3" fmla="*/ 28 h 55"/>
                <a:gd name="T4" fmla="*/ 0 w 82"/>
                <a:gd name="T5" fmla="*/ 16 h 55"/>
                <a:gd name="T6" fmla="*/ 63 w 82"/>
                <a:gd name="T7" fmla="*/ 12 h 55"/>
                <a:gd name="T8" fmla="*/ 60 w 82"/>
                <a:gd name="T9" fmla="*/ 47 h 55"/>
                <a:gd name="T10" fmla="*/ 17 w 82"/>
                <a:gd name="T11" fmla="*/ 44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2" h="55">
                  <a:moveTo>
                    <a:pt x="17" y="44"/>
                  </a:moveTo>
                  <a:cubicBezTo>
                    <a:pt x="33" y="39"/>
                    <a:pt x="65" y="55"/>
                    <a:pt x="68" y="28"/>
                  </a:cubicBezTo>
                  <a:cubicBezTo>
                    <a:pt x="71" y="1"/>
                    <a:pt x="0" y="16"/>
                    <a:pt x="0" y="16"/>
                  </a:cubicBezTo>
                  <a:cubicBezTo>
                    <a:pt x="0" y="16"/>
                    <a:pt x="39" y="0"/>
                    <a:pt x="63" y="12"/>
                  </a:cubicBezTo>
                  <a:cubicBezTo>
                    <a:pt x="82" y="22"/>
                    <a:pt x="75" y="43"/>
                    <a:pt x="60" y="47"/>
                  </a:cubicBezTo>
                  <a:cubicBezTo>
                    <a:pt x="44" y="51"/>
                    <a:pt x="21" y="43"/>
                    <a:pt x="17" y="44"/>
                  </a:cubicBezTo>
                  <a:close/>
                </a:path>
              </a:pathLst>
            </a:custGeom>
            <a:solidFill>
              <a:srgbClr val="D3D6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1" name="Freeform 107"/>
            <p:cNvSpPr>
              <a:spLocks/>
            </p:cNvSpPr>
            <p:nvPr/>
          </p:nvSpPr>
          <p:spPr bwMode="auto">
            <a:xfrm>
              <a:off x="3005" y="1165"/>
              <a:ext cx="190" cy="128"/>
            </a:xfrm>
            <a:custGeom>
              <a:avLst/>
              <a:gdLst>
                <a:gd name="T0" fmla="*/ 0 w 80"/>
                <a:gd name="T1" fmla="*/ 25 h 54"/>
                <a:gd name="T2" fmla="*/ 62 w 80"/>
                <a:gd name="T3" fmla="*/ 33 h 54"/>
                <a:gd name="T4" fmla="*/ 29 w 80"/>
                <a:gd name="T5" fmla="*/ 0 h 54"/>
                <a:gd name="T6" fmla="*/ 73 w 80"/>
                <a:gd name="T7" fmla="*/ 21 h 54"/>
                <a:gd name="T8" fmla="*/ 39 w 80"/>
                <a:gd name="T9" fmla="*/ 44 h 54"/>
                <a:gd name="T10" fmla="*/ 0 w 80"/>
                <a:gd name="T11" fmla="*/ 2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0" h="54">
                  <a:moveTo>
                    <a:pt x="0" y="25"/>
                  </a:moveTo>
                  <a:cubicBezTo>
                    <a:pt x="16" y="22"/>
                    <a:pt x="44" y="54"/>
                    <a:pt x="62" y="33"/>
                  </a:cubicBezTo>
                  <a:cubicBezTo>
                    <a:pt x="80" y="12"/>
                    <a:pt x="29" y="0"/>
                    <a:pt x="29" y="0"/>
                  </a:cubicBezTo>
                  <a:cubicBezTo>
                    <a:pt x="29" y="0"/>
                    <a:pt x="69" y="2"/>
                    <a:pt x="73" y="21"/>
                  </a:cubicBezTo>
                  <a:cubicBezTo>
                    <a:pt x="77" y="41"/>
                    <a:pt x="60" y="54"/>
                    <a:pt x="39" y="44"/>
                  </a:cubicBezTo>
                  <a:cubicBezTo>
                    <a:pt x="19" y="34"/>
                    <a:pt x="10" y="28"/>
                    <a:pt x="0" y="25"/>
                  </a:cubicBezTo>
                  <a:close/>
                </a:path>
              </a:pathLst>
            </a:custGeom>
            <a:solidFill>
              <a:srgbClr val="D3D6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2" name="Freeform 108"/>
            <p:cNvSpPr>
              <a:spLocks/>
            </p:cNvSpPr>
            <p:nvPr/>
          </p:nvSpPr>
          <p:spPr bwMode="auto">
            <a:xfrm>
              <a:off x="3174" y="996"/>
              <a:ext cx="357" cy="1102"/>
            </a:xfrm>
            <a:custGeom>
              <a:avLst/>
              <a:gdLst>
                <a:gd name="T0" fmla="*/ 131 w 150"/>
                <a:gd name="T1" fmla="*/ 357 h 464"/>
                <a:gd name="T2" fmla="*/ 119 w 150"/>
                <a:gd name="T3" fmla="*/ 199 h 464"/>
                <a:gd name="T4" fmla="*/ 15 w 150"/>
                <a:gd name="T5" fmla="*/ 72 h 464"/>
                <a:gd name="T6" fmla="*/ 29 w 150"/>
                <a:gd name="T7" fmla="*/ 0 h 464"/>
                <a:gd name="T8" fmla="*/ 56 w 150"/>
                <a:gd name="T9" fmla="*/ 106 h 464"/>
                <a:gd name="T10" fmla="*/ 145 w 150"/>
                <a:gd name="T11" fmla="*/ 249 h 464"/>
                <a:gd name="T12" fmla="*/ 136 w 150"/>
                <a:gd name="T13" fmla="*/ 464 h 464"/>
                <a:gd name="T14" fmla="*/ 124 w 150"/>
                <a:gd name="T15" fmla="*/ 464 h 464"/>
                <a:gd name="T16" fmla="*/ 131 w 150"/>
                <a:gd name="T17" fmla="*/ 357 h 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0" h="464">
                  <a:moveTo>
                    <a:pt x="131" y="357"/>
                  </a:moveTo>
                  <a:cubicBezTo>
                    <a:pt x="133" y="313"/>
                    <a:pt x="133" y="242"/>
                    <a:pt x="119" y="199"/>
                  </a:cubicBezTo>
                  <a:cubicBezTo>
                    <a:pt x="97" y="134"/>
                    <a:pt x="30" y="117"/>
                    <a:pt x="15" y="72"/>
                  </a:cubicBezTo>
                  <a:cubicBezTo>
                    <a:pt x="0" y="28"/>
                    <a:pt x="29" y="0"/>
                    <a:pt x="29" y="0"/>
                  </a:cubicBezTo>
                  <a:cubicBezTo>
                    <a:pt x="6" y="48"/>
                    <a:pt x="27" y="79"/>
                    <a:pt x="56" y="106"/>
                  </a:cubicBezTo>
                  <a:cubicBezTo>
                    <a:pt x="84" y="133"/>
                    <a:pt x="143" y="172"/>
                    <a:pt x="145" y="249"/>
                  </a:cubicBezTo>
                  <a:cubicBezTo>
                    <a:pt x="150" y="360"/>
                    <a:pt x="136" y="464"/>
                    <a:pt x="136" y="464"/>
                  </a:cubicBezTo>
                  <a:cubicBezTo>
                    <a:pt x="124" y="464"/>
                    <a:pt x="124" y="464"/>
                    <a:pt x="124" y="464"/>
                  </a:cubicBezTo>
                  <a:cubicBezTo>
                    <a:pt x="124" y="464"/>
                    <a:pt x="130" y="379"/>
                    <a:pt x="131" y="357"/>
                  </a:cubicBezTo>
                  <a:close/>
                </a:path>
              </a:pathLst>
            </a:custGeom>
            <a:solidFill>
              <a:srgbClr val="D3D6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3" name="Freeform 109"/>
            <p:cNvSpPr>
              <a:spLocks/>
            </p:cNvSpPr>
            <p:nvPr/>
          </p:nvSpPr>
          <p:spPr bwMode="auto">
            <a:xfrm>
              <a:off x="3369" y="1381"/>
              <a:ext cx="69" cy="88"/>
            </a:xfrm>
            <a:custGeom>
              <a:avLst/>
              <a:gdLst>
                <a:gd name="T0" fmla="*/ 26 w 29"/>
                <a:gd name="T1" fmla="*/ 34 h 37"/>
                <a:gd name="T2" fmla="*/ 20 w 29"/>
                <a:gd name="T3" fmla="*/ 14 h 37"/>
                <a:gd name="T4" fmla="*/ 3 w 29"/>
                <a:gd name="T5" fmla="*/ 2 h 37"/>
                <a:gd name="T6" fmla="*/ 9 w 29"/>
                <a:gd name="T7" fmla="*/ 22 h 37"/>
                <a:gd name="T8" fmla="*/ 26 w 29"/>
                <a:gd name="T9" fmla="*/ 3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37">
                  <a:moveTo>
                    <a:pt x="26" y="34"/>
                  </a:moveTo>
                  <a:cubicBezTo>
                    <a:pt x="29" y="32"/>
                    <a:pt x="26" y="23"/>
                    <a:pt x="20" y="14"/>
                  </a:cubicBezTo>
                  <a:cubicBezTo>
                    <a:pt x="13" y="5"/>
                    <a:pt x="6" y="0"/>
                    <a:pt x="3" y="2"/>
                  </a:cubicBezTo>
                  <a:cubicBezTo>
                    <a:pt x="0" y="4"/>
                    <a:pt x="3" y="13"/>
                    <a:pt x="9" y="22"/>
                  </a:cubicBezTo>
                  <a:cubicBezTo>
                    <a:pt x="15" y="31"/>
                    <a:pt x="23" y="37"/>
                    <a:pt x="26" y="34"/>
                  </a:cubicBezTo>
                  <a:close/>
                </a:path>
              </a:pathLst>
            </a:custGeom>
            <a:solidFill>
              <a:srgbClr val="D3D6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4" name="Oval 110"/>
            <p:cNvSpPr>
              <a:spLocks noChangeArrowheads="1"/>
            </p:cNvSpPr>
            <p:nvPr/>
          </p:nvSpPr>
          <p:spPr bwMode="auto">
            <a:xfrm>
              <a:off x="3107" y="716"/>
              <a:ext cx="186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05" name="liver"/>
          <p:cNvGrpSpPr>
            <a:grpSpLocks noChangeAspect="1"/>
          </p:cNvGrpSpPr>
          <p:nvPr/>
        </p:nvGrpSpPr>
        <p:grpSpPr bwMode="auto">
          <a:xfrm>
            <a:off x="3648074" y="4490435"/>
            <a:ext cx="1089016" cy="917897"/>
            <a:chOff x="3408" y="1096"/>
            <a:chExt cx="1311" cy="1105"/>
          </a:xfrm>
        </p:grpSpPr>
        <p:sp>
          <p:nvSpPr>
            <p:cNvPr id="706" name="AutoShape 112"/>
            <p:cNvSpPr>
              <a:spLocks noChangeAspect="1" noChangeArrowheads="1" noTextEdit="1"/>
            </p:cNvSpPr>
            <p:nvPr/>
          </p:nvSpPr>
          <p:spPr bwMode="auto">
            <a:xfrm>
              <a:off x="3408" y="1096"/>
              <a:ext cx="131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7" name="Freeform 114"/>
            <p:cNvSpPr>
              <a:spLocks/>
            </p:cNvSpPr>
            <p:nvPr/>
          </p:nvSpPr>
          <p:spPr bwMode="auto">
            <a:xfrm>
              <a:off x="3370" y="1136"/>
              <a:ext cx="1349" cy="1063"/>
            </a:xfrm>
            <a:custGeom>
              <a:avLst/>
              <a:gdLst>
                <a:gd name="T0" fmla="*/ 62 w 568"/>
                <a:gd name="T1" fmla="*/ 151 h 447"/>
                <a:gd name="T2" fmla="*/ 67 w 568"/>
                <a:gd name="T3" fmla="*/ 394 h 447"/>
                <a:gd name="T4" fmla="*/ 72 w 568"/>
                <a:gd name="T5" fmla="*/ 406 h 447"/>
                <a:gd name="T6" fmla="*/ 119 w 568"/>
                <a:gd name="T7" fmla="*/ 447 h 447"/>
                <a:gd name="T8" fmla="*/ 119 w 568"/>
                <a:gd name="T9" fmla="*/ 447 h 447"/>
                <a:gd name="T10" fmla="*/ 165 w 568"/>
                <a:gd name="T11" fmla="*/ 409 h 447"/>
                <a:gd name="T12" fmla="*/ 197 w 568"/>
                <a:gd name="T13" fmla="*/ 415 h 447"/>
                <a:gd name="T14" fmla="*/ 207 w 568"/>
                <a:gd name="T15" fmla="*/ 415 h 447"/>
                <a:gd name="T16" fmla="*/ 260 w 568"/>
                <a:gd name="T17" fmla="*/ 357 h 447"/>
                <a:gd name="T18" fmla="*/ 260 w 568"/>
                <a:gd name="T19" fmla="*/ 351 h 447"/>
                <a:gd name="T20" fmla="*/ 318 w 568"/>
                <a:gd name="T21" fmla="*/ 306 h 447"/>
                <a:gd name="T22" fmla="*/ 331 w 568"/>
                <a:gd name="T23" fmla="*/ 331 h 447"/>
                <a:gd name="T24" fmla="*/ 356 w 568"/>
                <a:gd name="T25" fmla="*/ 365 h 447"/>
                <a:gd name="T26" fmla="*/ 365 w 568"/>
                <a:gd name="T27" fmla="*/ 373 h 447"/>
                <a:gd name="T28" fmla="*/ 370 w 568"/>
                <a:gd name="T29" fmla="*/ 374 h 447"/>
                <a:gd name="T30" fmla="*/ 378 w 568"/>
                <a:gd name="T31" fmla="*/ 372 h 447"/>
                <a:gd name="T32" fmla="*/ 389 w 568"/>
                <a:gd name="T33" fmla="*/ 365 h 447"/>
                <a:gd name="T34" fmla="*/ 397 w 568"/>
                <a:gd name="T35" fmla="*/ 355 h 447"/>
                <a:gd name="T36" fmla="*/ 394 w 568"/>
                <a:gd name="T37" fmla="*/ 342 h 447"/>
                <a:gd name="T38" fmla="*/ 363 w 568"/>
                <a:gd name="T39" fmla="*/ 286 h 447"/>
                <a:gd name="T40" fmla="*/ 367 w 568"/>
                <a:gd name="T41" fmla="*/ 286 h 447"/>
                <a:gd name="T42" fmla="*/ 382 w 568"/>
                <a:gd name="T43" fmla="*/ 289 h 447"/>
                <a:gd name="T44" fmla="*/ 393 w 568"/>
                <a:gd name="T45" fmla="*/ 290 h 447"/>
                <a:gd name="T46" fmla="*/ 393 w 568"/>
                <a:gd name="T47" fmla="*/ 290 h 447"/>
                <a:gd name="T48" fmla="*/ 506 w 568"/>
                <a:gd name="T49" fmla="*/ 192 h 447"/>
                <a:gd name="T50" fmla="*/ 541 w 568"/>
                <a:gd name="T51" fmla="*/ 149 h 447"/>
                <a:gd name="T52" fmla="*/ 567 w 568"/>
                <a:gd name="T53" fmla="*/ 94 h 447"/>
                <a:gd name="T54" fmla="*/ 525 w 568"/>
                <a:gd name="T55" fmla="*/ 62 h 447"/>
                <a:gd name="T56" fmla="*/ 486 w 568"/>
                <a:gd name="T57" fmla="*/ 54 h 447"/>
                <a:gd name="T58" fmla="*/ 447 w 568"/>
                <a:gd name="T59" fmla="*/ 49 h 447"/>
                <a:gd name="T60" fmla="*/ 396 w 568"/>
                <a:gd name="T61" fmla="*/ 54 h 447"/>
                <a:gd name="T62" fmla="*/ 404 w 568"/>
                <a:gd name="T63" fmla="*/ 36 h 447"/>
                <a:gd name="T64" fmla="*/ 408 w 568"/>
                <a:gd name="T65" fmla="*/ 24 h 447"/>
                <a:gd name="T66" fmla="*/ 401 w 568"/>
                <a:gd name="T67" fmla="*/ 13 h 447"/>
                <a:gd name="T68" fmla="*/ 362 w 568"/>
                <a:gd name="T69" fmla="*/ 0 h 447"/>
                <a:gd name="T70" fmla="*/ 329 w 568"/>
                <a:gd name="T71" fmla="*/ 10 h 447"/>
                <a:gd name="T72" fmla="*/ 321 w 568"/>
                <a:gd name="T73" fmla="*/ 23 h 447"/>
                <a:gd name="T74" fmla="*/ 326 w 568"/>
                <a:gd name="T75" fmla="*/ 68 h 447"/>
                <a:gd name="T76" fmla="*/ 321 w 568"/>
                <a:gd name="T77" fmla="*/ 67 h 447"/>
                <a:gd name="T78" fmla="*/ 268 w 568"/>
                <a:gd name="T79" fmla="*/ 76 h 447"/>
                <a:gd name="T80" fmla="*/ 254 w 568"/>
                <a:gd name="T81" fmla="*/ 27 h 447"/>
                <a:gd name="T82" fmla="*/ 241 w 568"/>
                <a:gd name="T83" fmla="*/ 17 h 447"/>
                <a:gd name="T84" fmla="*/ 232 w 568"/>
                <a:gd name="T85" fmla="*/ 17 h 447"/>
                <a:gd name="T86" fmla="*/ 176 w 568"/>
                <a:gd name="T87" fmla="*/ 50 h 447"/>
                <a:gd name="T88" fmla="*/ 175 w 568"/>
                <a:gd name="T89" fmla="*/ 62 h 447"/>
                <a:gd name="T90" fmla="*/ 183 w 568"/>
                <a:gd name="T91" fmla="*/ 72 h 447"/>
                <a:gd name="T92" fmla="*/ 196 w 568"/>
                <a:gd name="T93" fmla="*/ 83 h 447"/>
                <a:gd name="T94" fmla="*/ 62 w 568"/>
                <a:gd name="T95" fmla="*/ 151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68" h="447">
                  <a:moveTo>
                    <a:pt x="62" y="151"/>
                  </a:moveTo>
                  <a:cubicBezTo>
                    <a:pt x="0" y="223"/>
                    <a:pt x="47" y="343"/>
                    <a:pt x="67" y="394"/>
                  </a:cubicBezTo>
                  <a:cubicBezTo>
                    <a:pt x="69" y="399"/>
                    <a:pt x="71" y="402"/>
                    <a:pt x="72" y="406"/>
                  </a:cubicBezTo>
                  <a:cubicBezTo>
                    <a:pt x="82" y="432"/>
                    <a:pt x="99" y="447"/>
                    <a:pt x="119" y="447"/>
                  </a:cubicBezTo>
                  <a:cubicBezTo>
                    <a:pt x="119" y="447"/>
                    <a:pt x="119" y="447"/>
                    <a:pt x="119" y="447"/>
                  </a:cubicBezTo>
                  <a:cubicBezTo>
                    <a:pt x="130" y="447"/>
                    <a:pt x="150" y="442"/>
                    <a:pt x="165" y="409"/>
                  </a:cubicBezTo>
                  <a:cubicBezTo>
                    <a:pt x="173" y="411"/>
                    <a:pt x="183" y="413"/>
                    <a:pt x="197" y="415"/>
                  </a:cubicBezTo>
                  <a:cubicBezTo>
                    <a:pt x="200" y="415"/>
                    <a:pt x="204" y="415"/>
                    <a:pt x="207" y="415"/>
                  </a:cubicBezTo>
                  <a:cubicBezTo>
                    <a:pt x="243" y="415"/>
                    <a:pt x="252" y="384"/>
                    <a:pt x="260" y="357"/>
                  </a:cubicBezTo>
                  <a:cubicBezTo>
                    <a:pt x="260" y="355"/>
                    <a:pt x="261" y="353"/>
                    <a:pt x="260" y="351"/>
                  </a:cubicBezTo>
                  <a:cubicBezTo>
                    <a:pt x="280" y="339"/>
                    <a:pt x="302" y="323"/>
                    <a:pt x="318" y="306"/>
                  </a:cubicBezTo>
                  <a:cubicBezTo>
                    <a:pt x="321" y="317"/>
                    <a:pt x="326" y="325"/>
                    <a:pt x="331" y="331"/>
                  </a:cubicBezTo>
                  <a:cubicBezTo>
                    <a:pt x="349" y="352"/>
                    <a:pt x="355" y="364"/>
                    <a:pt x="356" y="365"/>
                  </a:cubicBezTo>
                  <a:cubicBezTo>
                    <a:pt x="357" y="369"/>
                    <a:pt x="361" y="372"/>
                    <a:pt x="365" y="373"/>
                  </a:cubicBezTo>
                  <a:cubicBezTo>
                    <a:pt x="367" y="374"/>
                    <a:pt x="368" y="374"/>
                    <a:pt x="370" y="374"/>
                  </a:cubicBezTo>
                  <a:cubicBezTo>
                    <a:pt x="373" y="374"/>
                    <a:pt x="376" y="373"/>
                    <a:pt x="378" y="372"/>
                  </a:cubicBezTo>
                  <a:cubicBezTo>
                    <a:pt x="389" y="365"/>
                    <a:pt x="389" y="365"/>
                    <a:pt x="389" y="365"/>
                  </a:cubicBezTo>
                  <a:cubicBezTo>
                    <a:pt x="393" y="363"/>
                    <a:pt x="396" y="359"/>
                    <a:pt x="397" y="355"/>
                  </a:cubicBezTo>
                  <a:cubicBezTo>
                    <a:pt x="398" y="350"/>
                    <a:pt x="397" y="345"/>
                    <a:pt x="394" y="342"/>
                  </a:cubicBezTo>
                  <a:cubicBezTo>
                    <a:pt x="386" y="332"/>
                    <a:pt x="369" y="307"/>
                    <a:pt x="363" y="286"/>
                  </a:cubicBezTo>
                  <a:cubicBezTo>
                    <a:pt x="364" y="286"/>
                    <a:pt x="365" y="286"/>
                    <a:pt x="367" y="286"/>
                  </a:cubicBezTo>
                  <a:cubicBezTo>
                    <a:pt x="371" y="287"/>
                    <a:pt x="376" y="287"/>
                    <a:pt x="382" y="289"/>
                  </a:cubicBezTo>
                  <a:cubicBezTo>
                    <a:pt x="386" y="289"/>
                    <a:pt x="389" y="290"/>
                    <a:pt x="393" y="290"/>
                  </a:cubicBezTo>
                  <a:cubicBezTo>
                    <a:pt x="393" y="290"/>
                    <a:pt x="393" y="290"/>
                    <a:pt x="393" y="290"/>
                  </a:cubicBezTo>
                  <a:cubicBezTo>
                    <a:pt x="431" y="290"/>
                    <a:pt x="464" y="249"/>
                    <a:pt x="506" y="192"/>
                  </a:cubicBezTo>
                  <a:cubicBezTo>
                    <a:pt x="521" y="171"/>
                    <a:pt x="533" y="158"/>
                    <a:pt x="541" y="149"/>
                  </a:cubicBezTo>
                  <a:cubicBezTo>
                    <a:pt x="557" y="130"/>
                    <a:pt x="565" y="121"/>
                    <a:pt x="567" y="94"/>
                  </a:cubicBezTo>
                  <a:cubicBezTo>
                    <a:pt x="568" y="71"/>
                    <a:pt x="551" y="68"/>
                    <a:pt x="525" y="62"/>
                  </a:cubicBezTo>
                  <a:cubicBezTo>
                    <a:pt x="516" y="60"/>
                    <a:pt x="502" y="58"/>
                    <a:pt x="486" y="54"/>
                  </a:cubicBezTo>
                  <a:cubicBezTo>
                    <a:pt x="474" y="51"/>
                    <a:pt x="461" y="49"/>
                    <a:pt x="447" y="49"/>
                  </a:cubicBezTo>
                  <a:cubicBezTo>
                    <a:pt x="431" y="49"/>
                    <a:pt x="413" y="51"/>
                    <a:pt x="396" y="54"/>
                  </a:cubicBezTo>
                  <a:cubicBezTo>
                    <a:pt x="398" y="44"/>
                    <a:pt x="404" y="36"/>
                    <a:pt x="404" y="36"/>
                  </a:cubicBezTo>
                  <a:cubicBezTo>
                    <a:pt x="407" y="33"/>
                    <a:pt x="408" y="29"/>
                    <a:pt x="408" y="24"/>
                  </a:cubicBezTo>
                  <a:cubicBezTo>
                    <a:pt x="407" y="20"/>
                    <a:pt x="405" y="16"/>
                    <a:pt x="401" y="13"/>
                  </a:cubicBezTo>
                  <a:cubicBezTo>
                    <a:pt x="400" y="12"/>
                    <a:pt x="384" y="0"/>
                    <a:pt x="362" y="0"/>
                  </a:cubicBezTo>
                  <a:cubicBezTo>
                    <a:pt x="350" y="0"/>
                    <a:pt x="339" y="3"/>
                    <a:pt x="329" y="10"/>
                  </a:cubicBezTo>
                  <a:cubicBezTo>
                    <a:pt x="324" y="12"/>
                    <a:pt x="321" y="18"/>
                    <a:pt x="321" y="23"/>
                  </a:cubicBezTo>
                  <a:cubicBezTo>
                    <a:pt x="321" y="24"/>
                    <a:pt x="321" y="45"/>
                    <a:pt x="326" y="68"/>
                  </a:cubicBezTo>
                  <a:cubicBezTo>
                    <a:pt x="324" y="67"/>
                    <a:pt x="322" y="67"/>
                    <a:pt x="321" y="67"/>
                  </a:cubicBezTo>
                  <a:cubicBezTo>
                    <a:pt x="299" y="67"/>
                    <a:pt x="279" y="72"/>
                    <a:pt x="268" y="76"/>
                  </a:cubicBezTo>
                  <a:cubicBezTo>
                    <a:pt x="264" y="50"/>
                    <a:pt x="254" y="28"/>
                    <a:pt x="254" y="27"/>
                  </a:cubicBezTo>
                  <a:cubicBezTo>
                    <a:pt x="251" y="22"/>
                    <a:pt x="247" y="18"/>
                    <a:pt x="241" y="17"/>
                  </a:cubicBezTo>
                  <a:cubicBezTo>
                    <a:pt x="238" y="17"/>
                    <a:pt x="235" y="17"/>
                    <a:pt x="232" y="17"/>
                  </a:cubicBezTo>
                  <a:cubicBezTo>
                    <a:pt x="194" y="17"/>
                    <a:pt x="177" y="49"/>
                    <a:pt x="176" y="50"/>
                  </a:cubicBezTo>
                  <a:cubicBezTo>
                    <a:pt x="174" y="54"/>
                    <a:pt x="174" y="58"/>
                    <a:pt x="175" y="62"/>
                  </a:cubicBezTo>
                  <a:cubicBezTo>
                    <a:pt x="176" y="67"/>
                    <a:pt x="179" y="70"/>
                    <a:pt x="183" y="72"/>
                  </a:cubicBezTo>
                  <a:cubicBezTo>
                    <a:pt x="183" y="72"/>
                    <a:pt x="190" y="76"/>
                    <a:pt x="196" y="83"/>
                  </a:cubicBezTo>
                  <a:cubicBezTo>
                    <a:pt x="141" y="90"/>
                    <a:pt x="95" y="114"/>
                    <a:pt x="62" y="151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8" name="Freeform 115"/>
            <p:cNvSpPr>
              <a:spLocks/>
            </p:cNvSpPr>
            <p:nvPr/>
          </p:nvSpPr>
          <p:spPr bwMode="auto">
            <a:xfrm>
              <a:off x="3731" y="1930"/>
              <a:ext cx="185" cy="121"/>
            </a:xfrm>
            <a:custGeom>
              <a:avLst/>
              <a:gdLst>
                <a:gd name="T0" fmla="*/ 0 w 78"/>
                <a:gd name="T1" fmla="*/ 40 h 51"/>
                <a:gd name="T2" fmla="*/ 33 w 78"/>
                <a:gd name="T3" fmla="*/ 47 h 51"/>
                <a:gd name="T4" fmla="*/ 78 w 78"/>
                <a:gd name="T5" fmla="*/ 0 h 51"/>
                <a:gd name="T6" fmla="*/ 71 w 78"/>
                <a:gd name="T7" fmla="*/ 4 h 51"/>
                <a:gd name="T8" fmla="*/ 0 w 78"/>
                <a:gd name="T9" fmla="*/ 4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" h="51">
                  <a:moveTo>
                    <a:pt x="0" y="40"/>
                  </a:moveTo>
                  <a:cubicBezTo>
                    <a:pt x="7" y="43"/>
                    <a:pt x="18" y="45"/>
                    <a:pt x="33" y="47"/>
                  </a:cubicBezTo>
                  <a:cubicBezTo>
                    <a:pt x="63" y="51"/>
                    <a:pt x="70" y="31"/>
                    <a:pt x="78" y="0"/>
                  </a:cubicBezTo>
                  <a:cubicBezTo>
                    <a:pt x="76" y="2"/>
                    <a:pt x="74" y="3"/>
                    <a:pt x="71" y="4"/>
                  </a:cubicBezTo>
                  <a:cubicBezTo>
                    <a:pt x="35" y="22"/>
                    <a:pt x="17" y="13"/>
                    <a:pt x="0" y="4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9" name="Freeform 116"/>
            <p:cNvSpPr>
              <a:spLocks noEditPoints="1"/>
            </p:cNvSpPr>
            <p:nvPr/>
          </p:nvSpPr>
          <p:spPr bwMode="auto">
            <a:xfrm>
              <a:off x="3693" y="1890"/>
              <a:ext cx="266" cy="190"/>
            </a:xfrm>
            <a:custGeom>
              <a:avLst/>
              <a:gdLst>
                <a:gd name="T0" fmla="*/ 57 w 112"/>
                <a:gd name="T1" fmla="*/ 80 h 80"/>
                <a:gd name="T2" fmla="*/ 57 w 112"/>
                <a:gd name="T3" fmla="*/ 80 h 80"/>
                <a:gd name="T4" fmla="*/ 47 w 112"/>
                <a:gd name="T5" fmla="*/ 80 h 80"/>
                <a:gd name="T6" fmla="*/ 10 w 112"/>
                <a:gd name="T7" fmla="*/ 72 h 80"/>
                <a:gd name="T8" fmla="*/ 1 w 112"/>
                <a:gd name="T9" fmla="*/ 62 h 80"/>
                <a:gd name="T10" fmla="*/ 3 w 112"/>
                <a:gd name="T11" fmla="*/ 49 h 80"/>
                <a:gd name="T12" fmla="*/ 49 w 112"/>
                <a:gd name="T13" fmla="*/ 18 h 80"/>
                <a:gd name="T14" fmla="*/ 80 w 112"/>
                <a:gd name="T15" fmla="*/ 7 h 80"/>
                <a:gd name="T16" fmla="*/ 87 w 112"/>
                <a:gd name="T17" fmla="*/ 3 h 80"/>
                <a:gd name="T18" fmla="*/ 104 w 112"/>
                <a:gd name="T19" fmla="*/ 5 h 80"/>
                <a:gd name="T20" fmla="*/ 110 w 112"/>
                <a:gd name="T21" fmla="*/ 22 h 80"/>
                <a:gd name="T22" fmla="*/ 57 w 112"/>
                <a:gd name="T23" fmla="*/ 80 h 80"/>
                <a:gd name="T24" fmla="*/ 63 w 112"/>
                <a:gd name="T25" fmla="*/ 48 h 80"/>
                <a:gd name="T26" fmla="*/ 60 w 112"/>
                <a:gd name="T27" fmla="*/ 48 h 80"/>
                <a:gd name="T28" fmla="*/ 63 w 112"/>
                <a:gd name="T29" fmla="*/ 4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2" h="80">
                  <a:moveTo>
                    <a:pt x="57" y="80"/>
                  </a:moveTo>
                  <a:cubicBezTo>
                    <a:pt x="57" y="80"/>
                    <a:pt x="57" y="80"/>
                    <a:pt x="57" y="80"/>
                  </a:cubicBezTo>
                  <a:cubicBezTo>
                    <a:pt x="54" y="80"/>
                    <a:pt x="50" y="80"/>
                    <a:pt x="47" y="80"/>
                  </a:cubicBezTo>
                  <a:cubicBezTo>
                    <a:pt x="30" y="77"/>
                    <a:pt x="19" y="75"/>
                    <a:pt x="10" y="72"/>
                  </a:cubicBezTo>
                  <a:cubicBezTo>
                    <a:pt x="6" y="70"/>
                    <a:pt x="3" y="66"/>
                    <a:pt x="1" y="62"/>
                  </a:cubicBezTo>
                  <a:cubicBezTo>
                    <a:pt x="0" y="58"/>
                    <a:pt x="0" y="53"/>
                    <a:pt x="3" y="49"/>
                  </a:cubicBezTo>
                  <a:cubicBezTo>
                    <a:pt x="16" y="27"/>
                    <a:pt x="33" y="22"/>
                    <a:pt x="49" y="18"/>
                  </a:cubicBezTo>
                  <a:cubicBezTo>
                    <a:pt x="58" y="16"/>
                    <a:pt x="68" y="13"/>
                    <a:pt x="80" y="7"/>
                  </a:cubicBezTo>
                  <a:cubicBezTo>
                    <a:pt x="82" y="6"/>
                    <a:pt x="84" y="5"/>
                    <a:pt x="87" y="3"/>
                  </a:cubicBezTo>
                  <a:cubicBezTo>
                    <a:pt x="92" y="0"/>
                    <a:pt x="99" y="1"/>
                    <a:pt x="104" y="5"/>
                  </a:cubicBezTo>
                  <a:cubicBezTo>
                    <a:pt x="109" y="9"/>
                    <a:pt x="112" y="15"/>
                    <a:pt x="110" y="22"/>
                  </a:cubicBezTo>
                  <a:cubicBezTo>
                    <a:pt x="102" y="49"/>
                    <a:pt x="93" y="80"/>
                    <a:pt x="57" y="80"/>
                  </a:cubicBezTo>
                  <a:close/>
                  <a:moveTo>
                    <a:pt x="63" y="48"/>
                  </a:moveTo>
                  <a:cubicBezTo>
                    <a:pt x="62" y="48"/>
                    <a:pt x="61" y="48"/>
                    <a:pt x="60" y="48"/>
                  </a:cubicBezTo>
                  <a:cubicBezTo>
                    <a:pt x="61" y="48"/>
                    <a:pt x="62" y="48"/>
                    <a:pt x="63" y="4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0" name="Freeform 117"/>
            <p:cNvSpPr>
              <a:spLocks/>
            </p:cNvSpPr>
            <p:nvPr/>
          </p:nvSpPr>
          <p:spPr bwMode="auto">
            <a:xfrm>
              <a:off x="3964" y="1279"/>
              <a:ext cx="278" cy="665"/>
            </a:xfrm>
            <a:custGeom>
              <a:avLst/>
              <a:gdLst>
                <a:gd name="T0" fmla="*/ 0 w 117"/>
                <a:gd name="T1" fmla="*/ 16 h 280"/>
                <a:gd name="T2" fmla="*/ 0 w 117"/>
                <a:gd name="T3" fmla="*/ 16 h 280"/>
                <a:gd name="T4" fmla="*/ 11 w 117"/>
                <a:gd name="T5" fmla="*/ 17 h 280"/>
                <a:gd name="T6" fmla="*/ 48 w 117"/>
                <a:gd name="T7" fmla="*/ 75 h 280"/>
                <a:gd name="T8" fmla="*/ 61 w 117"/>
                <a:gd name="T9" fmla="*/ 192 h 280"/>
                <a:gd name="T10" fmla="*/ 79 w 117"/>
                <a:gd name="T11" fmla="*/ 243 h 280"/>
                <a:gd name="T12" fmla="*/ 106 w 117"/>
                <a:gd name="T13" fmla="*/ 280 h 280"/>
                <a:gd name="T14" fmla="*/ 117 w 117"/>
                <a:gd name="T15" fmla="*/ 274 h 280"/>
                <a:gd name="T16" fmla="*/ 80 w 117"/>
                <a:gd name="T17" fmla="*/ 193 h 280"/>
                <a:gd name="T18" fmla="*/ 80 w 117"/>
                <a:gd name="T19" fmla="*/ 186 h 280"/>
                <a:gd name="T20" fmla="*/ 74 w 117"/>
                <a:gd name="T21" fmla="*/ 8 h 280"/>
                <a:gd name="T22" fmla="*/ 75 w 117"/>
                <a:gd name="T23" fmla="*/ 7 h 280"/>
                <a:gd name="T24" fmla="*/ 0 w 117"/>
                <a:gd name="T25" fmla="*/ 16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280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0" y="16"/>
                    <a:pt x="5" y="16"/>
                    <a:pt x="11" y="17"/>
                  </a:cubicBezTo>
                  <a:cubicBezTo>
                    <a:pt x="23" y="21"/>
                    <a:pt x="44" y="33"/>
                    <a:pt x="48" y="75"/>
                  </a:cubicBezTo>
                  <a:cubicBezTo>
                    <a:pt x="53" y="113"/>
                    <a:pt x="55" y="157"/>
                    <a:pt x="61" y="192"/>
                  </a:cubicBezTo>
                  <a:cubicBezTo>
                    <a:pt x="65" y="214"/>
                    <a:pt x="71" y="233"/>
                    <a:pt x="79" y="243"/>
                  </a:cubicBezTo>
                  <a:cubicBezTo>
                    <a:pt x="100" y="266"/>
                    <a:pt x="106" y="280"/>
                    <a:pt x="106" y="280"/>
                  </a:cubicBezTo>
                  <a:cubicBezTo>
                    <a:pt x="117" y="274"/>
                    <a:pt x="117" y="274"/>
                    <a:pt x="117" y="274"/>
                  </a:cubicBezTo>
                  <a:cubicBezTo>
                    <a:pt x="117" y="274"/>
                    <a:pt x="80" y="228"/>
                    <a:pt x="80" y="193"/>
                  </a:cubicBezTo>
                  <a:cubicBezTo>
                    <a:pt x="80" y="191"/>
                    <a:pt x="80" y="188"/>
                    <a:pt x="80" y="186"/>
                  </a:cubicBezTo>
                  <a:cubicBezTo>
                    <a:pt x="76" y="145"/>
                    <a:pt x="46" y="39"/>
                    <a:pt x="74" y="8"/>
                  </a:cubicBezTo>
                  <a:cubicBezTo>
                    <a:pt x="75" y="8"/>
                    <a:pt x="75" y="7"/>
                    <a:pt x="75" y="7"/>
                  </a:cubicBezTo>
                  <a:cubicBezTo>
                    <a:pt x="38" y="0"/>
                    <a:pt x="0" y="16"/>
                    <a:pt x="0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1" name="Freeform 118"/>
            <p:cNvSpPr>
              <a:spLocks noEditPoints="1"/>
            </p:cNvSpPr>
            <p:nvPr/>
          </p:nvSpPr>
          <p:spPr bwMode="auto">
            <a:xfrm>
              <a:off x="3923" y="1253"/>
              <a:ext cx="359" cy="729"/>
            </a:xfrm>
            <a:custGeom>
              <a:avLst/>
              <a:gdLst>
                <a:gd name="T0" fmla="*/ 123 w 151"/>
                <a:gd name="T1" fmla="*/ 307 h 307"/>
                <a:gd name="T2" fmla="*/ 118 w 151"/>
                <a:gd name="T3" fmla="*/ 306 h 307"/>
                <a:gd name="T4" fmla="*/ 109 w 151"/>
                <a:gd name="T5" fmla="*/ 298 h 307"/>
                <a:gd name="T6" fmla="*/ 84 w 151"/>
                <a:gd name="T7" fmla="*/ 264 h 307"/>
                <a:gd name="T8" fmla="*/ 63 w 151"/>
                <a:gd name="T9" fmla="*/ 205 h 307"/>
                <a:gd name="T10" fmla="*/ 53 w 151"/>
                <a:gd name="T11" fmla="*/ 126 h 307"/>
                <a:gd name="T12" fmla="*/ 49 w 151"/>
                <a:gd name="T13" fmla="*/ 88 h 307"/>
                <a:gd name="T14" fmla="*/ 23 w 151"/>
                <a:gd name="T15" fmla="*/ 44 h 307"/>
                <a:gd name="T16" fmla="*/ 18 w 151"/>
                <a:gd name="T17" fmla="*/ 43 h 307"/>
                <a:gd name="T18" fmla="*/ 2 w 151"/>
                <a:gd name="T19" fmla="*/ 30 h 307"/>
                <a:gd name="T20" fmla="*/ 11 w 151"/>
                <a:gd name="T21" fmla="*/ 12 h 307"/>
                <a:gd name="T22" fmla="*/ 74 w 151"/>
                <a:gd name="T23" fmla="*/ 0 h 307"/>
                <a:gd name="T24" fmla="*/ 95 w 151"/>
                <a:gd name="T25" fmla="*/ 2 h 307"/>
                <a:gd name="T26" fmla="*/ 108 w 151"/>
                <a:gd name="T27" fmla="*/ 13 h 307"/>
                <a:gd name="T28" fmla="*/ 104 w 151"/>
                <a:gd name="T29" fmla="*/ 29 h 307"/>
                <a:gd name="T30" fmla="*/ 103 w 151"/>
                <a:gd name="T31" fmla="*/ 30 h 307"/>
                <a:gd name="T32" fmla="*/ 106 w 151"/>
                <a:gd name="T33" fmla="*/ 153 h 307"/>
                <a:gd name="T34" fmla="*/ 113 w 151"/>
                <a:gd name="T35" fmla="*/ 195 h 307"/>
                <a:gd name="T36" fmla="*/ 113 w 151"/>
                <a:gd name="T37" fmla="*/ 204 h 307"/>
                <a:gd name="T38" fmla="*/ 147 w 151"/>
                <a:gd name="T39" fmla="*/ 275 h 307"/>
                <a:gd name="T40" fmla="*/ 150 w 151"/>
                <a:gd name="T41" fmla="*/ 288 h 307"/>
                <a:gd name="T42" fmla="*/ 142 w 151"/>
                <a:gd name="T43" fmla="*/ 298 h 307"/>
                <a:gd name="T44" fmla="*/ 131 w 151"/>
                <a:gd name="T45" fmla="*/ 305 h 307"/>
                <a:gd name="T46" fmla="*/ 123 w 151"/>
                <a:gd name="T47" fmla="*/ 307 h 307"/>
                <a:gd name="T48" fmla="*/ 62 w 151"/>
                <a:gd name="T49" fmla="*/ 33 h 307"/>
                <a:gd name="T50" fmla="*/ 66 w 151"/>
                <a:gd name="T51" fmla="*/ 38 h 307"/>
                <a:gd name="T52" fmla="*/ 67 w 151"/>
                <a:gd name="T53" fmla="*/ 32 h 307"/>
                <a:gd name="T54" fmla="*/ 62 w 151"/>
                <a:gd name="T55" fmla="*/ 33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51" h="307">
                  <a:moveTo>
                    <a:pt x="123" y="307"/>
                  </a:moveTo>
                  <a:cubicBezTo>
                    <a:pt x="121" y="307"/>
                    <a:pt x="120" y="307"/>
                    <a:pt x="118" y="306"/>
                  </a:cubicBezTo>
                  <a:cubicBezTo>
                    <a:pt x="114" y="305"/>
                    <a:pt x="110" y="302"/>
                    <a:pt x="109" y="298"/>
                  </a:cubicBezTo>
                  <a:cubicBezTo>
                    <a:pt x="108" y="297"/>
                    <a:pt x="102" y="285"/>
                    <a:pt x="84" y="264"/>
                  </a:cubicBezTo>
                  <a:cubicBezTo>
                    <a:pt x="74" y="253"/>
                    <a:pt x="68" y="235"/>
                    <a:pt x="63" y="205"/>
                  </a:cubicBezTo>
                  <a:cubicBezTo>
                    <a:pt x="58" y="181"/>
                    <a:pt x="56" y="153"/>
                    <a:pt x="53" y="126"/>
                  </a:cubicBezTo>
                  <a:cubicBezTo>
                    <a:pt x="52" y="113"/>
                    <a:pt x="51" y="100"/>
                    <a:pt x="49" y="88"/>
                  </a:cubicBezTo>
                  <a:cubicBezTo>
                    <a:pt x="47" y="63"/>
                    <a:pt x="37" y="48"/>
                    <a:pt x="23" y="44"/>
                  </a:cubicBezTo>
                  <a:cubicBezTo>
                    <a:pt x="21" y="43"/>
                    <a:pt x="18" y="43"/>
                    <a:pt x="18" y="43"/>
                  </a:cubicBezTo>
                  <a:cubicBezTo>
                    <a:pt x="10" y="43"/>
                    <a:pt x="3" y="38"/>
                    <a:pt x="2" y="30"/>
                  </a:cubicBezTo>
                  <a:cubicBezTo>
                    <a:pt x="0" y="22"/>
                    <a:pt x="4" y="15"/>
                    <a:pt x="11" y="12"/>
                  </a:cubicBezTo>
                  <a:cubicBezTo>
                    <a:pt x="14" y="11"/>
                    <a:pt x="42" y="0"/>
                    <a:pt x="74" y="0"/>
                  </a:cubicBezTo>
                  <a:cubicBezTo>
                    <a:pt x="81" y="0"/>
                    <a:pt x="88" y="1"/>
                    <a:pt x="95" y="2"/>
                  </a:cubicBezTo>
                  <a:cubicBezTo>
                    <a:pt x="101" y="3"/>
                    <a:pt x="106" y="7"/>
                    <a:pt x="108" y="13"/>
                  </a:cubicBezTo>
                  <a:cubicBezTo>
                    <a:pt x="109" y="19"/>
                    <a:pt x="108" y="25"/>
                    <a:pt x="104" y="29"/>
                  </a:cubicBezTo>
                  <a:cubicBezTo>
                    <a:pt x="103" y="29"/>
                    <a:pt x="103" y="30"/>
                    <a:pt x="103" y="30"/>
                  </a:cubicBezTo>
                  <a:cubicBezTo>
                    <a:pt x="87" y="47"/>
                    <a:pt x="100" y="116"/>
                    <a:pt x="106" y="153"/>
                  </a:cubicBezTo>
                  <a:cubicBezTo>
                    <a:pt x="109" y="170"/>
                    <a:pt x="112" y="184"/>
                    <a:pt x="113" y="195"/>
                  </a:cubicBezTo>
                  <a:cubicBezTo>
                    <a:pt x="113" y="199"/>
                    <a:pt x="113" y="201"/>
                    <a:pt x="113" y="204"/>
                  </a:cubicBezTo>
                  <a:cubicBezTo>
                    <a:pt x="113" y="228"/>
                    <a:pt x="137" y="263"/>
                    <a:pt x="147" y="275"/>
                  </a:cubicBezTo>
                  <a:cubicBezTo>
                    <a:pt x="150" y="278"/>
                    <a:pt x="151" y="283"/>
                    <a:pt x="150" y="288"/>
                  </a:cubicBezTo>
                  <a:cubicBezTo>
                    <a:pt x="149" y="292"/>
                    <a:pt x="146" y="296"/>
                    <a:pt x="142" y="298"/>
                  </a:cubicBezTo>
                  <a:cubicBezTo>
                    <a:pt x="131" y="305"/>
                    <a:pt x="131" y="305"/>
                    <a:pt x="131" y="305"/>
                  </a:cubicBezTo>
                  <a:cubicBezTo>
                    <a:pt x="129" y="306"/>
                    <a:pt x="126" y="307"/>
                    <a:pt x="123" y="307"/>
                  </a:cubicBezTo>
                  <a:close/>
                  <a:moveTo>
                    <a:pt x="62" y="33"/>
                  </a:moveTo>
                  <a:cubicBezTo>
                    <a:pt x="63" y="34"/>
                    <a:pt x="65" y="36"/>
                    <a:pt x="66" y="38"/>
                  </a:cubicBezTo>
                  <a:cubicBezTo>
                    <a:pt x="66" y="36"/>
                    <a:pt x="67" y="34"/>
                    <a:pt x="67" y="32"/>
                  </a:cubicBezTo>
                  <a:cubicBezTo>
                    <a:pt x="65" y="33"/>
                    <a:pt x="64" y="33"/>
                    <a:pt x="62" y="3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2" name="Freeform 119"/>
            <p:cNvSpPr>
              <a:spLocks/>
            </p:cNvSpPr>
            <p:nvPr/>
          </p:nvSpPr>
          <p:spPr bwMode="auto">
            <a:xfrm>
              <a:off x="4137" y="1108"/>
              <a:ext cx="131" cy="173"/>
            </a:xfrm>
            <a:custGeom>
              <a:avLst/>
              <a:gdLst>
                <a:gd name="T0" fmla="*/ 55 w 55"/>
                <a:gd name="T1" fmla="*/ 20 h 73"/>
                <a:gd name="T2" fmla="*/ 0 w 55"/>
                <a:gd name="T3" fmla="*/ 17 h 73"/>
                <a:gd name="T4" fmla="*/ 9 w 55"/>
                <a:gd name="T5" fmla="*/ 73 h 73"/>
                <a:gd name="T6" fmla="*/ 43 w 55"/>
                <a:gd name="T7" fmla="*/ 61 h 73"/>
                <a:gd name="T8" fmla="*/ 55 w 55"/>
                <a:gd name="T9" fmla="*/ 2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" h="73">
                  <a:moveTo>
                    <a:pt x="55" y="20"/>
                  </a:moveTo>
                  <a:cubicBezTo>
                    <a:pt x="55" y="20"/>
                    <a:pt x="29" y="0"/>
                    <a:pt x="0" y="17"/>
                  </a:cubicBezTo>
                  <a:cubicBezTo>
                    <a:pt x="0" y="17"/>
                    <a:pt x="0" y="46"/>
                    <a:pt x="9" y="73"/>
                  </a:cubicBezTo>
                  <a:cubicBezTo>
                    <a:pt x="18" y="69"/>
                    <a:pt x="30" y="64"/>
                    <a:pt x="43" y="61"/>
                  </a:cubicBezTo>
                  <a:cubicBezTo>
                    <a:pt x="40" y="37"/>
                    <a:pt x="55" y="20"/>
                    <a:pt x="55" y="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3" name="Freeform 120"/>
            <p:cNvSpPr>
              <a:spLocks/>
            </p:cNvSpPr>
            <p:nvPr/>
          </p:nvSpPr>
          <p:spPr bwMode="auto">
            <a:xfrm>
              <a:off x="4099" y="1094"/>
              <a:ext cx="207" cy="225"/>
            </a:xfrm>
            <a:custGeom>
              <a:avLst/>
              <a:gdLst>
                <a:gd name="T0" fmla="*/ 25 w 87"/>
                <a:gd name="T1" fmla="*/ 95 h 95"/>
                <a:gd name="T2" fmla="*/ 18 w 87"/>
                <a:gd name="T3" fmla="*/ 94 h 95"/>
                <a:gd name="T4" fmla="*/ 9 w 87"/>
                <a:gd name="T5" fmla="*/ 84 h 95"/>
                <a:gd name="T6" fmla="*/ 0 w 87"/>
                <a:gd name="T7" fmla="*/ 23 h 95"/>
                <a:gd name="T8" fmla="*/ 8 w 87"/>
                <a:gd name="T9" fmla="*/ 10 h 95"/>
                <a:gd name="T10" fmla="*/ 41 w 87"/>
                <a:gd name="T11" fmla="*/ 0 h 95"/>
                <a:gd name="T12" fmla="*/ 80 w 87"/>
                <a:gd name="T13" fmla="*/ 13 h 95"/>
                <a:gd name="T14" fmla="*/ 87 w 87"/>
                <a:gd name="T15" fmla="*/ 24 h 95"/>
                <a:gd name="T16" fmla="*/ 83 w 87"/>
                <a:gd name="T17" fmla="*/ 36 h 95"/>
                <a:gd name="T18" fmla="*/ 83 w 87"/>
                <a:gd name="T19" fmla="*/ 36 h 95"/>
                <a:gd name="T20" fmla="*/ 75 w 87"/>
                <a:gd name="T21" fmla="*/ 65 h 95"/>
                <a:gd name="T22" fmla="*/ 63 w 87"/>
                <a:gd name="T23" fmla="*/ 82 h 95"/>
                <a:gd name="T24" fmla="*/ 32 w 87"/>
                <a:gd name="T25" fmla="*/ 93 h 95"/>
                <a:gd name="T26" fmla="*/ 25 w 87"/>
                <a:gd name="T27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7" h="95">
                  <a:moveTo>
                    <a:pt x="25" y="95"/>
                  </a:moveTo>
                  <a:cubicBezTo>
                    <a:pt x="23" y="95"/>
                    <a:pt x="20" y="95"/>
                    <a:pt x="18" y="94"/>
                  </a:cubicBezTo>
                  <a:cubicBezTo>
                    <a:pt x="14" y="92"/>
                    <a:pt x="11" y="88"/>
                    <a:pt x="9" y="84"/>
                  </a:cubicBezTo>
                  <a:cubicBezTo>
                    <a:pt x="0" y="55"/>
                    <a:pt x="0" y="24"/>
                    <a:pt x="0" y="23"/>
                  </a:cubicBezTo>
                  <a:cubicBezTo>
                    <a:pt x="0" y="18"/>
                    <a:pt x="3" y="12"/>
                    <a:pt x="8" y="10"/>
                  </a:cubicBezTo>
                  <a:cubicBezTo>
                    <a:pt x="18" y="3"/>
                    <a:pt x="29" y="0"/>
                    <a:pt x="41" y="0"/>
                  </a:cubicBezTo>
                  <a:cubicBezTo>
                    <a:pt x="63" y="0"/>
                    <a:pt x="79" y="12"/>
                    <a:pt x="80" y="13"/>
                  </a:cubicBezTo>
                  <a:cubicBezTo>
                    <a:pt x="84" y="16"/>
                    <a:pt x="86" y="20"/>
                    <a:pt x="87" y="24"/>
                  </a:cubicBezTo>
                  <a:cubicBezTo>
                    <a:pt x="87" y="29"/>
                    <a:pt x="86" y="33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73" y="49"/>
                    <a:pt x="75" y="65"/>
                  </a:cubicBezTo>
                  <a:cubicBezTo>
                    <a:pt x="76" y="73"/>
                    <a:pt x="71" y="80"/>
                    <a:pt x="63" y="82"/>
                  </a:cubicBezTo>
                  <a:cubicBezTo>
                    <a:pt x="51" y="86"/>
                    <a:pt x="40" y="89"/>
                    <a:pt x="32" y="93"/>
                  </a:cubicBezTo>
                  <a:cubicBezTo>
                    <a:pt x="29" y="94"/>
                    <a:pt x="27" y="95"/>
                    <a:pt x="25" y="9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4" name="Freeform 121"/>
            <p:cNvSpPr>
              <a:spLocks/>
            </p:cNvSpPr>
            <p:nvPr/>
          </p:nvSpPr>
          <p:spPr bwMode="auto">
            <a:xfrm>
              <a:off x="3788" y="1162"/>
              <a:ext cx="152" cy="148"/>
            </a:xfrm>
            <a:custGeom>
              <a:avLst/>
              <a:gdLst>
                <a:gd name="T0" fmla="*/ 49 w 64"/>
                <a:gd name="T1" fmla="*/ 4 h 62"/>
                <a:gd name="T2" fmla="*/ 0 w 64"/>
                <a:gd name="T3" fmla="*/ 28 h 62"/>
                <a:gd name="T4" fmla="*/ 27 w 64"/>
                <a:gd name="T5" fmla="*/ 61 h 62"/>
                <a:gd name="T6" fmla="*/ 64 w 64"/>
                <a:gd name="T7" fmla="*/ 62 h 62"/>
                <a:gd name="T8" fmla="*/ 49 w 64"/>
                <a:gd name="T9" fmla="*/ 4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62">
                  <a:moveTo>
                    <a:pt x="49" y="4"/>
                  </a:moveTo>
                  <a:cubicBezTo>
                    <a:pt x="16" y="0"/>
                    <a:pt x="0" y="28"/>
                    <a:pt x="0" y="28"/>
                  </a:cubicBezTo>
                  <a:cubicBezTo>
                    <a:pt x="0" y="28"/>
                    <a:pt x="20" y="38"/>
                    <a:pt x="27" y="61"/>
                  </a:cubicBezTo>
                  <a:cubicBezTo>
                    <a:pt x="40" y="60"/>
                    <a:pt x="52" y="61"/>
                    <a:pt x="64" y="62"/>
                  </a:cubicBezTo>
                  <a:cubicBezTo>
                    <a:pt x="62" y="33"/>
                    <a:pt x="49" y="4"/>
                    <a:pt x="49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5" name="Freeform 122"/>
            <p:cNvSpPr>
              <a:spLocks/>
            </p:cNvSpPr>
            <p:nvPr/>
          </p:nvSpPr>
          <p:spPr bwMode="auto">
            <a:xfrm>
              <a:off x="3750" y="1134"/>
              <a:ext cx="228" cy="214"/>
            </a:xfrm>
            <a:custGeom>
              <a:avLst/>
              <a:gdLst>
                <a:gd name="T0" fmla="*/ 80 w 96"/>
                <a:gd name="T1" fmla="*/ 90 h 90"/>
                <a:gd name="T2" fmla="*/ 78 w 96"/>
                <a:gd name="T3" fmla="*/ 90 h 90"/>
                <a:gd name="T4" fmla="*/ 44 w 96"/>
                <a:gd name="T5" fmla="*/ 89 h 90"/>
                <a:gd name="T6" fmla="*/ 27 w 96"/>
                <a:gd name="T7" fmla="*/ 77 h 90"/>
                <a:gd name="T8" fmla="*/ 9 w 96"/>
                <a:gd name="T9" fmla="*/ 55 h 90"/>
                <a:gd name="T10" fmla="*/ 1 w 96"/>
                <a:gd name="T11" fmla="*/ 45 h 90"/>
                <a:gd name="T12" fmla="*/ 2 w 96"/>
                <a:gd name="T13" fmla="*/ 33 h 90"/>
                <a:gd name="T14" fmla="*/ 58 w 96"/>
                <a:gd name="T15" fmla="*/ 0 h 90"/>
                <a:gd name="T16" fmla="*/ 67 w 96"/>
                <a:gd name="T17" fmla="*/ 0 h 90"/>
                <a:gd name="T18" fmla="*/ 80 w 96"/>
                <a:gd name="T19" fmla="*/ 10 h 90"/>
                <a:gd name="T20" fmla="*/ 96 w 96"/>
                <a:gd name="T21" fmla="*/ 73 h 90"/>
                <a:gd name="T22" fmla="*/ 91 w 96"/>
                <a:gd name="T23" fmla="*/ 85 h 90"/>
                <a:gd name="T24" fmla="*/ 80 w 96"/>
                <a:gd name="T25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6" h="90">
                  <a:moveTo>
                    <a:pt x="80" y="90"/>
                  </a:moveTo>
                  <a:cubicBezTo>
                    <a:pt x="79" y="90"/>
                    <a:pt x="79" y="90"/>
                    <a:pt x="78" y="90"/>
                  </a:cubicBezTo>
                  <a:cubicBezTo>
                    <a:pt x="67" y="89"/>
                    <a:pt x="55" y="88"/>
                    <a:pt x="44" y="89"/>
                  </a:cubicBezTo>
                  <a:cubicBezTo>
                    <a:pt x="36" y="89"/>
                    <a:pt x="30" y="84"/>
                    <a:pt x="27" y="77"/>
                  </a:cubicBezTo>
                  <a:cubicBezTo>
                    <a:pt x="23" y="62"/>
                    <a:pt x="10" y="55"/>
                    <a:pt x="9" y="55"/>
                  </a:cubicBezTo>
                  <a:cubicBezTo>
                    <a:pt x="5" y="53"/>
                    <a:pt x="2" y="50"/>
                    <a:pt x="1" y="45"/>
                  </a:cubicBezTo>
                  <a:cubicBezTo>
                    <a:pt x="0" y="41"/>
                    <a:pt x="0" y="37"/>
                    <a:pt x="2" y="33"/>
                  </a:cubicBezTo>
                  <a:cubicBezTo>
                    <a:pt x="3" y="32"/>
                    <a:pt x="20" y="0"/>
                    <a:pt x="58" y="0"/>
                  </a:cubicBezTo>
                  <a:cubicBezTo>
                    <a:pt x="61" y="0"/>
                    <a:pt x="64" y="0"/>
                    <a:pt x="67" y="0"/>
                  </a:cubicBezTo>
                  <a:cubicBezTo>
                    <a:pt x="73" y="1"/>
                    <a:pt x="77" y="5"/>
                    <a:pt x="80" y="10"/>
                  </a:cubicBezTo>
                  <a:cubicBezTo>
                    <a:pt x="80" y="11"/>
                    <a:pt x="93" y="41"/>
                    <a:pt x="96" y="73"/>
                  </a:cubicBezTo>
                  <a:cubicBezTo>
                    <a:pt x="96" y="77"/>
                    <a:pt x="95" y="82"/>
                    <a:pt x="91" y="85"/>
                  </a:cubicBezTo>
                  <a:cubicBezTo>
                    <a:pt x="88" y="88"/>
                    <a:pt x="84" y="90"/>
                    <a:pt x="80" y="9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6" name="Freeform 123"/>
            <p:cNvSpPr>
              <a:spLocks/>
            </p:cNvSpPr>
            <p:nvPr/>
          </p:nvSpPr>
          <p:spPr bwMode="auto">
            <a:xfrm>
              <a:off x="4087" y="1241"/>
              <a:ext cx="558" cy="518"/>
            </a:xfrm>
            <a:custGeom>
              <a:avLst/>
              <a:gdLst>
                <a:gd name="T0" fmla="*/ 166 w 235"/>
                <a:gd name="T1" fmla="*/ 7 h 218"/>
                <a:gd name="T2" fmla="*/ 66 w 235"/>
                <a:gd name="T3" fmla="*/ 12 h 218"/>
                <a:gd name="T4" fmla="*/ 31 w 235"/>
                <a:gd name="T5" fmla="*/ 24 h 218"/>
                <a:gd name="T6" fmla="*/ 29 w 235"/>
                <a:gd name="T7" fmla="*/ 25 h 218"/>
                <a:gd name="T8" fmla="*/ 35 w 235"/>
                <a:gd name="T9" fmla="*/ 203 h 218"/>
                <a:gd name="T10" fmla="*/ 69 w 235"/>
                <a:gd name="T11" fmla="*/ 211 h 218"/>
                <a:gd name="T12" fmla="*/ 177 w 235"/>
                <a:gd name="T13" fmla="*/ 121 h 218"/>
                <a:gd name="T14" fmla="*/ 235 w 235"/>
                <a:gd name="T15" fmla="*/ 32 h 218"/>
                <a:gd name="T16" fmla="*/ 166 w 235"/>
                <a:gd name="T17" fmla="*/ 7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5" h="218">
                  <a:moveTo>
                    <a:pt x="166" y="7"/>
                  </a:moveTo>
                  <a:cubicBezTo>
                    <a:pt x="136" y="0"/>
                    <a:pt x="98" y="4"/>
                    <a:pt x="66" y="12"/>
                  </a:cubicBezTo>
                  <a:cubicBezTo>
                    <a:pt x="53" y="15"/>
                    <a:pt x="41" y="20"/>
                    <a:pt x="31" y="24"/>
                  </a:cubicBezTo>
                  <a:cubicBezTo>
                    <a:pt x="31" y="24"/>
                    <a:pt x="30" y="25"/>
                    <a:pt x="29" y="25"/>
                  </a:cubicBezTo>
                  <a:cubicBezTo>
                    <a:pt x="0" y="56"/>
                    <a:pt x="31" y="162"/>
                    <a:pt x="35" y="203"/>
                  </a:cubicBezTo>
                  <a:cubicBezTo>
                    <a:pt x="42" y="209"/>
                    <a:pt x="52" y="207"/>
                    <a:pt x="69" y="211"/>
                  </a:cubicBezTo>
                  <a:cubicBezTo>
                    <a:pt x="102" y="218"/>
                    <a:pt x="133" y="180"/>
                    <a:pt x="177" y="121"/>
                  </a:cubicBezTo>
                  <a:cubicBezTo>
                    <a:pt x="221" y="61"/>
                    <a:pt x="233" y="64"/>
                    <a:pt x="235" y="32"/>
                  </a:cubicBezTo>
                  <a:cubicBezTo>
                    <a:pt x="235" y="18"/>
                    <a:pt x="226" y="22"/>
                    <a:pt x="166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7" name="Freeform 124"/>
            <p:cNvSpPr>
              <a:spLocks noEditPoints="1"/>
            </p:cNvSpPr>
            <p:nvPr/>
          </p:nvSpPr>
          <p:spPr bwMode="auto">
            <a:xfrm>
              <a:off x="4066" y="1210"/>
              <a:ext cx="620" cy="573"/>
            </a:xfrm>
            <a:custGeom>
              <a:avLst/>
              <a:gdLst>
                <a:gd name="T0" fmla="*/ 86 w 261"/>
                <a:gd name="T1" fmla="*/ 241 h 241"/>
                <a:gd name="T2" fmla="*/ 86 w 261"/>
                <a:gd name="T3" fmla="*/ 241 h 241"/>
                <a:gd name="T4" fmla="*/ 75 w 261"/>
                <a:gd name="T5" fmla="*/ 240 h 241"/>
                <a:gd name="T6" fmla="*/ 60 w 261"/>
                <a:gd name="T7" fmla="*/ 237 h 241"/>
                <a:gd name="T8" fmla="*/ 33 w 261"/>
                <a:gd name="T9" fmla="*/ 228 h 241"/>
                <a:gd name="T10" fmla="*/ 28 w 261"/>
                <a:gd name="T11" fmla="*/ 217 h 241"/>
                <a:gd name="T12" fmla="*/ 22 w 261"/>
                <a:gd name="T13" fmla="*/ 178 h 241"/>
                <a:gd name="T14" fmla="*/ 26 w 261"/>
                <a:gd name="T15" fmla="*/ 27 h 241"/>
                <a:gd name="T16" fmla="*/ 31 w 261"/>
                <a:gd name="T17" fmla="*/ 24 h 241"/>
                <a:gd name="T18" fmla="*/ 33 w 261"/>
                <a:gd name="T19" fmla="*/ 23 h 241"/>
                <a:gd name="T20" fmla="*/ 34 w 261"/>
                <a:gd name="T21" fmla="*/ 23 h 241"/>
                <a:gd name="T22" fmla="*/ 71 w 261"/>
                <a:gd name="T23" fmla="*/ 10 h 241"/>
                <a:gd name="T24" fmla="*/ 140 w 261"/>
                <a:gd name="T25" fmla="*/ 0 h 241"/>
                <a:gd name="T26" fmla="*/ 179 w 261"/>
                <a:gd name="T27" fmla="*/ 5 h 241"/>
                <a:gd name="T28" fmla="*/ 218 w 261"/>
                <a:gd name="T29" fmla="*/ 13 h 241"/>
                <a:gd name="T30" fmla="*/ 260 w 261"/>
                <a:gd name="T31" fmla="*/ 45 h 241"/>
                <a:gd name="T32" fmla="*/ 234 w 261"/>
                <a:gd name="T33" fmla="*/ 100 h 241"/>
                <a:gd name="T34" fmla="*/ 199 w 261"/>
                <a:gd name="T35" fmla="*/ 143 h 241"/>
                <a:gd name="T36" fmla="*/ 86 w 261"/>
                <a:gd name="T37" fmla="*/ 241 h 241"/>
                <a:gd name="T38" fmla="*/ 59 w 261"/>
                <a:gd name="T39" fmla="*/ 205 h 241"/>
                <a:gd name="T40" fmla="*/ 63 w 261"/>
                <a:gd name="T41" fmla="*/ 205 h 241"/>
                <a:gd name="T42" fmla="*/ 82 w 261"/>
                <a:gd name="T43" fmla="*/ 208 h 241"/>
                <a:gd name="T44" fmla="*/ 86 w 261"/>
                <a:gd name="T45" fmla="*/ 209 h 241"/>
                <a:gd name="T46" fmla="*/ 173 w 261"/>
                <a:gd name="T47" fmla="*/ 124 h 241"/>
                <a:gd name="T48" fmla="*/ 210 w 261"/>
                <a:gd name="T49" fmla="*/ 79 h 241"/>
                <a:gd name="T50" fmla="*/ 227 w 261"/>
                <a:gd name="T51" fmla="*/ 48 h 241"/>
                <a:gd name="T52" fmla="*/ 212 w 261"/>
                <a:gd name="T53" fmla="*/ 45 h 241"/>
                <a:gd name="T54" fmla="*/ 171 w 261"/>
                <a:gd name="T55" fmla="*/ 36 h 241"/>
                <a:gd name="T56" fmla="*/ 140 w 261"/>
                <a:gd name="T57" fmla="*/ 32 h 241"/>
                <a:gd name="T58" fmla="*/ 79 w 261"/>
                <a:gd name="T59" fmla="*/ 41 h 241"/>
                <a:gd name="T60" fmla="*/ 48 w 261"/>
                <a:gd name="T61" fmla="*/ 51 h 241"/>
                <a:gd name="T62" fmla="*/ 53 w 261"/>
                <a:gd name="T63" fmla="*/ 172 h 241"/>
                <a:gd name="T64" fmla="*/ 59 w 261"/>
                <a:gd name="T65" fmla="*/ 205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61" h="241">
                  <a:moveTo>
                    <a:pt x="86" y="241"/>
                  </a:moveTo>
                  <a:cubicBezTo>
                    <a:pt x="86" y="241"/>
                    <a:pt x="86" y="241"/>
                    <a:pt x="86" y="241"/>
                  </a:cubicBezTo>
                  <a:cubicBezTo>
                    <a:pt x="82" y="241"/>
                    <a:pt x="79" y="240"/>
                    <a:pt x="75" y="240"/>
                  </a:cubicBezTo>
                  <a:cubicBezTo>
                    <a:pt x="69" y="238"/>
                    <a:pt x="64" y="238"/>
                    <a:pt x="60" y="237"/>
                  </a:cubicBezTo>
                  <a:cubicBezTo>
                    <a:pt x="51" y="236"/>
                    <a:pt x="41" y="235"/>
                    <a:pt x="33" y="228"/>
                  </a:cubicBezTo>
                  <a:cubicBezTo>
                    <a:pt x="30" y="225"/>
                    <a:pt x="28" y="221"/>
                    <a:pt x="28" y="217"/>
                  </a:cubicBezTo>
                  <a:cubicBezTo>
                    <a:pt x="27" y="208"/>
                    <a:pt x="25" y="194"/>
                    <a:pt x="22" y="178"/>
                  </a:cubicBezTo>
                  <a:cubicBezTo>
                    <a:pt x="12" y="123"/>
                    <a:pt x="0" y="56"/>
                    <a:pt x="26" y="27"/>
                  </a:cubicBezTo>
                  <a:cubicBezTo>
                    <a:pt x="28" y="26"/>
                    <a:pt x="29" y="25"/>
                    <a:pt x="31" y="24"/>
                  </a:cubicBezTo>
                  <a:cubicBezTo>
                    <a:pt x="32" y="23"/>
                    <a:pt x="32" y="23"/>
                    <a:pt x="33" y="23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44" y="18"/>
                    <a:pt x="57" y="13"/>
                    <a:pt x="71" y="10"/>
                  </a:cubicBezTo>
                  <a:cubicBezTo>
                    <a:pt x="94" y="4"/>
                    <a:pt x="118" y="0"/>
                    <a:pt x="140" y="0"/>
                  </a:cubicBezTo>
                  <a:cubicBezTo>
                    <a:pt x="154" y="0"/>
                    <a:pt x="167" y="2"/>
                    <a:pt x="179" y="5"/>
                  </a:cubicBezTo>
                  <a:cubicBezTo>
                    <a:pt x="195" y="9"/>
                    <a:pt x="209" y="11"/>
                    <a:pt x="218" y="13"/>
                  </a:cubicBezTo>
                  <a:cubicBezTo>
                    <a:pt x="244" y="19"/>
                    <a:pt x="261" y="22"/>
                    <a:pt x="260" y="45"/>
                  </a:cubicBezTo>
                  <a:cubicBezTo>
                    <a:pt x="258" y="72"/>
                    <a:pt x="250" y="81"/>
                    <a:pt x="234" y="100"/>
                  </a:cubicBezTo>
                  <a:cubicBezTo>
                    <a:pt x="226" y="109"/>
                    <a:pt x="214" y="122"/>
                    <a:pt x="199" y="143"/>
                  </a:cubicBezTo>
                  <a:cubicBezTo>
                    <a:pt x="157" y="200"/>
                    <a:pt x="124" y="241"/>
                    <a:pt x="86" y="241"/>
                  </a:cubicBezTo>
                  <a:close/>
                  <a:moveTo>
                    <a:pt x="59" y="205"/>
                  </a:moveTo>
                  <a:cubicBezTo>
                    <a:pt x="60" y="205"/>
                    <a:pt x="62" y="205"/>
                    <a:pt x="63" y="205"/>
                  </a:cubicBezTo>
                  <a:cubicBezTo>
                    <a:pt x="68" y="206"/>
                    <a:pt x="75" y="207"/>
                    <a:pt x="82" y="208"/>
                  </a:cubicBezTo>
                  <a:cubicBezTo>
                    <a:pt x="83" y="209"/>
                    <a:pt x="85" y="209"/>
                    <a:pt x="86" y="209"/>
                  </a:cubicBezTo>
                  <a:cubicBezTo>
                    <a:pt x="109" y="209"/>
                    <a:pt x="140" y="169"/>
                    <a:pt x="173" y="124"/>
                  </a:cubicBezTo>
                  <a:cubicBezTo>
                    <a:pt x="189" y="102"/>
                    <a:pt x="201" y="89"/>
                    <a:pt x="210" y="79"/>
                  </a:cubicBezTo>
                  <a:cubicBezTo>
                    <a:pt x="223" y="64"/>
                    <a:pt x="226" y="60"/>
                    <a:pt x="227" y="48"/>
                  </a:cubicBezTo>
                  <a:cubicBezTo>
                    <a:pt x="223" y="47"/>
                    <a:pt x="218" y="46"/>
                    <a:pt x="212" y="45"/>
                  </a:cubicBezTo>
                  <a:cubicBezTo>
                    <a:pt x="202" y="43"/>
                    <a:pt x="188" y="40"/>
                    <a:pt x="171" y="36"/>
                  </a:cubicBezTo>
                  <a:cubicBezTo>
                    <a:pt x="162" y="33"/>
                    <a:pt x="151" y="32"/>
                    <a:pt x="140" y="32"/>
                  </a:cubicBezTo>
                  <a:cubicBezTo>
                    <a:pt x="121" y="32"/>
                    <a:pt x="99" y="35"/>
                    <a:pt x="79" y="41"/>
                  </a:cubicBezTo>
                  <a:cubicBezTo>
                    <a:pt x="67" y="44"/>
                    <a:pt x="57" y="47"/>
                    <a:pt x="48" y="51"/>
                  </a:cubicBezTo>
                  <a:cubicBezTo>
                    <a:pt x="35" y="71"/>
                    <a:pt x="47" y="136"/>
                    <a:pt x="53" y="172"/>
                  </a:cubicBezTo>
                  <a:cubicBezTo>
                    <a:pt x="55" y="184"/>
                    <a:pt x="57" y="195"/>
                    <a:pt x="59" y="20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8" name="Freeform 125"/>
            <p:cNvSpPr>
              <a:spLocks/>
            </p:cNvSpPr>
            <p:nvPr/>
          </p:nvSpPr>
          <p:spPr bwMode="auto">
            <a:xfrm>
              <a:off x="3368" y="1322"/>
              <a:ext cx="729" cy="827"/>
            </a:xfrm>
            <a:custGeom>
              <a:avLst/>
              <a:gdLst>
                <a:gd name="T0" fmla="*/ 256 w 307"/>
                <a:gd name="T1" fmla="*/ 4 h 348"/>
                <a:gd name="T2" fmla="*/ 246 w 307"/>
                <a:gd name="T3" fmla="*/ 2 h 348"/>
                <a:gd name="T4" fmla="*/ 246 w 307"/>
                <a:gd name="T5" fmla="*/ 2 h 348"/>
                <a:gd name="T6" fmla="*/ 242 w 307"/>
                <a:gd name="T7" fmla="*/ 2 h 348"/>
                <a:gd name="T8" fmla="*/ 205 w 307"/>
                <a:gd name="T9" fmla="*/ 1 h 348"/>
                <a:gd name="T10" fmla="*/ 61 w 307"/>
                <a:gd name="T11" fmla="*/ 66 h 348"/>
                <a:gd name="T12" fmla="*/ 74 w 307"/>
                <a:gd name="T13" fmla="*/ 304 h 348"/>
                <a:gd name="T14" fmla="*/ 139 w 307"/>
                <a:gd name="T15" fmla="*/ 304 h 348"/>
                <a:gd name="T16" fmla="*/ 146 w 307"/>
                <a:gd name="T17" fmla="*/ 289 h 348"/>
                <a:gd name="T18" fmla="*/ 217 w 307"/>
                <a:gd name="T19" fmla="*/ 253 h 348"/>
                <a:gd name="T20" fmla="*/ 224 w 307"/>
                <a:gd name="T21" fmla="*/ 250 h 348"/>
                <a:gd name="T22" fmla="*/ 307 w 307"/>
                <a:gd name="T23" fmla="*/ 178 h 348"/>
                <a:gd name="T24" fmla="*/ 294 w 307"/>
                <a:gd name="T25" fmla="*/ 62 h 348"/>
                <a:gd name="T26" fmla="*/ 256 w 307"/>
                <a:gd name="T27" fmla="*/ 4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07" h="348">
                  <a:moveTo>
                    <a:pt x="256" y="4"/>
                  </a:moveTo>
                  <a:cubicBezTo>
                    <a:pt x="253" y="3"/>
                    <a:pt x="249" y="3"/>
                    <a:pt x="246" y="2"/>
                  </a:cubicBezTo>
                  <a:cubicBezTo>
                    <a:pt x="246" y="2"/>
                    <a:pt x="246" y="2"/>
                    <a:pt x="246" y="2"/>
                  </a:cubicBezTo>
                  <a:cubicBezTo>
                    <a:pt x="245" y="2"/>
                    <a:pt x="243" y="2"/>
                    <a:pt x="242" y="2"/>
                  </a:cubicBezTo>
                  <a:cubicBezTo>
                    <a:pt x="231" y="1"/>
                    <a:pt x="218" y="0"/>
                    <a:pt x="205" y="1"/>
                  </a:cubicBezTo>
                  <a:cubicBezTo>
                    <a:pt x="155" y="4"/>
                    <a:pt x="100" y="21"/>
                    <a:pt x="61" y="66"/>
                  </a:cubicBezTo>
                  <a:cubicBezTo>
                    <a:pt x="0" y="136"/>
                    <a:pt x="59" y="264"/>
                    <a:pt x="74" y="304"/>
                  </a:cubicBezTo>
                  <a:cubicBezTo>
                    <a:pt x="89" y="344"/>
                    <a:pt x="120" y="348"/>
                    <a:pt x="139" y="304"/>
                  </a:cubicBezTo>
                  <a:cubicBezTo>
                    <a:pt x="141" y="298"/>
                    <a:pt x="144" y="293"/>
                    <a:pt x="146" y="289"/>
                  </a:cubicBezTo>
                  <a:cubicBezTo>
                    <a:pt x="163" y="263"/>
                    <a:pt x="181" y="272"/>
                    <a:pt x="217" y="253"/>
                  </a:cubicBezTo>
                  <a:cubicBezTo>
                    <a:pt x="219" y="252"/>
                    <a:pt x="222" y="251"/>
                    <a:pt x="224" y="250"/>
                  </a:cubicBezTo>
                  <a:cubicBezTo>
                    <a:pt x="261" y="229"/>
                    <a:pt x="302" y="197"/>
                    <a:pt x="307" y="178"/>
                  </a:cubicBezTo>
                  <a:cubicBezTo>
                    <a:pt x="301" y="144"/>
                    <a:pt x="298" y="99"/>
                    <a:pt x="294" y="62"/>
                  </a:cubicBezTo>
                  <a:cubicBezTo>
                    <a:pt x="289" y="20"/>
                    <a:pt x="269" y="7"/>
                    <a:pt x="256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9" name="Freeform 126"/>
            <p:cNvSpPr>
              <a:spLocks noEditPoints="1"/>
            </p:cNvSpPr>
            <p:nvPr/>
          </p:nvSpPr>
          <p:spPr bwMode="auto">
            <a:xfrm>
              <a:off x="3337" y="1284"/>
              <a:ext cx="798" cy="872"/>
            </a:xfrm>
            <a:custGeom>
              <a:avLst/>
              <a:gdLst>
                <a:gd name="T0" fmla="*/ 119 w 336"/>
                <a:gd name="T1" fmla="*/ 367 h 367"/>
                <a:gd name="T2" fmla="*/ 119 w 336"/>
                <a:gd name="T3" fmla="*/ 367 h 367"/>
                <a:gd name="T4" fmla="*/ 72 w 336"/>
                <a:gd name="T5" fmla="*/ 326 h 367"/>
                <a:gd name="T6" fmla="*/ 67 w 336"/>
                <a:gd name="T7" fmla="*/ 314 h 367"/>
                <a:gd name="T8" fmla="*/ 62 w 336"/>
                <a:gd name="T9" fmla="*/ 71 h 367"/>
                <a:gd name="T10" fmla="*/ 218 w 336"/>
                <a:gd name="T11" fmla="*/ 1 h 367"/>
                <a:gd name="T12" fmla="*/ 257 w 336"/>
                <a:gd name="T13" fmla="*/ 2 h 367"/>
                <a:gd name="T14" fmla="*/ 260 w 336"/>
                <a:gd name="T15" fmla="*/ 3 h 367"/>
                <a:gd name="T16" fmla="*/ 272 w 336"/>
                <a:gd name="T17" fmla="*/ 4 h 367"/>
                <a:gd name="T18" fmla="*/ 273 w 336"/>
                <a:gd name="T19" fmla="*/ 4 h 367"/>
                <a:gd name="T20" fmla="*/ 323 w 336"/>
                <a:gd name="T21" fmla="*/ 76 h 367"/>
                <a:gd name="T22" fmla="*/ 326 w 336"/>
                <a:gd name="T23" fmla="*/ 114 h 367"/>
                <a:gd name="T24" fmla="*/ 335 w 336"/>
                <a:gd name="T25" fmla="*/ 191 h 367"/>
                <a:gd name="T26" fmla="*/ 335 w 336"/>
                <a:gd name="T27" fmla="*/ 198 h 367"/>
                <a:gd name="T28" fmla="*/ 245 w 336"/>
                <a:gd name="T29" fmla="*/ 280 h 367"/>
                <a:gd name="T30" fmla="*/ 237 w 336"/>
                <a:gd name="T31" fmla="*/ 284 h 367"/>
                <a:gd name="T32" fmla="*/ 200 w 336"/>
                <a:gd name="T33" fmla="*/ 297 h 367"/>
                <a:gd name="T34" fmla="*/ 173 w 336"/>
                <a:gd name="T35" fmla="*/ 314 h 367"/>
                <a:gd name="T36" fmla="*/ 167 w 336"/>
                <a:gd name="T37" fmla="*/ 326 h 367"/>
                <a:gd name="T38" fmla="*/ 119 w 336"/>
                <a:gd name="T39" fmla="*/ 367 h 367"/>
                <a:gd name="T40" fmla="*/ 230 w 336"/>
                <a:gd name="T41" fmla="*/ 33 h 367"/>
                <a:gd name="T42" fmla="*/ 219 w 336"/>
                <a:gd name="T43" fmla="*/ 33 h 367"/>
                <a:gd name="T44" fmla="*/ 86 w 336"/>
                <a:gd name="T45" fmla="*/ 92 h 367"/>
                <a:gd name="T46" fmla="*/ 97 w 336"/>
                <a:gd name="T47" fmla="*/ 303 h 367"/>
                <a:gd name="T48" fmla="*/ 102 w 336"/>
                <a:gd name="T49" fmla="*/ 314 h 367"/>
                <a:gd name="T50" fmla="*/ 119 w 336"/>
                <a:gd name="T51" fmla="*/ 335 h 367"/>
                <a:gd name="T52" fmla="*/ 119 w 336"/>
                <a:gd name="T53" fmla="*/ 335 h 367"/>
                <a:gd name="T54" fmla="*/ 137 w 336"/>
                <a:gd name="T55" fmla="*/ 313 h 367"/>
                <a:gd name="T56" fmla="*/ 146 w 336"/>
                <a:gd name="T57" fmla="*/ 297 h 367"/>
                <a:gd name="T58" fmla="*/ 191 w 336"/>
                <a:gd name="T59" fmla="*/ 266 h 367"/>
                <a:gd name="T60" fmla="*/ 223 w 336"/>
                <a:gd name="T61" fmla="*/ 255 h 367"/>
                <a:gd name="T62" fmla="*/ 230 w 336"/>
                <a:gd name="T63" fmla="*/ 251 h 367"/>
                <a:gd name="T64" fmla="*/ 303 w 336"/>
                <a:gd name="T65" fmla="*/ 193 h 367"/>
                <a:gd name="T66" fmla="*/ 295 w 336"/>
                <a:gd name="T67" fmla="*/ 117 h 367"/>
                <a:gd name="T68" fmla="*/ 291 w 336"/>
                <a:gd name="T69" fmla="*/ 80 h 367"/>
                <a:gd name="T70" fmla="*/ 265 w 336"/>
                <a:gd name="T71" fmla="*/ 35 h 367"/>
                <a:gd name="T72" fmla="*/ 257 w 336"/>
                <a:gd name="T73" fmla="*/ 34 h 367"/>
                <a:gd name="T74" fmla="*/ 254 w 336"/>
                <a:gd name="T75" fmla="*/ 34 h 367"/>
                <a:gd name="T76" fmla="*/ 230 w 336"/>
                <a:gd name="T77" fmla="*/ 33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36" h="367">
                  <a:moveTo>
                    <a:pt x="119" y="367"/>
                  </a:moveTo>
                  <a:cubicBezTo>
                    <a:pt x="119" y="367"/>
                    <a:pt x="119" y="367"/>
                    <a:pt x="119" y="367"/>
                  </a:cubicBezTo>
                  <a:cubicBezTo>
                    <a:pt x="99" y="367"/>
                    <a:pt x="82" y="352"/>
                    <a:pt x="72" y="326"/>
                  </a:cubicBezTo>
                  <a:cubicBezTo>
                    <a:pt x="71" y="322"/>
                    <a:pt x="69" y="319"/>
                    <a:pt x="67" y="314"/>
                  </a:cubicBezTo>
                  <a:cubicBezTo>
                    <a:pt x="47" y="263"/>
                    <a:pt x="0" y="143"/>
                    <a:pt x="62" y="71"/>
                  </a:cubicBezTo>
                  <a:cubicBezTo>
                    <a:pt x="99" y="29"/>
                    <a:pt x="154" y="4"/>
                    <a:pt x="218" y="1"/>
                  </a:cubicBezTo>
                  <a:cubicBezTo>
                    <a:pt x="231" y="0"/>
                    <a:pt x="244" y="1"/>
                    <a:pt x="257" y="2"/>
                  </a:cubicBezTo>
                  <a:cubicBezTo>
                    <a:pt x="258" y="2"/>
                    <a:pt x="259" y="2"/>
                    <a:pt x="260" y="3"/>
                  </a:cubicBezTo>
                  <a:cubicBezTo>
                    <a:pt x="264" y="3"/>
                    <a:pt x="268" y="3"/>
                    <a:pt x="272" y="4"/>
                  </a:cubicBezTo>
                  <a:cubicBezTo>
                    <a:pt x="272" y="4"/>
                    <a:pt x="273" y="4"/>
                    <a:pt x="273" y="4"/>
                  </a:cubicBezTo>
                  <a:cubicBezTo>
                    <a:pt x="289" y="9"/>
                    <a:pt x="317" y="24"/>
                    <a:pt x="323" y="76"/>
                  </a:cubicBezTo>
                  <a:cubicBezTo>
                    <a:pt x="324" y="88"/>
                    <a:pt x="325" y="102"/>
                    <a:pt x="326" y="114"/>
                  </a:cubicBezTo>
                  <a:cubicBezTo>
                    <a:pt x="329" y="141"/>
                    <a:pt x="332" y="169"/>
                    <a:pt x="335" y="191"/>
                  </a:cubicBezTo>
                  <a:cubicBezTo>
                    <a:pt x="336" y="193"/>
                    <a:pt x="336" y="196"/>
                    <a:pt x="335" y="198"/>
                  </a:cubicBezTo>
                  <a:cubicBezTo>
                    <a:pt x="328" y="227"/>
                    <a:pt x="275" y="263"/>
                    <a:pt x="245" y="280"/>
                  </a:cubicBezTo>
                  <a:cubicBezTo>
                    <a:pt x="242" y="281"/>
                    <a:pt x="240" y="282"/>
                    <a:pt x="237" y="284"/>
                  </a:cubicBezTo>
                  <a:cubicBezTo>
                    <a:pt x="222" y="291"/>
                    <a:pt x="210" y="295"/>
                    <a:pt x="200" y="297"/>
                  </a:cubicBezTo>
                  <a:cubicBezTo>
                    <a:pt x="186" y="301"/>
                    <a:pt x="180" y="303"/>
                    <a:pt x="173" y="314"/>
                  </a:cubicBezTo>
                  <a:cubicBezTo>
                    <a:pt x="171" y="317"/>
                    <a:pt x="169" y="321"/>
                    <a:pt x="167" y="326"/>
                  </a:cubicBezTo>
                  <a:cubicBezTo>
                    <a:pt x="151" y="362"/>
                    <a:pt x="130" y="367"/>
                    <a:pt x="119" y="367"/>
                  </a:cubicBezTo>
                  <a:close/>
                  <a:moveTo>
                    <a:pt x="230" y="33"/>
                  </a:moveTo>
                  <a:cubicBezTo>
                    <a:pt x="227" y="33"/>
                    <a:pt x="223" y="33"/>
                    <a:pt x="219" y="33"/>
                  </a:cubicBezTo>
                  <a:cubicBezTo>
                    <a:pt x="187" y="35"/>
                    <a:pt x="128" y="44"/>
                    <a:pt x="86" y="92"/>
                  </a:cubicBezTo>
                  <a:cubicBezTo>
                    <a:pt x="37" y="149"/>
                    <a:pt x="79" y="257"/>
                    <a:pt x="97" y="303"/>
                  </a:cubicBezTo>
                  <a:cubicBezTo>
                    <a:pt x="99" y="307"/>
                    <a:pt x="100" y="311"/>
                    <a:pt x="102" y="314"/>
                  </a:cubicBezTo>
                  <a:cubicBezTo>
                    <a:pt x="107" y="329"/>
                    <a:pt x="114" y="335"/>
                    <a:pt x="119" y="335"/>
                  </a:cubicBezTo>
                  <a:cubicBezTo>
                    <a:pt x="119" y="335"/>
                    <a:pt x="119" y="335"/>
                    <a:pt x="119" y="335"/>
                  </a:cubicBezTo>
                  <a:cubicBezTo>
                    <a:pt x="123" y="335"/>
                    <a:pt x="131" y="329"/>
                    <a:pt x="137" y="313"/>
                  </a:cubicBezTo>
                  <a:cubicBezTo>
                    <a:pt x="140" y="307"/>
                    <a:pt x="143" y="302"/>
                    <a:pt x="146" y="297"/>
                  </a:cubicBezTo>
                  <a:cubicBezTo>
                    <a:pt x="159" y="275"/>
                    <a:pt x="176" y="271"/>
                    <a:pt x="191" y="266"/>
                  </a:cubicBezTo>
                  <a:cubicBezTo>
                    <a:pt x="200" y="264"/>
                    <a:pt x="210" y="261"/>
                    <a:pt x="223" y="255"/>
                  </a:cubicBezTo>
                  <a:cubicBezTo>
                    <a:pt x="225" y="254"/>
                    <a:pt x="227" y="253"/>
                    <a:pt x="230" y="251"/>
                  </a:cubicBezTo>
                  <a:cubicBezTo>
                    <a:pt x="269" y="230"/>
                    <a:pt x="297" y="204"/>
                    <a:pt x="303" y="193"/>
                  </a:cubicBezTo>
                  <a:cubicBezTo>
                    <a:pt x="299" y="170"/>
                    <a:pt x="297" y="143"/>
                    <a:pt x="295" y="117"/>
                  </a:cubicBezTo>
                  <a:cubicBezTo>
                    <a:pt x="293" y="104"/>
                    <a:pt x="292" y="92"/>
                    <a:pt x="291" y="80"/>
                  </a:cubicBezTo>
                  <a:cubicBezTo>
                    <a:pt x="288" y="55"/>
                    <a:pt x="279" y="40"/>
                    <a:pt x="265" y="35"/>
                  </a:cubicBezTo>
                  <a:cubicBezTo>
                    <a:pt x="263" y="35"/>
                    <a:pt x="260" y="35"/>
                    <a:pt x="257" y="34"/>
                  </a:cubicBezTo>
                  <a:cubicBezTo>
                    <a:pt x="256" y="34"/>
                    <a:pt x="255" y="34"/>
                    <a:pt x="254" y="34"/>
                  </a:cubicBezTo>
                  <a:cubicBezTo>
                    <a:pt x="246" y="33"/>
                    <a:pt x="238" y="33"/>
                    <a:pt x="230" y="3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0" name="Freeform 127"/>
            <p:cNvSpPr>
              <a:spLocks/>
            </p:cNvSpPr>
            <p:nvPr/>
          </p:nvSpPr>
          <p:spPr bwMode="auto">
            <a:xfrm>
              <a:off x="3731" y="1930"/>
              <a:ext cx="185" cy="121"/>
            </a:xfrm>
            <a:custGeom>
              <a:avLst/>
              <a:gdLst>
                <a:gd name="T0" fmla="*/ 0 w 78"/>
                <a:gd name="T1" fmla="*/ 40 h 51"/>
                <a:gd name="T2" fmla="*/ 33 w 78"/>
                <a:gd name="T3" fmla="*/ 47 h 51"/>
                <a:gd name="T4" fmla="*/ 78 w 78"/>
                <a:gd name="T5" fmla="*/ 0 h 51"/>
                <a:gd name="T6" fmla="*/ 71 w 78"/>
                <a:gd name="T7" fmla="*/ 4 h 51"/>
                <a:gd name="T8" fmla="*/ 0 w 78"/>
                <a:gd name="T9" fmla="*/ 4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" h="51">
                  <a:moveTo>
                    <a:pt x="0" y="40"/>
                  </a:moveTo>
                  <a:cubicBezTo>
                    <a:pt x="7" y="43"/>
                    <a:pt x="18" y="45"/>
                    <a:pt x="33" y="47"/>
                  </a:cubicBezTo>
                  <a:cubicBezTo>
                    <a:pt x="63" y="51"/>
                    <a:pt x="70" y="31"/>
                    <a:pt x="78" y="0"/>
                  </a:cubicBezTo>
                  <a:cubicBezTo>
                    <a:pt x="76" y="2"/>
                    <a:pt x="74" y="3"/>
                    <a:pt x="71" y="4"/>
                  </a:cubicBezTo>
                  <a:cubicBezTo>
                    <a:pt x="35" y="22"/>
                    <a:pt x="17" y="13"/>
                    <a:pt x="0" y="4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1" name="Freeform 128"/>
            <p:cNvSpPr>
              <a:spLocks/>
            </p:cNvSpPr>
            <p:nvPr/>
          </p:nvSpPr>
          <p:spPr bwMode="auto">
            <a:xfrm>
              <a:off x="3964" y="1279"/>
              <a:ext cx="278" cy="665"/>
            </a:xfrm>
            <a:custGeom>
              <a:avLst/>
              <a:gdLst>
                <a:gd name="T0" fmla="*/ 0 w 117"/>
                <a:gd name="T1" fmla="*/ 16 h 280"/>
                <a:gd name="T2" fmla="*/ 0 w 117"/>
                <a:gd name="T3" fmla="*/ 16 h 280"/>
                <a:gd name="T4" fmla="*/ 11 w 117"/>
                <a:gd name="T5" fmla="*/ 17 h 280"/>
                <a:gd name="T6" fmla="*/ 48 w 117"/>
                <a:gd name="T7" fmla="*/ 75 h 280"/>
                <a:gd name="T8" fmla="*/ 61 w 117"/>
                <a:gd name="T9" fmla="*/ 192 h 280"/>
                <a:gd name="T10" fmla="*/ 79 w 117"/>
                <a:gd name="T11" fmla="*/ 243 h 280"/>
                <a:gd name="T12" fmla="*/ 106 w 117"/>
                <a:gd name="T13" fmla="*/ 280 h 280"/>
                <a:gd name="T14" fmla="*/ 117 w 117"/>
                <a:gd name="T15" fmla="*/ 274 h 280"/>
                <a:gd name="T16" fmla="*/ 80 w 117"/>
                <a:gd name="T17" fmla="*/ 193 h 280"/>
                <a:gd name="T18" fmla="*/ 80 w 117"/>
                <a:gd name="T19" fmla="*/ 186 h 280"/>
                <a:gd name="T20" fmla="*/ 74 w 117"/>
                <a:gd name="T21" fmla="*/ 8 h 280"/>
                <a:gd name="T22" fmla="*/ 75 w 117"/>
                <a:gd name="T23" fmla="*/ 7 h 280"/>
                <a:gd name="T24" fmla="*/ 0 w 117"/>
                <a:gd name="T25" fmla="*/ 16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280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0" y="16"/>
                    <a:pt x="5" y="16"/>
                    <a:pt x="11" y="17"/>
                  </a:cubicBezTo>
                  <a:cubicBezTo>
                    <a:pt x="23" y="21"/>
                    <a:pt x="44" y="33"/>
                    <a:pt x="48" y="75"/>
                  </a:cubicBezTo>
                  <a:cubicBezTo>
                    <a:pt x="53" y="113"/>
                    <a:pt x="55" y="157"/>
                    <a:pt x="61" y="192"/>
                  </a:cubicBezTo>
                  <a:cubicBezTo>
                    <a:pt x="65" y="214"/>
                    <a:pt x="71" y="233"/>
                    <a:pt x="79" y="243"/>
                  </a:cubicBezTo>
                  <a:cubicBezTo>
                    <a:pt x="100" y="266"/>
                    <a:pt x="106" y="280"/>
                    <a:pt x="106" y="280"/>
                  </a:cubicBezTo>
                  <a:cubicBezTo>
                    <a:pt x="117" y="274"/>
                    <a:pt x="117" y="274"/>
                    <a:pt x="117" y="274"/>
                  </a:cubicBezTo>
                  <a:cubicBezTo>
                    <a:pt x="117" y="274"/>
                    <a:pt x="80" y="228"/>
                    <a:pt x="80" y="193"/>
                  </a:cubicBezTo>
                  <a:cubicBezTo>
                    <a:pt x="80" y="191"/>
                    <a:pt x="80" y="188"/>
                    <a:pt x="80" y="186"/>
                  </a:cubicBezTo>
                  <a:cubicBezTo>
                    <a:pt x="76" y="145"/>
                    <a:pt x="46" y="39"/>
                    <a:pt x="74" y="8"/>
                  </a:cubicBezTo>
                  <a:cubicBezTo>
                    <a:pt x="75" y="8"/>
                    <a:pt x="75" y="7"/>
                    <a:pt x="75" y="7"/>
                  </a:cubicBezTo>
                  <a:cubicBezTo>
                    <a:pt x="38" y="0"/>
                    <a:pt x="0" y="16"/>
                    <a:pt x="0" y="1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2" name="Freeform 129"/>
            <p:cNvSpPr>
              <a:spLocks/>
            </p:cNvSpPr>
            <p:nvPr/>
          </p:nvSpPr>
          <p:spPr bwMode="auto">
            <a:xfrm>
              <a:off x="4137" y="1108"/>
              <a:ext cx="131" cy="173"/>
            </a:xfrm>
            <a:custGeom>
              <a:avLst/>
              <a:gdLst>
                <a:gd name="T0" fmla="*/ 55 w 55"/>
                <a:gd name="T1" fmla="*/ 20 h 73"/>
                <a:gd name="T2" fmla="*/ 0 w 55"/>
                <a:gd name="T3" fmla="*/ 17 h 73"/>
                <a:gd name="T4" fmla="*/ 9 w 55"/>
                <a:gd name="T5" fmla="*/ 73 h 73"/>
                <a:gd name="T6" fmla="*/ 43 w 55"/>
                <a:gd name="T7" fmla="*/ 61 h 73"/>
                <a:gd name="T8" fmla="*/ 55 w 55"/>
                <a:gd name="T9" fmla="*/ 2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" h="73">
                  <a:moveTo>
                    <a:pt x="55" y="20"/>
                  </a:moveTo>
                  <a:cubicBezTo>
                    <a:pt x="55" y="20"/>
                    <a:pt x="29" y="0"/>
                    <a:pt x="0" y="17"/>
                  </a:cubicBezTo>
                  <a:cubicBezTo>
                    <a:pt x="0" y="17"/>
                    <a:pt x="0" y="46"/>
                    <a:pt x="9" y="73"/>
                  </a:cubicBezTo>
                  <a:cubicBezTo>
                    <a:pt x="18" y="69"/>
                    <a:pt x="30" y="64"/>
                    <a:pt x="43" y="61"/>
                  </a:cubicBezTo>
                  <a:cubicBezTo>
                    <a:pt x="40" y="37"/>
                    <a:pt x="55" y="20"/>
                    <a:pt x="55" y="20"/>
                  </a:cubicBez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3" name="Freeform 130"/>
            <p:cNvSpPr>
              <a:spLocks/>
            </p:cNvSpPr>
            <p:nvPr/>
          </p:nvSpPr>
          <p:spPr bwMode="auto">
            <a:xfrm>
              <a:off x="3788" y="1162"/>
              <a:ext cx="152" cy="148"/>
            </a:xfrm>
            <a:custGeom>
              <a:avLst/>
              <a:gdLst>
                <a:gd name="T0" fmla="*/ 49 w 64"/>
                <a:gd name="T1" fmla="*/ 4 h 62"/>
                <a:gd name="T2" fmla="*/ 0 w 64"/>
                <a:gd name="T3" fmla="*/ 28 h 62"/>
                <a:gd name="T4" fmla="*/ 27 w 64"/>
                <a:gd name="T5" fmla="*/ 61 h 62"/>
                <a:gd name="T6" fmla="*/ 64 w 64"/>
                <a:gd name="T7" fmla="*/ 62 h 62"/>
                <a:gd name="T8" fmla="*/ 49 w 64"/>
                <a:gd name="T9" fmla="*/ 4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62">
                  <a:moveTo>
                    <a:pt x="49" y="4"/>
                  </a:moveTo>
                  <a:cubicBezTo>
                    <a:pt x="16" y="0"/>
                    <a:pt x="0" y="28"/>
                    <a:pt x="0" y="28"/>
                  </a:cubicBezTo>
                  <a:cubicBezTo>
                    <a:pt x="0" y="28"/>
                    <a:pt x="20" y="38"/>
                    <a:pt x="27" y="61"/>
                  </a:cubicBezTo>
                  <a:cubicBezTo>
                    <a:pt x="40" y="60"/>
                    <a:pt x="52" y="61"/>
                    <a:pt x="64" y="62"/>
                  </a:cubicBezTo>
                  <a:cubicBezTo>
                    <a:pt x="62" y="33"/>
                    <a:pt x="49" y="4"/>
                    <a:pt x="49" y="4"/>
                  </a:cubicBez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4" name="Freeform 131"/>
            <p:cNvSpPr>
              <a:spLocks/>
            </p:cNvSpPr>
            <p:nvPr/>
          </p:nvSpPr>
          <p:spPr bwMode="auto">
            <a:xfrm>
              <a:off x="4087" y="1241"/>
              <a:ext cx="558" cy="518"/>
            </a:xfrm>
            <a:custGeom>
              <a:avLst/>
              <a:gdLst>
                <a:gd name="T0" fmla="*/ 166 w 235"/>
                <a:gd name="T1" fmla="*/ 7 h 218"/>
                <a:gd name="T2" fmla="*/ 66 w 235"/>
                <a:gd name="T3" fmla="*/ 12 h 218"/>
                <a:gd name="T4" fmla="*/ 31 w 235"/>
                <a:gd name="T5" fmla="*/ 24 h 218"/>
                <a:gd name="T6" fmla="*/ 29 w 235"/>
                <a:gd name="T7" fmla="*/ 25 h 218"/>
                <a:gd name="T8" fmla="*/ 35 w 235"/>
                <a:gd name="T9" fmla="*/ 203 h 218"/>
                <a:gd name="T10" fmla="*/ 69 w 235"/>
                <a:gd name="T11" fmla="*/ 211 h 218"/>
                <a:gd name="T12" fmla="*/ 177 w 235"/>
                <a:gd name="T13" fmla="*/ 121 h 218"/>
                <a:gd name="T14" fmla="*/ 235 w 235"/>
                <a:gd name="T15" fmla="*/ 32 h 218"/>
                <a:gd name="T16" fmla="*/ 166 w 235"/>
                <a:gd name="T17" fmla="*/ 7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5" h="218">
                  <a:moveTo>
                    <a:pt x="166" y="7"/>
                  </a:moveTo>
                  <a:cubicBezTo>
                    <a:pt x="136" y="0"/>
                    <a:pt x="98" y="4"/>
                    <a:pt x="66" y="12"/>
                  </a:cubicBezTo>
                  <a:cubicBezTo>
                    <a:pt x="53" y="15"/>
                    <a:pt x="41" y="20"/>
                    <a:pt x="31" y="24"/>
                  </a:cubicBezTo>
                  <a:cubicBezTo>
                    <a:pt x="31" y="24"/>
                    <a:pt x="30" y="25"/>
                    <a:pt x="29" y="25"/>
                  </a:cubicBezTo>
                  <a:cubicBezTo>
                    <a:pt x="0" y="56"/>
                    <a:pt x="31" y="162"/>
                    <a:pt x="35" y="203"/>
                  </a:cubicBezTo>
                  <a:cubicBezTo>
                    <a:pt x="42" y="209"/>
                    <a:pt x="52" y="207"/>
                    <a:pt x="69" y="211"/>
                  </a:cubicBezTo>
                  <a:cubicBezTo>
                    <a:pt x="102" y="218"/>
                    <a:pt x="133" y="180"/>
                    <a:pt x="177" y="121"/>
                  </a:cubicBezTo>
                  <a:cubicBezTo>
                    <a:pt x="221" y="61"/>
                    <a:pt x="233" y="64"/>
                    <a:pt x="235" y="32"/>
                  </a:cubicBezTo>
                  <a:cubicBezTo>
                    <a:pt x="235" y="18"/>
                    <a:pt x="226" y="22"/>
                    <a:pt x="166" y="7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5" name="Freeform 132"/>
            <p:cNvSpPr>
              <a:spLocks/>
            </p:cNvSpPr>
            <p:nvPr/>
          </p:nvSpPr>
          <p:spPr bwMode="auto">
            <a:xfrm>
              <a:off x="3368" y="1322"/>
              <a:ext cx="729" cy="827"/>
            </a:xfrm>
            <a:custGeom>
              <a:avLst/>
              <a:gdLst>
                <a:gd name="T0" fmla="*/ 256 w 307"/>
                <a:gd name="T1" fmla="*/ 4 h 348"/>
                <a:gd name="T2" fmla="*/ 246 w 307"/>
                <a:gd name="T3" fmla="*/ 2 h 348"/>
                <a:gd name="T4" fmla="*/ 246 w 307"/>
                <a:gd name="T5" fmla="*/ 2 h 348"/>
                <a:gd name="T6" fmla="*/ 242 w 307"/>
                <a:gd name="T7" fmla="*/ 2 h 348"/>
                <a:gd name="T8" fmla="*/ 205 w 307"/>
                <a:gd name="T9" fmla="*/ 1 h 348"/>
                <a:gd name="T10" fmla="*/ 61 w 307"/>
                <a:gd name="T11" fmla="*/ 66 h 348"/>
                <a:gd name="T12" fmla="*/ 74 w 307"/>
                <a:gd name="T13" fmla="*/ 304 h 348"/>
                <a:gd name="T14" fmla="*/ 139 w 307"/>
                <a:gd name="T15" fmla="*/ 304 h 348"/>
                <a:gd name="T16" fmla="*/ 146 w 307"/>
                <a:gd name="T17" fmla="*/ 289 h 348"/>
                <a:gd name="T18" fmla="*/ 217 w 307"/>
                <a:gd name="T19" fmla="*/ 253 h 348"/>
                <a:gd name="T20" fmla="*/ 224 w 307"/>
                <a:gd name="T21" fmla="*/ 250 h 348"/>
                <a:gd name="T22" fmla="*/ 307 w 307"/>
                <a:gd name="T23" fmla="*/ 178 h 348"/>
                <a:gd name="T24" fmla="*/ 294 w 307"/>
                <a:gd name="T25" fmla="*/ 62 h 348"/>
                <a:gd name="T26" fmla="*/ 256 w 307"/>
                <a:gd name="T27" fmla="*/ 4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07" h="348">
                  <a:moveTo>
                    <a:pt x="256" y="4"/>
                  </a:moveTo>
                  <a:cubicBezTo>
                    <a:pt x="253" y="3"/>
                    <a:pt x="249" y="3"/>
                    <a:pt x="246" y="2"/>
                  </a:cubicBezTo>
                  <a:cubicBezTo>
                    <a:pt x="246" y="2"/>
                    <a:pt x="246" y="2"/>
                    <a:pt x="246" y="2"/>
                  </a:cubicBezTo>
                  <a:cubicBezTo>
                    <a:pt x="245" y="2"/>
                    <a:pt x="243" y="2"/>
                    <a:pt x="242" y="2"/>
                  </a:cubicBezTo>
                  <a:cubicBezTo>
                    <a:pt x="231" y="1"/>
                    <a:pt x="218" y="0"/>
                    <a:pt x="205" y="1"/>
                  </a:cubicBezTo>
                  <a:cubicBezTo>
                    <a:pt x="155" y="4"/>
                    <a:pt x="100" y="21"/>
                    <a:pt x="61" y="66"/>
                  </a:cubicBezTo>
                  <a:cubicBezTo>
                    <a:pt x="0" y="136"/>
                    <a:pt x="59" y="264"/>
                    <a:pt x="74" y="304"/>
                  </a:cubicBezTo>
                  <a:cubicBezTo>
                    <a:pt x="89" y="344"/>
                    <a:pt x="120" y="348"/>
                    <a:pt x="139" y="304"/>
                  </a:cubicBezTo>
                  <a:cubicBezTo>
                    <a:pt x="141" y="298"/>
                    <a:pt x="144" y="293"/>
                    <a:pt x="146" y="289"/>
                  </a:cubicBezTo>
                  <a:cubicBezTo>
                    <a:pt x="163" y="263"/>
                    <a:pt x="181" y="272"/>
                    <a:pt x="217" y="253"/>
                  </a:cubicBezTo>
                  <a:cubicBezTo>
                    <a:pt x="219" y="252"/>
                    <a:pt x="222" y="251"/>
                    <a:pt x="224" y="250"/>
                  </a:cubicBezTo>
                  <a:cubicBezTo>
                    <a:pt x="261" y="229"/>
                    <a:pt x="302" y="197"/>
                    <a:pt x="307" y="178"/>
                  </a:cubicBezTo>
                  <a:cubicBezTo>
                    <a:pt x="301" y="144"/>
                    <a:pt x="298" y="99"/>
                    <a:pt x="294" y="62"/>
                  </a:cubicBezTo>
                  <a:cubicBezTo>
                    <a:pt x="289" y="20"/>
                    <a:pt x="269" y="7"/>
                    <a:pt x="256" y="4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6" name="Freeform 133"/>
            <p:cNvSpPr>
              <a:spLocks/>
            </p:cNvSpPr>
            <p:nvPr/>
          </p:nvSpPr>
          <p:spPr bwMode="auto">
            <a:xfrm>
              <a:off x="3467" y="1403"/>
              <a:ext cx="264" cy="211"/>
            </a:xfrm>
            <a:custGeom>
              <a:avLst/>
              <a:gdLst>
                <a:gd name="T0" fmla="*/ 104 w 111"/>
                <a:gd name="T1" fmla="*/ 10 h 89"/>
                <a:gd name="T2" fmla="*/ 44 w 111"/>
                <a:gd name="T3" fmla="*/ 28 h 89"/>
                <a:gd name="T4" fmla="*/ 7 w 111"/>
                <a:gd name="T5" fmla="*/ 79 h 89"/>
                <a:gd name="T6" fmla="*/ 68 w 111"/>
                <a:gd name="T7" fmla="*/ 61 h 89"/>
                <a:gd name="T8" fmla="*/ 104 w 111"/>
                <a:gd name="T9" fmla="*/ 1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1" h="89">
                  <a:moveTo>
                    <a:pt x="104" y="10"/>
                  </a:moveTo>
                  <a:cubicBezTo>
                    <a:pt x="98" y="0"/>
                    <a:pt x="71" y="8"/>
                    <a:pt x="44" y="28"/>
                  </a:cubicBezTo>
                  <a:cubicBezTo>
                    <a:pt x="17" y="47"/>
                    <a:pt x="0" y="70"/>
                    <a:pt x="7" y="79"/>
                  </a:cubicBezTo>
                  <a:cubicBezTo>
                    <a:pt x="14" y="89"/>
                    <a:pt x="41" y="81"/>
                    <a:pt x="68" y="61"/>
                  </a:cubicBezTo>
                  <a:cubicBezTo>
                    <a:pt x="95" y="42"/>
                    <a:pt x="111" y="19"/>
                    <a:pt x="104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7" name="Freeform 134"/>
            <p:cNvSpPr>
              <a:spLocks/>
            </p:cNvSpPr>
            <p:nvPr/>
          </p:nvSpPr>
          <p:spPr bwMode="auto">
            <a:xfrm>
              <a:off x="3698" y="1443"/>
              <a:ext cx="130" cy="104"/>
            </a:xfrm>
            <a:custGeom>
              <a:avLst/>
              <a:gdLst>
                <a:gd name="T0" fmla="*/ 52 w 55"/>
                <a:gd name="T1" fmla="*/ 5 h 44"/>
                <a:gd name="T2" fmla="*/ 21 w 55"/>
                <a:gd name="T3" fmla="*/ 14 h 44"/>
                <a:gd name="T4" fmla="*/ 3 w 55"/>
                <a:gd name="T5" fmla="*/ 40 h 44"/>
                <a:gd name="T6" fmla="*/ 33 w 55"/>
                <a:gd name="T7" fmla="*/ 31 h 44"/>
                <a:gd name="T8" fmla="*/ 52 w 55"/>
                <a:gd name="T9" fmla="*/ 5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" h="44">
                  <a:moveTo>
                    <a:pt x="52" y="5"/>
                  </a:moveTo>
                  <a:cubicBezTo>
                    <a:pt x="48" y="0"/>
                    <a:pt x="35" y="4"/>
                    <a:pt x="21" y="14"/>
                  </a:cubicBezTo>
                  <a:cubicBezTo>
                    <a:pt x="8" y="23"/>
                    <a:pt x="0" y="35"/>
                    <a:pt x="3" y="40"/>
                  </a:cubicBezTo>
                  <a:cubicBezTo>
                    <a:pt x="6" y="44"/>
                    <a:pt x="20" y="40"/>
                    <a:pt x="33" y="31"/>
                  </a:cubicBezTo>
                  <a:cubicBezTo>
                    <a:pt x="47" y="21"/>
                    <a:pt x="55" y="9"/>
                    <a:pt x="52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8" name="Freeform 135"/>
            <p:cNvSpPr>
              <a:spLocks/>
            </p:cNvSpPr>
            <p:nvPr/>
          </p:nvSpPr>
          <p:spPr bwMode="auto">
            <a:xfrm>
              <a:off x="4375" y="1291"/>
              <a:ext cx="130" cy="104"/>
            </a:xfrm>
            <a:custGeom>
              <a:avLst/>
              <a:gdLst>
                <a:gd name="T0" fmla="*/ 52 w 55"/>
                <a:gd name="T1" fmla="*/ 5 h 44"/>
                <a:gd name="T2" fmla="*/ 22 w 55"/>
                <a:gd name="T3" fmla="*/ 14 h 44"/>
                <a:gd name="T4" fmla="*/ 3 w 55"/>
                <a:gd name="T5" fmla="*/ 40 h 44"/>
                <a:gd name="T6" fmla="*/ 34 w 55"/>
                <a:gd name="T7" fmla="*/ 31 h 44"/>
                <a:gd name="T8" fmla="*/ 52 w 55"/>
                <a:gd name="T9" fmla="*/ 5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" h="44">
                  <a:moveTo>
                    <a:pt x="52" y="5"/>
                  </a:moveTo>
                  <a:cubicBezTo>
                    <a:pt x="49" y="0"/>
                    <a:pt x="35" y="4"/>
                    <a:pt x="22" y="14"/>
                  </a:cubicBezTo>
                  <a:cubicBezTo>
                    <a:pt x="8" y="23"/>
                    <a:pt x="0" y="35"/>
                    <a:pt x="3" y="40"/>
                  </a:cubicBezTo>
                  <a:cubicBezTo>
                    <a:pt x="7" y="44"/>
                    <a:pt x="20" y="40"/>
                    <a:pt x="34" y="31"/>
                  </a:cubicBezTo>
                  <a:cubicBezTo>
                    <a:pt x="47" y="21"/>
                    <a:pt x="55" y="9"/>
                    <a:pt x="52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9" name="Freeform 136"/>
            <p:cNvSpPr>
              <a:spLocks/>
            </p:cNvSpPr>
            <p:nvPr/>
          </p:nvSpPr>
          <p:spPr bwMode="auto">
            <a:xfrm>
              <a:off x="4498" y="1329"/>
              <a:ext cx="67" cy="52"/>
            </a:xfrm>
            <a:custGeom>
              <a:avLst/>
              <a:gdLst>
                <a:gd name="T0" fmla="*/ 26 w 28"/>
                <a:gd name="T1" fmla="*/ 2 h 22"/>
                <a:gd name="T2" fmla="*/ 11 w 28"/>
                <a:gd name="T3" fmla="*/ 7 h 22"/>
                <a:gd name="T4" fmla="*/ 1 w 28"/>
                <a:gd name="T5" fmla="*/ 20 h 22"/>
                <a:gd name="T6" fmla="*/ 17 w 28"/>
                <a:gd name="T7" fmla="*/ 15 h 22"/>
                <a:gd name="T8" fmla="*/ 26 w 28"/>
                <a:gd name="T9" fmla="*/ 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22">
                  <a:moveTo>
                    <a:pt x="26" y="2"/>
                  </a:moveTo>
                  <a:cubicBezTo>
                    <a:pt x="24" y="0"/>
                    <a:pt x="17" y="2"/>
                    <a:pt x="11" y="7"/>
                  </a:cubicBezTo>
                  <a:cubicBezTo>
                    <a:pt x="4" y="11"/>
                    <a:pt x="0" y="17"/>
                    <a:pt x="1" y="20"/>
                  </a:cubicBezTo>
                  <a:cubicBezTo>
                    <a:pt x="3" y="22"/>
                    <a:pt x="10" y="20"/>
                    <a:pt x="17" y="15"/>
                  </a:cubicBezTo>
                  <a:cubicBezTo>
                    <a:pt x="23" y="10"/>
                    <a:pt x="28" y="4"/>
                    <a:pt x="26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0" name="Freeform 137"/>
            <p:cNvSpPr>
              <a:spLocks/>
            </p:cNvSpPr>
            <p:nvPr/>
          </p:nvSpPr>
          <p:spPr bwMode="auto">
            <a:xfrm>
              <a:off x="4177" y="1170"/>
              <a:ext cx="36" cy="59"/>
            </a:xfrm>
            <a:custGeom>
              <a:avLst/>
              <a:gdLst>
                <a:gd name="T0" fmla="*/ 0 w 15"/>
                <a:gd name="T1" fmla="*/ 1 h 25"/>
                <a:gd name="T2" fmla="*/ 3 w 15"/>
                <a:gd name="T3" fmla="*/ 25 h 25"/>
                <a:gd name="T4" fmla="*/ 10 w 15"/>
                <a:gd name="T5" fmla="*/ 23 h 25"/>
                <a:gd name="T6" fmla="*/ 15 w 15"/>
                <a:gd name="T7" fmla="*/ 1 h 25"/>
                <a:gd name="T8" fmla="*/ 0 w 15"/>
                <a:gd name="T9" fmla="*/ 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5">
                  <a:moveTo>
                    <a:pt x="0" y="1"/>
                  </a:moveTo>
                  <a:cubicBezTo>
                    <a:pt x="0" y="7"/>
                    <a:pt x="1" y="16"/>
                    <a:pt x="3" y="25"/>
                  </a:cubicBezTo>
                  <a:cubicBezTo>
                    <a:pt x="5" y="24"/>
                    <a:pt x="8" y="24"/>
                    <a:pt x="10" y="23"/>
                  </a:cubicBezTo>
                  <a:cubicBezTo>
                    <a:pt x="11" y="14"/>
                    <a:pt x="13" y="7"/>
                    <a:pt x="15" y="1"/>
                  </a:cubicBezTo>
                  <a:cubicBezTo>
                    <a:pt x="11" y="0"/>
                    <a:pt x="5" y="0"/>
                    <a:pt x="0" y="1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1" name="Freeform 138"/>
            <p:cNvSpPr>
              <a:spLocks/>
            </p:cNvSpPr>
            <p:nvPr/>
          </p:nvSpPr>
          <p:spPr bwMode="auto">
            <a:xfrm>
              <a:off x="3845" y="1210"/>
              <a:ext cx="50" cy="59"/>
            </a:xfrm>
            <a:custGeom>
              <a:avLst/>
              <a:gdLst>
                <a:gd name="T0" fmla="*/ 15 w 21"/>
                <a:gd name="T1" fmla="*/ 25 h 25"/>
                <a:gd name="T2" fmla="*/ 21 w 21"/>
                <a:gd name="T3" fmla="*/ 25 h 25"/>
                <a:gd name="T4" fmla="*/ 14 w 21"/>
                <a:gd name="T5" fmla="*/ 0 h 25"/>
                <a:gd name="T6" fmla="*/ 0 w 21"/>
                <a:gd name="T7" fmla="*/ 6 h 25"/>
                <a:gd name="T8" fmla="*/ 14 w 21"/>
                <a:gd name="T9" fmla="*/ 25 h 25"/>
                <a:gd name="T10" fmla="*/ 15 w 21"/>
                <a:gd name="T11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25">
                  <a:moveTo>
                    <a:pt x="15" y="25"/>
                  </a:moveTo>
                  <a:cubicBezTo>
                    <a:pt x="17" y="25"/>
                    <a:pt x="19" y="25"/>
                    <a:pt x="21" y="25"/>
                  </a:cubicBezTo>
                  <a:cubicBezTo>
                    <a:pt x="19" y="15"/>
                    <a:pt x="16" y="6"/>
                    <a:pt x="14" y="0"/>
                  </a:cubicBezTo>
                  <a:cubicBezTo>
                    <a:pt x="8" y="1"/>
                    <a:pt x="3" y="3"/>
                    <a:pt x="0" y="6"/>
                  </a:cubicBezTo>
                  <a:cubicBezTo>
                    <a:pt x="5" y="11"/>
                    <a:pt x="10" y="17"/>
                    <a:pt x="14" y="25"/>
                  </a:cubicBezTo>
                  <a:cubicBezTo>
                    <a:pt x="14" y="25"/>
                    <a:pt x="14" y="25"/>
                    <a:pt x="15" y="25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32" name="stomach"/>
          <p:cNvGrpSpPr>
            <a:grpSpLocks noChangeAspect="1"/>
          </p:cNvGrpSpPr>
          <p:nvPr/>
        </p:nvGrpSpPr>
        <p:grpSpPr bwMode="auto">
          <a:xfrm>
            <a:off x="7524750" y="2870961"/>
            <a:ext cx="962025" cy="1035747"/>
            <a:chOff x="4449" y="1583"/>
            <a:chExt cx="796" cy="857"/>
          </a:xfrm>
        </p:grpSpPr>
        <p:sp>
          <p:nvSpPr>
            <p:cNvPr id="733" name="AutoShape 156"/>
            <p:cNvSpPr>
              <a:spLocks noChangeAspect="1" noChangeArrowheads="1" noTextEdit="1"/>
            </p:cNvSpPr>
            <p:nvPr/>
          </p:nvSpPr>
          <p:spPr bwMode="auto">
            <a:xfrm>
              <a:off x="4467" y="1583"/>
              <a:ext cx="777" cy="8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4" name="Freeform 158"/>
            <p:cNvSpPr>
              <a:spLocks/>
            </p:cNvSpPr>
            <p:nvPr/>
          </p:nvSpPr>
          <p:spPr bwMode="auto">
            <a:xfrm>
              <a:off x="4472" y="1601"/>
              <a:ext cx="773" cy="816"/>
            </a:xfrm>
            <a:custGeom>
              <a:avLst/>
              <a:gdLst>
                <a:gd name="T0" fmla="*/ 108 w 573"/>
                <a:gd name="T1" fmla="*/ 528 h 606"/>
                <a:gd name="T2" fmla="*/ 100 w 573"/>
                <a:gd name="T3" fmla="*/ 454 h 606"/>
                <a:gd name="T4" fmla="*/ 119 w 573"/>
                <a:gd name="T5" fmla="*/ 431 h 606"/>
                <a:gd name="T6" fmla="*/ 123 w 573"/>
                <a:gd name="T7" fmla="*/ 430 h 606"/>
                <a:gd name="T8" fmla="*/ 144 w 573"/>
                <a:gd name="T9" fmla="*/ 451 h 606"/>
                <a:gd name="T10" fmla="*/ 232 w 573"/>
                <a:gd name="T11" fmla="*/ 532 h 606"/>
                <a:gd name="T12" fmla="*/ 323 w 573"/>
                <a:gd name="T13" fmla="*/ 557 h 606"/>
                <a:gd name="T14" fmla="*/ 500 w 573"/>
                <a:gd name="T15" fmla="*/ 478 h 606"/>
                <a:gd name="T16" fmla="*/ 570 w 573"/>
                <a:gd name="T17" fmla="*/ 305 h 606"/>
                <a:gd name="T18" fmla="*/ 524 w 573"/>
                <a:gd name="T19" fmla="*/ 150 h 606"/>
                <a:gd name="T20" fmla="*/ 443 w 573"/>
                <a:gd name="T21" fmla="*/ 115 h 606"/>
                <a:gd name="T22" fmla="*/ 364 w 573"/>
                <a:gd name="T23" fmla="*/ 135 h 606"/>
                <a:gd name="T24" fmla="*/ 348 w 573"/>
                <a:gd name="T25" fmla="*/ 141 h 606"/>
                <a:gd name="T26" fmla="*/ 351 w 573"/>
                <a:gd name="T27" fmla="*/ 24 h 606"/>
                <a:gd name="T28" fmla="*/ 355 w 573"/>
                <a:gd name="T29" fmla="*/ 0 h 606"/>
                <a:gd name="T30" fmla="*/ 260 w 573"/>
                <a:gd name="T31" fmla="*/ 0 h 606"/>
                <a:gd name="T32" fmla="*/ 253 w 573"/>
                <a:gd name="T33" fmla="*/ 154 h 606"/>
                <a:gd name="T34" fmla="*/ 318 w 573"/>
                <a:gd name="T35" fmla="*/ 223 h 606"/>
                <a:gd name="T36" fmla="*/ 325 w 573"/>
                <a:gd name="T37" fmla="*/ 225 h 606"/>
                <a:gd name="T38" fmla="*/ 329 w 573"/>
                <a:gd name="T39" fmla="*/ 247 h 606"/>
                <a:gd name="T40" fmla="*/ 332 w 573"/>
                <a:gd name="T41" fmla="*/ 283 h 606"/>
                <a:gd name="T42" fmla="*/ 315 w 573"/>
                <a:gd name="T43" fmla="*/ 356 h 606"/>
                <a:gd name="T44" fmla="*/ 288 w 573"/>
                <a:gd name="T45" fmla="*/ 390 h 606"/>
                <a:gd name="T46" fmla="*/ 269 w 573"/>
                <a:gd name="T47" fmla="*/ 399 h 606"/>
                <a:gd name="T48" fmla="*/ 201 w 573"/>
                <a:gd name="T49" fmla="*/ 355 h 606"/>
                <a:gd name="T50" fmla="*/ 137 w 573"/>
                <a:gd name="T51" fmla="*/ 328 h 606"/>
                <a:gd name="T52" fmla="*/ 13 w 573"/>
                <a:gd name="T53" fmla="*/ 452 h 606"/>
                <a:gd name="T54" fmla="*/ 46 w 573"/>
                <a:gd name="T55" fmla="*/ 606 h 606"/>
                <a:gd name="T56" fmla="*/ 171 w 573"/>
                <a:gd name="T57" fmla="*/ 606 h 606"/>
                <a:gd name="T58" fmla="*/ 108 w 573"/>
                <a:gd name="T59" fmla="*/ 528 h 6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73" h="606">
                  <a:moveTo>
                    <a:pt x="108" y="528"/>
                  </a:moveTo>
                  <a:cubicBezTo>
                    <a:pt x="96" y="508"/>
                    <a:pt x="93" y="478"/>
                    <a:pt x="100" y="454"/>
                  </a:cubicBezTo>
                  <a:cubicBezTo>
                    <a:pt x="105" y="442"/>
                    <a:pt x="111" y="434"/>
                    <a:pt x="119" y="431"/>
                  </a:cubicBezTo>
                  <a:cubicBezTo>
                    <a:pt x="121" y="430"/>
                    <a:pt x="122" y="430"/>
                    <a:pt x="123" y="430"/>
                  </a:cubicBezTo>
                  <a:cubicBezTo>
                    <a:pt x="127" y="430"/>
                    <a:pt x="136" y="441"/>
                    <a:pt x="144" y="451"/>
                  </a:cubicBezTo>
                  <a:cubicBezTo>
                    <a:pt x="160" y="472"/>
                    <a:pt x="185" y="504"/>
                    <a:pt x="232" y="532"/>
                  </a:cubicBezTo>
                  <a:cubicBezTo>
                    <a:pt x="261" y="549"/>
                    <a:pt x="292" y="557"/>
                    <a:pt x="323" y="557"/>
                  </a:cubicBezTo>
                  <a:cubicBezTo>
                    <a:pt x="379" y="557"/>
                    <a:pt x="439" y="530"/>
                    <a:pt x="500" y="478"/>
                  </a:cubicBezTo>
                  <a:cubicBezTo>
                    <a:pt x="541" y="442"/>
                    <a:pt x="567" y="377"/>
                    <a:pt x="570" y="305"/>
                  </a:cubicBezTo>
                  <a:cubicBezTo>
                    <a:pt x="573" y="240"/>
                    <a:pt x="556" y="183"/>
                    <a:pt x="524" y="150"/>
                  </a:cubicBezTo>
                  <a:cubicBezTo>
                    <a:pt x="502" y="127"/>
                    <a:pt x="475" y="115"/>
                    <a:pt x="443" y="115"/>
                  </a:cubicBezTo>
                  <a:cubicBezTo>
                    <a:pt x="412" y="115"/>
                    <a:pt x="383" y="127"/>
                    <a:pt x="364" y="135"/>
                  </a:cubicBezTo>
                  <a:cubicBezTo>
                    <a:pt x="358" y="138"/>
                    <a:pt x="351" y="140"/>
                    <a:pt x="348" y="141"/>
                  </a:cubicBezTo>
                  <a:cubicBezTo>
                    <a:pt x="333" y="135"/>
                    <a:pt x="343" y="73"/>
                    <a:pt x="351" y="24"/>
                  </a:cubicBezTo>
                  <a:cubicBezTo>
                    <a:pt x="352" y="16"/>
                    <a:pt x="354" y="8"/>
                    <a:pt x="355" y="0"/>
                  </a:cubicBezTo>
                  <a:cubicBezTo>
                    <a:pt x="260" y="0"/>
                    <a:pt x="260" y="0"/>
                    <a:pt x="260" y="0"/>
                  </a:cubicBezTo>
                  <a:cubicBezTo>
                    <a:pt x="254" y="51"/>
                    <a:pt x="249" y="118"/>
                    <a:pt x="253" y="154"/>
                  </a:cubicBezTo>
                  <a:cubicBezTo>
                    <a:pt x="258" y="203"/>
                    <a:pt x="297" y="216"/>
                    <a:pt x="318" y="223"/>
                  </a:cubicBezTo>
                  <a:cubicBezTo>
                    <a:pt x="320" y="224"/>
                    <a:pt x="323" y="225"/>
                    <a:pt x="325" y="225"/>
                  </a:cubicBezTo>
                  <a:cubicBezTo>
                    <a:pt x="326" y="232"/>
                    <a:pt x="327" y="239"/>
                    <a:pt x="329" y="247"/>
                  </a:cubicBezTo>
                  <a:cubicBezTo>
                    <a:pt x="333" y="259"/>
                    <a:pt x="337" y="276"/>
                    <a:pt x="332" y="283"/>
                  </a:cubicBezTo>
                  <a:cubicBezTo>
                    <a:pt x="318" y="304"/>
                    <a:pt x="316" y="342"/>
                    <a:pt x="315" y="356"/>
                  </a:cubicBezTo>
                  <a:cubicBezTo>
                    <a:pt x="312" y="361"/>
                    <a:pt x="304" y="374"/>
                    <a:pt x="288" y="390"/>
                  </a:cubicBezTo>
                  <a:cubicBezTo>
                    <a:pt x="281" y="396"/>
                    <a:pt x="275" y="399"/>
                    <a:pt x="269" y="399"/>
                  </a:cubicBezTo>
                  <a:cubicBezTo>
                    <a:pt x="253" y="399"/>
                    <a:pt x="230" y="384"/>
                    <a:pt x="201" y="355"/>
                  </a:cubicBezTo>
                  <a:cubicBezTo>
                    <a:pt x="184" y="338"/>
                    <a:pt x="161" y="328"/>
                    <a:pt x="137" y="328"/>
                  </a:cubicBezTo>
                  <a:cubicBezTo>
                    <a:pt x="90" y="328"/>
                    <a:pt x="31" y="367"/>
                    <a:pt x="13" y="452"/>
                  </a:cubicBezTo>
                  <a:cubicBezTo>
                    <a:pt x="0" y="515"/>
                    <a:pt x="22" y="569"/>
                    <a:pt x="46" y="606"/>
                  </a:cubicBezTo>
                  <a:cubicBezTo>
                    <a:pt x="171" y="606"/>
                    <a:pt x="171" y="606"/>
                    <a:pt x="171" y="606"/>
                  </a:cubicBezTo>
                  <a:cubicBezTo>
                    <a:pt x="153" y="588"/>
                    <a:pt x="126" y="559"/>
                    <a:pt x="108" y="528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5" name="Freeform 159"/>
            <p:cNvSpPr>
              <a:spLocks/>
            </p:cNvSpPr>
            <p:nvPr/>
          </p:nvSpPr>
          <p:spPr bwMode="auto">
            <a:xfrm>
              <a:off x="4449" y="1601"/>
              <a:ext cx="777" cy="816"/>
            </a:xfrm>
            <a:custGeom>
              <a:avLst/>
              <a:gdLst>
                <a:gd name="T0" fmla="*/ 111 w 576"/>
                <a:gd name="T1" fmla="*/ 510 h 606"/>
                <a:gd name="T2" fmla="*/ 103 w 576"/>
                <a:gd name="T3" fmla="*/ 436 h 606"/>
                <a:gd name="T4" fmla="*/ 122 w 576"/>
                <a:gd name="T5" fmla="*/ 413 h 606"/>
                <a:gd name="T6" fmla="*/ 126 w 576"/>
                <a:gd name="T7" fmla="*/ 412 h 606"/>
                <a:gd name="T8" fmla="*/ 147 w 576"/>
                <a:gd name="T9" fmla="*/ 433 h 606"/>
                <a:gd name="T10" fmla="*/ 235 w 576"/>
                <a:gd name="T11" fmla="*/ 514 h 606"/>
                <a:gd name="T12" fmla="*/ 326 w 576"/>
                <a:gd name="T13" fmla="*/ 539 h 606"/>
                <a:gd name="T14" fmla="*/ 503 w 576"/>
                <a:gd name="T15" fmla="*/ 460 h 606"/>
                <a:gd name="T16" fmla="*/ 573 w 576"/>
                <a:gd name="T17" fmla="*/ 287 h 606"/>
                <a:gd name="T18" fmla="*/ 527 w 576"/>
                <a:gd name="T19" fmla="*/ 132 h 606"/>
                <a:gd name="T20" fmla="*/ 446 w 576"/>
                <a:gd name="T21" fmla="*/ 97 h 606"/>
                <a:gd name="T22" fmla="*/ 367 w 576"/>
                <a:gd name="T23" fmla="*/ 117 h 606"/>
                <a:gd name="T24" fmla="*/ 351 w 576"/>
                <a:gd name="T25" fmla="*/ 123 h 606"/>
                <a:gd name="T26" fmla="*/ 354 w 576"/>
                <a:gd name="T27" fmla="*/ 6 h 606"/>
                <a:gd name="T28" fmla="*/ 355 w 576"/>
                <a:gd name="T29" fmla="*/ 0 h 606"/>
                <a:gd name="T30" fmla="*/ 261 w 576"/>
                <a:gd name="T31" fmla="*/ 0 h 606"/>
                <a:gd name="T32" fmla="*/ 256 w 576"/>
                <a:gd name="T33" fmla="*/ 136 h 606"/>
                <a:gd name="T34" fmla="*/ 321 w 576"/>
                <a:gd name="T35" fmla="*/ 205 h 606"/>
                <a:gd name="T36" fmla="*/ 328 w 576"/>
                <a:gd name="T37" fmla="*/ 207 h 606"/>
                <a:gd name="T38" fmla="*/ 332 w 576"/>
                <a:gd name="T39" fmla="*/ 229 h 606"/>
                <a:gd name="T40" fmla="*/ 335 w 576"/>
                <a:gd name="T41" fmla="*/ 265 h 606"/>
                <a:gd name="T42" fmla="*/ 318 w 576"/>
                <a:gd name="T43" fmla="*/ 338 h 606"/>
                <a:gd name="T44" fmla="*/ 291 w 576"/>
                <a:gd name="T45" fmla="*/ 372 h 606"/>
                <a:gd name="T46" fmla="*/ 272 w 576"/>
                <a:gd name="T47" fmla="*/ 381 h 606"/>
                <a:gd name="T48" fmla="*/ 204 w 576"/>
                <a:gd name="T49" fmla="*/ 337 h 606"/>
                <a:gd name="T50" fmla="*/ 140 w 576"/>
                <a:gd name="T51" fmla="*/ 310 h 606"/>
                <a:gd name="T52" fmla="*/ 16 w 576"/>
                <a:gd name="T53" fmla="*/ 434 h 606"/>
                <a:gd name="T54" fmla="*/ 62 w 576"/>
                <a:gd name="T55" fmla="*/ 606 h 606"/>
                <a:gd name="T56" fmla="*/ 193 w 576"/>
                <a:gd name="T57" fmla="*/ 606 h 606"/>
                <a:gd name="T58" fmla="*/ 181 w 576"/>
                <a:gd name="T59" fmla="*/ 594 h 606"/>
                <a:gd name="T60" fmla="*/ 111 w 576"/>
                <a:gd name="T61" fmla="*/ 510 h 6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76" h="606">
                  <a:moveTo>
                    <a:pt x="111" y="510"/>
                  </a:moveTo>
                  <a:cubicBezTo>
                    <a:pt x="99" y="490"/>
                    <a:pt x="96" y="460"/>
                    <a:pt x="103" y="436"/>
                  </a:cubicBezTo>
                  <a:cubicBezTo>
                    <a:pt x="108" y="424"/>
                    <a:pt x="114" y="416"/>
                    <a:pt x="122" y="413"/>
                  </a:cubicBezTo>
                  <a:cubicBezTo>
                    <a:pt x="124" y="412"/>
                    <a:pt x="125" y="412"/>
                    <a:pt x="126" y="412"/>
                  </a:cubicBezTo>
                  <a:cubicBezTo>
                    <a:pt x="130" y="412"/>
                    <a:pt x="139" y="423"/>
                    <a:pt x="147" y="433"/>
                  </a:cubicBezTo>
                  <a:cubicBezTo>
                    <a:pt x="163" y="454"/>
                    <a:pt x="188" y="486"/>
                    <a:pt x="235" y="514"/>
                  </a:cubicBezTo>
                  <a:cubicBezTo>
                    <a:pt x="264" y="531"/>
                    <a:pt x="295" y="539"/>
                    <a:pt x="326" y="539"/>
                  </a:cubicBezTo>
                  <a:cubicBezTo>
                    <a:pt x="382" y="539"/>
                    <a:pt x="442" y="512"/>
                    <a:pt x="503" y="460"/>
                  </a:cubicBezTo>
                  <a:cubicBezTo>
                    <a:pt x="544" y="424"/>
                    <a:pt x="570" y="359"/>
                    <a:pt x="573" y="287"/>
                  </a:cubicBezTo>
                  <a:cubicBezTo>
                    <a:pt x="576" y="222"/>
                    <a:pt x="559" y="165"/>
                    <a:pt x="527" y="132"/>
                  </a:cubicBezTo>
                  <a:cubicBezTo>
                    <a:pt x="505" y="109"/>
                    <a:pt x="478" y="97"/>
                    <a:pt x="446" y="97"/>
                  </a:cubicBezTo>
                  <a:cubicBezTo>
                    <a:pt x="415" y="97"/>
                    <a:pt x="386" y="109"/>
                    <a:pt x="367" y="117"/>
                  </a:cubicBezTo>
                  <a:cubicBezTo>
                    <a:pt x="361" y="120"/>
                    <a:pt x="354" y="122"/>
                    <a:pt x="351" y="123"/>
                  </a:cubicBezTo>
                  <a:cubicBezTo>
                    <a:pt x="336" y="117"/>
                    <a:pt x="346" y="55"/>
                    <a:pt x="354" y="6"/>
                  </a:cubicBezTo>
                  <a:cubicBezTo>
                    <a:pt x="354" y="4"/>
                    <a:pt x="355" y="2"/>
                    <a:pt x="355" y="0"/>
                  </a:cubicBezTo>
                  <a:cubicBezTo>
                    <a:pt x="261" y="0"/>
                    <a:pt x="261" y="0"/>
                    <a:pt x="261" y="0"/>
                  </a:cubicBezTo>
                  <a:cubicBezTo>
                    <a:pt x="256" y="48"/>
                    <a:pt x="253" y="104"/>
                    <a:pt x="256" y="136"/>
                  </a:cubicBezTo>
                  <a:cubicBezTo>
                    <a:pt x="261" y="185"/>
                    <a:pt x="300" y="198"/>
                    <a:pt x="321" y="205"/>
                  </a:cubicBezTo>
                  <a:cubicBezTo>
                    <a:pt x="323" y="206"/>
                    <a:pt x="326" y="207"/>
                    <a:pt x="328" y="207"/>
                  </a:cubicBezTo>
                  <a:cubicBezTo>
                    <a:pt x="329" y="214"/>
                    <a:pt x="330" y="221"/>
                    <a:pt x="332" y="229"/>
                  </a:cubicBezTo>
                  <a:cubicBezTo>
                    <a:pt x="336" y="241"/>
                    <a:pt x="340" y="258"/>
                    <a:pt x="335" y="265"/>
                  </a:cubicBezTo>
                  <a:cubicBezTo>
                    <a:pt x="321" y="286"/>
                    <a:pt x="319" y="324"/>
                    <a:pt x="318" y="338"/>
                  </a:cubicBezTo>
                  <a:cubicBezTo>
                    <a:pt x="315" y="343"/>
                    <a:pt x="307" y="356"/>
                    <a:pt x="291" y="372"/>
                  </a:cubicBezTo>
                  <a:cubicBezTo>
                    <a:pt x="284" y="378"/>
                    <a:pt x="278" y="381"/>
                    <a:pt x="272" y="381"/>
                  </a:cubicBezTo>
                  <a:cubicBezTo>
                    <a:pt x="256" y="381"/>
                    <a:pt x="233" y="366"/>
                    <a:pt x="204" y="337"/>
                  </a:cubicBezTo>
                  <a:cubicBezTo>
                    <a:pt x="187" y="320"/>
                    <a:pt x="164" y="310"/>
                    <a:pt x="140" y="310"/>
                  </a:cubicBezTo>
                  <a:cubicBezTo>
                    <a:pt x="93" y="310"/>
                    <a:pt x="34" y="349"/>
                    <a:pt x="16" y="434"/>
                  </a:cubicBezTo>
                  <a:cubicBezTo>
                    <a:pt x="0" y="509"/>
                    <a:pt x="35" y="571"/>
                    <a:pt x="62" y="606"/>
                  </a:cubicBezTo>
                  <a:cubicBezTo>
                    <a:pt x="193" y="606"/>
                    <a:pt x="193" y="606"/>
                    <a:pt x="193" y="606"/>
                  </a:cubicBezTo>
                  <a:cubicBezTo>
                    <a:pt x="181" y="594"/>
                    <a:pt x="181" y="594"/>
                    <a:pt x="181" y="594"/>
                  </a:cubicBezTo>
                  <a:cubicBezTo>
                    <a:pt x="163" y="578"/>
                    <a:pt x="131" y="545"/>
                    <a:pt x="111" y="5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6" name="Freeform 160"/>
            <p:cNvSpPr>
              <a:spLocks/>
            </p:cNvSpPr>
            <p:nvPr/>
          </p:nvSpPr>
          <p:spPr bwMode="auto">
            <a:xfrm>
              <a:off x="4828" y="1818"/>
              <a:ext cx="53" cy="35"/>
            </a:xfrm>
            <a:custGeom>
              <a:avLst/>
              <a:gdLst>
                <a:gd name="T0" fmla="*/ 38 w 39"/>
                <a:gd name="T1" fmla="*/ 20 h 26"/>
                <a:gd name="T2" fmla="*/ 0 w 39"/>
                <a:gd name="T3" fmla="*/ 0 h 26"/>
                <a:gd name="T4" fmla="*/ 38 w 39"/>
                <a:gd name="T5" fmla="*/ 26 h 26"/>
                <a:gd name="T6" fmla="*/ 38 w 39"/>
                <a:gd name="T7" fmla="*/ 2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" h="26">
                  <a:moveTo>
                    <a:pt x="38" y="20"/>
                  </a:moveTo>
                  <a:cubicBezTo>
                    <a:pt x="39" y="11"/>
                    <a:pt x="19" y="9"/>
                    <a:pt x="0" y="0"/>
                  </a:cubicBezTo>
                  <a:cubicBezTo>
                    <a:pt x="10" y="15"/>
                    <a:pt x="25" y="22"/>
                    <a:pt x="38" y="26"/>
                  </a:cubicBezTo>
                  <a:cubicBezTo>
                    <a:pt x="38" y="24"/>
                    <a:pt x="38" y="22"/>
                    <a:pt x="38" y="20"/>
                  </a:cubicBezTo>
                  <a:close/>
                </a:path>
              </a:pathLst>
            </a:custGeom>
            <a:solidFill>
              <a:srgbClr val="DA7B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7" name="Freeform 161"/>
            <p:cNvSpPr>
              <a:spLocks/>
            </p:cNvSpPr>
            <p:nvPr/>
          </p:nvSpPr>
          <p:spPr bwMode="auto">
            <a:xfrm>
              <a:off x="4843" y="1583"/>
              <a:ext cx="69" cy="178"/>
            </a:xfrm>
            <a:custGeom>
              <a:avLst/>
              <a:gdLst>
                <a:gd name="T0" fmla="*/ 31 w 51"/>
                <a:gd name="T1" fmla="*/ 131 h 132"/>
                <a:gd name="T2" fmla="*/ 37 w 51"/>
                <a:gd name="T3" fmla="*/ 131 h 132"/>
                <a:gd name="T4" fmla="*/ 51 w 51"/>
                <a:gd name="T5" fmla="*/ 0 h 132"/>
                <a:gd name="T6" fmla="*/ 22 w 51"/>
                <a:gd name="T7" fmla="*/ 0 h 132"/>
                <a:gd name="T8" fmla="*/ 31 w 51"/>
                <a:gd name="T9" fmla="*/ 131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132">
                  <a:moveTo>
                    <a:pt x="31" y="131"/>
                  </a:moveTo>
                  <a:cubicBezTo>
                    <a:pt x="33" y="132"/>
                    <a:pt x="35" y="131"/>
                    <a:pt x="37" y="131"/>
                  </a:cubicBezTo>
                  <a:cubicBezTo>
                    <a:pt x="31" y="103"/>
                    <a:pt x="41" y="52"/>
                    <a:pt x="51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0" y="66"/>
                    <a:pt x="0" y="124"/>
                    <a:pt x="31" y="131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8" name="Freeform 162"/>
            <p:cNvSpPr>
              <a:spLocks/>
            </p:cNvSpPr>
            <p:nvPr/>
          </p:nvSpPr>
          <p:spPr bwMode="auto">
            <a:xfrm>
              <a:off x="4514" y="2100"/>
              <a:ext cx="111" cy="251"/>
            </a:xfrm>
            <a:custGeom>
              <a:avLst/>
              <a:gdLst>
                <a:gd name="T0" fmla="*/ 68 w 82"/>
                <a:gd name="T1" fmla="*/ 27 h 186"/>
                <a:gd name="T2" fmla="*/ 82 w 82"/>
                <a:gd name="T3" fmla="*/ 25 h 186"/>
                <a:gd name="T4" fmla="*/ 43 w 82"/>
                <a:gd name="T5" fmla="*/ 6 h 186"/>
                <a:gd name="T6" fmla="*/ 24 w 82"/>
                <a:gd name="T7" fmla="*/ 127 h 186"/>
                <a:gd name="T8" fmla="*/ 76 w 82"/>
                <a:gd name="T9" fmla="*/ 186 h 186"/>
                <a:gd name="T10" fmla="*/ 49 w 82"/>
                <a:gd name="T11" fmla="*/ 148 h 186"/>
                <a:gd name="T12" fmla="*/ 68 w 82"/>
                <a:gd name="T13" fmla="*/ 2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" h="186">
                  <a:moveTo>
                    <a:pt x="68" y="27"/>
                  </a:moveTo>
                  <a:cubicBezTo>
                    <a:pt x="73" y="25"/>
                    <a:pt x="78" y="24"/>
                    <a:pt x="82" y="25"/>
                  </a:cubicBezTo>
                  <a:cubicBezTo>
                    <a:pt x="68" y="9"/>
                    <a:pt x="59" y="0"/>
                    <a:pt x="43" y="6"/>
                  </a:cubicBezTo>
                  <a:cubicBezTo>
                    <a:pt x="8" y="20"/>
                    <a:pt x="0" y="87"/>
                    <a:pt x="24" y="127"/>
                  </a:cubicBezTo>
                  <a:cubicBezTo>
                    <a:pt x="36" y="147"/>
                    <a:pt x="56" y="167"/>
                    <a:pt x="76" y="186"/>
                  </a:cubicBezTo>
                  <a:cubicBezTo>
                    <a:pt x="66" y="173"/>
                    <a:pt x="57" y="161"/>
                    <a:pt x="49" y="148"/>
                  </a:cubicBezTo>
                  <a:cubicBezTo>
                    <a:pt x="25" y="108"/>
                    <a:pt x="33" y="41"/>
                    <a:pt x="68" y="27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9" name="Freeform 163"/>
            <p:cNvSpPr>
              <a:spLocks/>
            </p:cNvSpPr>
            <p:nvPr/>
          </p:nvSpPr>
          <p:spPr bwMode="auto">
            <a:xfrm>
              <a:off x="4555" y="2410"/>
              <a:ext cx="140" cy="29"/>
            </a:xfrm>
            <a:custGeom>
              <a:avLst/>
              <a:gdLst>
                <a:gd name="T0" fmla="*/ 85 w 104"/>
                <a:gd name="T1" fmla="*/ 0 h 21"/>
                <a:gd name="T2" fmla="*/ 0 w 104"/>
                <a:gd name="T3" fmla="*/ 0 h 21"/>
                <a:gd name="T4" fmla="*/ 17 w 104"/>
                <a:gd name="T5" fmla="*/ 21 h 21"/>
                <a:gd name="T6" fmla="*/ 104 w 104"/>
                <a:gd name="T7" fmla="*/ 21 h 21"/>
                <a:gd name="T8" fmla="*/ 85 w 104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21">
                  <a:moveTo>
                    <a:pt x="8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" y="7"/>
                    <a:pt x="11" y="14"/>
                    <a:pt x="17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97" y="14"/>
                    <a:pt x="91" y="7"/>
                    <a:pt x="85" y="0"/>
                  </a:cubicBezTo>
                  <a:close/>
                </a:path>
              </a:pathLst>
            </a:custGeom>
            <a:solidFill>
              <a:srgbClr val="DA7B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0" name="Freeform 164"/>
            <p:cNvSpPr>
              <a:spLocks/>
            </p:cNvSpPr>
            <p:nvPr/>
          </p:nvSpPr>
          <p:spPr bwMode="auto">
            <a:xfrm>
              <a:off x="4688" y="2055"/>
              <a:ext cx="34" cy="27"/>
            </a:xfrm>
            <a:custGeom>
              <a:avLst/>
              <a:gdLst>
                <a:gd name="T0" fmla="*/ 16 w 25"/>
                <a:gd name="T1" fmla="*/ 12 h 20"/>
                <a:gd name="T2" fmla="*/ 0 w 25"/>
                <a:gd name="T3" fmla="*/ 0 h 20"/>
                <a:gd name="T4" fmla="*/ 25 w 25"/>
                <a:gd name="T5" fmla="*/ 20 h 20"/>
                <a:gd name="T6" fmla="*/ 16 w 25"/>
                <a:gd name="T7" fmla="*/ 1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20">
                  <a:moveTo>
                    <a:pt x="16" y="12"/>
                  </a:moveTo>
                  <a:cubicBezTo>
                    <a:pt x="11" y="7"/>
                    <a:pt x="6" y="3"/>
                    <a:pt x="0" y="0"/>
                  </a:cubicBezTo>
                  <a:cubicBezTo>
                    <a:pt x="9" y="8"/>
                    <a:pt x="17" y="15"/>
                    <a:pt x="25" y="20"/>
                  </a:cubicBezTo>
                  <a:cubicBezTo>
                    <a:pt x="22" y="18"/>
                    <a:pt x="19" y="15"/>
                    <a:pt x="16" y="12"/>
                  </a:cubicBezTo>
                  <a:close/>
                </a:path>
              </a:pathLst>
            </a:custGeom>
            <a:solidFill>
              <a:srgbClr val="BD4C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1" name="Freeform 165"/>
            <p:cNvSpPr>
              <a:spLocks/>
            </p:cNvSpPr>
            <p:nvPr/>
          </p:nvSpPr>
          <p:spPr bwMode="auto">
            <a:xfrm>
              <a:off x="4711" y="1770"/>
              <a:ext cx="521" cy="572"/>
            </a:xfrm>
            <a:custGeom>
              <a:avLst/>
              <a:gdLst>
                <a:gd name="T0" fmla="*/ 321 w 386"/>
                <a:gd name="T1" fmla="*/ 17 h 424"/>
                <a:gd name="T2" fmla="*/ 300 w 386"/>
                <a:gd name="T3" fmla="*/ 0 h 424"/>
                <a:gd name="T4" fmla="*/ 273 w 386"/>
                <a:gd name="T5" fmla="*/ 300 h 424"/>
                <a:gd name="T6" fmla="*/ 24 w 386"/>
                <a:gd name="T7" fmla="*/ 353 h 424"/>
                <a:gd name="T8" fmla="*/ 0 w 386"/>
                <a:gd name="T9" fmla="*/ 337 h 424"/>
                <a:gd name="T10" fmla="*/ 49 w 386"/>
                <a:gd name="T11" fmla="*/ 374 h 424"/>
                <a:gd name="T12" fmla="*/ 298 w 386"/>
                <a:gd name="T13" fmla="*/ 321 h 424"/>
                <a:gd name="T14" fmla="*/ 321 w 386"/>
                <a:gd name="T15" fmla="*/ 17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6" h="424">
                  <a:moveTo>
                    <a:pt x="321" y="17"/>
                  </a:moveTo>
                  <a:cubicBezTo>
                    <a:pt x="315" y="10"/>
                    <a:pt x="307" y="5"/>
                    <a:pt x="300" y="0"/>
                  </a:cubicBezTo>
                  <a:cubicBezTo>
                    <a:pt x="360" y="69"/>
                    <a:pt x="348" y="235"/>
                    <a:pt x="273" y="300"/>
                  </a:cubicBezTo>
                  <a:cubicBezTo>
                    <a:pt x="197" y="367"/>
                    <a:pt x="109" y="403"/>
                    <a:pt x="24" y="353"/>
                  </a:cubicBezTo>
                  <a:cubicBezTo>
                    <a:pt x="15" y="348"/>
                    <a:pt x="7" y="342"/>
                    <a:pt x="0" y="337"/>
                  </a:cubicBezTo>
                  <a:cubicBezTo>
                    <a:pt x="13" y="349"/>
                    <a:pt x="29" y="362"/>
                    <a:pt x="49" y="374"/>
                  </a:cubicBezTo>
                  <a:cubicBezTo>
                    <a:pt x="134" y="424"/>
                    <a:pt x="222" y="388"/>
                    <a:pt x="298" y="321"/>
                  </a:cubicBezTo>
                  <a:cubicBezTo>
                    <a:pt x="375" y="255"/>
                    <a:pt x="386" y="84"/>
                    <a:pt x="321" y="17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2" name="Freeform 166"/>
            <p:cNvSpPr>
              <a:spLocks/>
            </p:cNvSpPr>
            <p:nvPr/>
          </p:nvSpPr>
          <p:spPr bwMode="auto">
            <a:xfrm>
              <a:off x="4474" y="1583"/>
              <a:ext cx="723" cy="827"/>
            </a:xfrm>
            <a:custGeom>
              <a:avLst/>
              <a:gdLst>
                <a:gd name="T0" fmla="*/ 449 w 536"/>
                <a:gd name="T1" fmla="*/ 439 h 614"/>
                <a:gd name="T2" fmla="*/ 476 w 536"/>
                <a:gd name="T3" fmla="*/ 139 h 614"/>
                <a:gd name="T4" fmla="*/ 330 w 536"/>
                <a:gd name="T5" fmla="*/ 152 h 614"/>
                <a:gd name="T6" fmla="*/ 311 w 536"/>
                <a:gd name="T7" fmla="*/ 131 h 614"/>
                <a:gd name="T8" fmla="*/ 305 w 536"/>
                <a:gd name="T9" fmla="*/ 131 h 614"/>
                <a:gd name="T10" fmla="*/ 296 w 536"/>
                <a:gd name="T11" fmla="*/ 0 h 614"/>
                <a:gd name="T12" fmla="*/ 262 w 536"/>
                <a:gd name="T13" fmla="*/ 0 h 614"/>
                <a:gd name="T14" fmla="*/ 254 w 536"/>
                <a:gd name="T15" fmla="*/ 147 h 614"/>
                <a:gd name="T16" fmla="*/ 263 w 536"/>
                <a:gd name="T17" fmla="*/ 174 h 614"/>
                <a:gd name="T18" fmla="*/ 301 w 536"/>
                <a:gd name="T19" fmla="*/ 194 h 614"/>
                <a:gd name="T20" fmla="*/ 301 w 536"/>
                <a:gd name="T21" fmla="*/ 200 h 614"/>
                <a:gd name="T22" fmla="*/ 326 w 536"/>
                <a:gd name="T23" fmla="*/ 215 h 614"/>
                <a:gd name="T24" fmla="*/ 333 w 536"/>
                <a:gd name="T25" fmla="*/ 249 h 614"/>
                <a:gd name="T26" fmla="*/ 330 w 536"/>
                <a:gd name="T27" fmla="*/ 287 h 614"/>
                <a:gd name="T28" fmla="*/ 316 w 536"/>
                <a:gd name="T29" fmla="*/ 355 h 614"/>
                <a:gd name="T30" fmla="*/ 284 w 536"/>
                <a:gd name="T31" fmla="*/ 396 h 614"/>
                <a:gd name="T32" fmla="*/ 184 w 536"/>
                <a:gd name="T33" fmla="*/ 370 h 614"/>
                <a:gd name="T34" fmla="*/ 159 w 536"/>
                <a:gd name="T35" fmla="*/ 350 h 614"/>
                <a:gd name="T36" fmla="*/ 14 w 536"/>
                <a:gd name="T37" fmla="*/ 450 h 614"/>
                <a:gd name="T38" fmla="*/ 60 w 536"/>
                <a:gd name="T39" fmla="*/ 614 h 614"/>
                <a:gd name="T40" fmla="*/ 145 w 536"/>
                <a:gd name="T41" fmla="*/ 614 h 614"/>
                <a:gd name="T42" fmla="*/ 62 w 536"/>
                <a:gd name="T43" fmla="*/ 510 h 614"/>
                <a:gd name="T44" fmla="*/ 73 w 536"/>
                <a:gd name="T45" fmla="*/ 390 h 614"/>
                <a:gd name="T46" fmla="*/ 112 w 536"/>
                <a:gd name="T47" fmla="*/ 409 h 614"/>
                <a:gd name="T48" fmla="*/ 176 w 536"/>
                <a:gd name="T49" fmla="*/ 476 h 614"/>
                <a:gd name="T50" fmla="*/ 200 w 536"/>
                <a:gd name="T51" fmla="*/ 492 h 614"/>
                <a:gd name="T52" fmla="*/ 449 w 536"/>
                <a:gd name="T53" fmla="*/ 439 h 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36" h="614">
                  <a:moveTo>
                    <a:pt x="449" y="439"/>
                  </a:moveTo>
                  <a:cubicBezTo>
                    <a:pt x="524" y="374"/>
                    <a:pt x="536" y="208"/>
                    <a:pt x="476" y="139"/>
                  </a:cubicBezTo>
                  <a:cubicBezTo>
                    <a:pt x="415" y="103"/>
                    <a:pt x="345" y="156"/>
                    <a:pt x="330" y="152"/>
                  </a:cubicBezTo>
                  <a:cubicBezTo>
                    <a:pt x="320" y="150"/>
                    <a:pt x="314" y="142"/>
                    <a:pt x="311" y="131"/>
                  </a:cubicBezTo>
                  <a:cubicBezTo>
                    <a:pt x="309" y="131"/>
                    <a:pt x="307" y="132"/>
                    <a:pt x="305" y="131"/>
                  </a:cubicBezTo>
                  <a:cubicBezTo>
                    <a:pt x="274" y="124"/>
                    <a:pt x="284" y="66"/>
                    <a:pt x="296" y="0"/>
                  </a:cubicBezTo>
                  <a:cubicBezTo>
                    <a:pt x="262" y="0"/>
                    <a:pt x="262" y="0"/>
                    <a:pt x="262" y="0"/>
                  </a:cubicBezTo>
                  <a:cubicBezTo>
                    <a:pt x="255" y="47"/>
                    <a:pt x="250" y="114"/>
                    <a:pt x="254" y="147"/>
                  </a:cubicBezTo>
                  <a:cubicBezTo>
                    <a:pt x="255" y="158"/>
                    <a:pt x="258" y="167"/>
                    <a:pt x="263" y="174"/>
                  </a:cubicBezTo>
                  <a:cubicBezTo>
                    <a:pt x="282" y="183"/>
                    <a:pt x="302" y="185"/>
                    <a:pt x="301" y="194"/>
                  </a:cubicBezTo>
                  <a:cubicBezTo>
                    <a:pt x="301" y="196"/>
                    <a:pt x="301" y="198"/>
                    <a:pt x="301" y="200"/>
                  </a:cubicBezTo>
                  <a:cubicBezTo>
                    <a:pt x="315" y="205"/>
                    <a:pt x="327" y="208"/>
                    <a:pt x="326" y="215"/>
                  </a:cubicBezTo>
                  <a:cubicBezTo>
                    <a:pt x="325" y="223"/>
                    <a:pt x="330" y="236"/>
                    <a:pt x="333" y="249"/>
                  </a:cubicBezTo>
                  <a:cubicBezTo>
                    <a:pt x="336" y="263"/>
                    <a:pt x="337" y="277"/>
                    <a:pt x="330" y="287"/>
                  </a:cubicBezTo>
                  <a:cubicBezTo>
                    <a:pt x="316" y="307"/>
                    <a:pt x="316" y="355"/>
                    <a:pt x="316" y="355"/>
                  </a:cubicBezTo>
                  <a:cubicBezTo>
                    <a:pt x="316" y="355"/>
                    <a:pt x="308" y="372"/>
                    <a:pt x="284" y="396"/>
                  </a:cubicBezTo>
                  <a:cubicBezTo>
                    <a:pt x="261" y="419"/>
                    <a:pt x="232" y="416"/>
                    <a:pt x="184" y="370"/>
                  </a:cubicBezTo>
                  <a:cubicBezTo>
                    <a:pt x="176" y="365"/>
                    <a:pt x="168" y="358"/>
                    <a:pt x="159" y="350"/>
                  </a:cubicBezTo>
                  <a:cubicBezTo>
                    <a:pt x="108" y="320"/>
                    <a:pt x="34" y="356"/>
                    <a:pt x="14" y="450"/>
                  </a:cubicBezTo>
                  <a:cubicBezTo>
                    <a:pt x="0" y="515"/>
                    <a:pt x="27" y="569"/>
                    <a:pt x="60" y="614"/>
                  </a:cubicBezTo>
                  <a:cubicBezTo>
                    <a:pt x="145" y="614"/>
                    <a:pt x="145" y="614"/>
                    <a:pt x="145" y="614"/>
                  </a:cubicBezTo>
                  <a:cubicBezTo>
                    <a:pt x="114" y="580"/>
                    <a:pt x="84" y="545"/>
                    <a:pt x="62" y="510"/>
                  </a:cubicBezTo>
                  <a:cubicBezTo>
                    <a:pt x="38" y="469"/>
                    <a:pt x="38" y="404"/>
                    <a:pt x="73" y="390"/>
                  </a:cubicBezTo>
                  <a:cubicBezTo>
                    <a:pt x="89" y="384"/>
                    <a:pt x="98" y="393"/>
                    <a:pt x="112" y="409"/>
                  </a:cubicBezTo>
                  <a:cubicBezTo>
                    <a:pt x="130" y="413"/>
                    <a:pt x="141" y="443"/>
                    <a:pt x="176" y="476"/>
                  </a:cubicBezTo>
                  <a:cubicBezTo>
                    <a:pt x="183" y="481"/>
                    <a:pt x="191" y="487"/>
                    <a:pt x="200" y="492"/>
                  </a:cubicBezTo>
                  <a:cubicBezTo>
                    <a:pt x="285" y="542"/>
                    <a:pt x="373" y="506"/>
                    <a:pt x="449" y="4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3" name="Freeform 167"/>
            <p:cNvSpPr>
              <a:spLocks/>
            </p:cNvSpPr>
            <p:nvPr/>
          </p:nvSpPr>
          <p:spPr bwMode="auto">
            <a:xfrm>
              <a:off x="4889" y="2061"/>
              <a:ext cx="139" cy="93"/>
            </a:xfrm>
            <a:custGeom>
              <a:avLst/>
              <a:gdLst>
                <a:gd name="T0" fmla="*/ 0 w 103"/>
                <a:gd name="T1" fmla="*/ 13 h 69"/>
                <a:gd name="T2" fmla="*/ 8 w 103"/>
                <a:gd name="T3" fmla="*/ 0 h 69"/>
                <a:gd name="T4" fmla="*/ 103 w 103"/>
                <a:gd name="T5" fmla="*/ 55 h 69"/>
                <a:gd name="T6" fmla="*/ 0 w 103"/>
                <a:gd name="T7" fmla="*/ 13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3" h="69">
                  <a:moveTo>
                    <a:pt x="0" y="13"/>
                  </a:moveTo>
                  <a:cubicBezTo>
                    <a:pt x="6" y="5"/>
                    <a:pt x="8" y="0"/>
                    <a:pt x="8" y="0"/>
                  </a:cubicBezTo>
                  <a:cubicBezTo>
                    <a:pt x="8" y="0"/>
                    <a:pt x="64" y="61"/>
                    <a:pt x="103" y="55"/>
                  </a:cubicBezTo>
                  <a:cubicBezTo>
                    <a:pt x="103" y="55"/>
                    <a:pt x="58" y="69"/>
                    <a:pt x="0" y="13"/>
                  </a:cubicBezTo>
                  <a:close/>
                </a:path>
              </a:pathLst>
            </a:custGeom>
            <a:solidFill>
              <a:srgbClr val="EFAB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4" name="Freeform 168"/>
            <p:cNvSpPr>
              <a:spLocks/>
            </p:cNvSpPr>
            <p:nvPr/>
          </p:nvSpPr>
          <p:spPr bwMode="auto">
            <a:xfrm>
              <a:off x="4923" y="1881"/>
              <a:ext cx="93" cy="63"/>
            </a:xfrm>
            <a:custGeom>
              <a:avLst/>
              <a:gdLst>
                <a:gd name="T0" fmla="*/ 0 w 69"/>
                <a:gd name="T1" fmla="*/ 28 h 47"/>
                <a:gd name="T2" fmla="*/ 2 w 69"/>
                <a:gd name="T3" fmla="*/ 47 h 47"/>
                <a:gd name="T4" fmla="*/ 69 w 69"/>
                <a:gd name="T5" fmla="*/ 36 h 47"/>
                <a:gd name="T6" fmla="*/ 0 w 69"/>
                <a:gd name="T7" fmla="*/ 28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" h="47">
                  <a:moveTo>
                    <a:pt x="0" y="28"/>
                  </a:moveTo>
                  <a:cubicBezTo>
                    <a:pt x="1" y="34"/>
                    <a:pt x="2" y="41"/>
                    <a:pt x="2" y="47"/>
                  </a:cubicBezTo>
                  <a:cubicBezTo>
                    <a:pt x="17" y="25"/>
                    <a:pt x="36" y="17"/>
                    <a:pt x="69" y="36"/>
                  </a:cubicBezTo>
                  <a:cubicBezTo>
                    <a:pt x="69" y="36"/>
                    <a:pt x="42" y="0"/>
                    <a:pt x="0" y="28"/>
                  </a:cubicBezTo>
                  <a:close/>
                </a:path>
              </a:pathLst>
            </a:custGeom>
            <a:solidFill>
              <a:srgbClr val="EFAB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45" name="lungs"/>
          <p:cNvGrpSpPr>
            <a:grpSpLocks noChangeAspect="1"/>
          </p:cNvGrpSpPr>
          <p:nvPr/>
        </p:nvGrpSpPr>
        <p:grpSpPr bwMode="auto">
          <a:xfrm>
            <a:off x="3691715" y="2839907"/>
            <a:ext cx="994278" cy="1095778"/>
            <a:chOff x="2966" y="159"/>
            <a:chExt cx="911" cy="1004"/>
          </a:xfrm>
        </p:grpSpPr>
        <p:sp>
          <p:nvSpPr>
            <p:cNvPr id="746" name="AutoShape 194"/>
            <p:cNvSpPr>
              <a:spLocks noChangeAspect="1" noChangeArrowheads="1" noTextEdit="1"/>
            </p:cNvSpPr>
            <p:nvPr/>
          </p:nvSpPr>
          <p:spPr bwMode="auto">
            <a:xfrm>
              <a:off x="2966" y="159"/>
              <a:ext cx="911" cy="10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7" name="Freeform 196"/>
            <p:cNvSpPr>
              <a:spLocks/>
            </p:cNvSpPr>
            <p:nvPr/>
          </p:nvSpPr>
          <p:spPr bwMode="auto">
            <a:xfrm>
              <a:off x="2987" y="201"/>
              <a:ext cx="893" cy="964"/>
            </a:xfrm>
            <a:custGeom>
              <a:avLst/>
              <a:gdLst>
                <a:gd name="T0" fmla="*/ 236 w 550"/>
                <a:gd name="T1" fmla="*/ 36 h 593"/>
                <a:gd name="T2" fmla="*/ 235 w 550"/>
                <a:gd name="T3" fmla="*/ 38 h 593"/>
                <a:gd name="T4" fmla="*/ 237 w 550"/>
                <a:gd name="T5" fmla="*/ 61 h 593"/>
                <a:gd name="T6" fmla="*/ 236 w 550"/>
                <a:gd name="T7" fmla="*/ 117 h 593"/>
                <a:gd name="T8" fmla="*/ 236 w 550"/>
                <a:gd name="T9" fmla="*/ 146 h 593"/>
                <a:gd name="T10" fmla="*/ 235 w 550"/>
                <a:gd name="T11" fmla="*/ 172 h 593"/>
                <a:gd name="T12" fmla="*/ 229 w 550"/>
                <a:gd name="T13" fmla="*/ 166 h 593"/>
                <a:gd name="T14" fmla="*/ 184 w 550"/>
                <a:gd name="T15" fmla="*/ 139 h 593"/>
                <a:gd name="T16" fmla="*/ 30 w 550"/>
                <a:gd name="T17" fmla="*/ 316 h 593"/>
                <a:gd name="T18" fmla="*/ 30 w 550"/>
                <a:gd name="T19" fmla="*/ 341 h 593"/>
                <a:gd name="T20" fmla="*/ 19 w 550"/>
                <a:gd name="T21" fmla="*/ 395 h 593"/>
                <a:gd name="T22" fmla="*/ 3 w 550"/>
                <a:gd name="T23" fmla="*/ 482 h 593"/>
                <a:gd name="T24" fmla="*/ 62 w 550"/>
                <a:gd name="T25" fmla="*/ 588 h 593"/>
                <a:gd name="T26" fmla="*/ 162 w 550"/>
                <a:gd name="T27" fmla="*/ 581 h 593"/>
                <a:gd name="T28" fmla="*/ 213 w 550"/>
                <a:gd name="T29" fmla="*/ 504 h 593"/>
                <a:gd name="T30" fmla="*/ 218 w 550"/>
                <a:gd name="T31" fmla="*/ 460 h 593"/>
                <a:gd name="T32" fmla="*/ 219 w 550"/>
                <a:gd name="T33" fmla="*/ 402 h 593"/>
                <a:gd name="T34" fmla="*/ 224 w 550"/>
                <a:gd name="T35" fmla="*/ 391 h 593"/>
                <a:gd name="T36" fmla="*/ 233 w 550"/>
                <a:gd name="T37" fmla="*/ 316 h 593"/>
                <a:gd name="T38" fmla="*/ 267 w 550"/>
                <a:gd name="T39" fmla="*/ 287 h 593"/>
                <a:gd name="T40" fmla="*/ 279 w 550"/>
                <a:gd name="T41" fmla="*/ 279 h 593"/>
                <a:gd name="T42" fmla="*/ 290 w 550"/>
                <a:gd name="T43" fmla="*/ 287 h 593"/>
                <a:gd name="T44" fmla="*/ 311 w 550"/>
                <a:gd name="T45" fmla="*/ 307 h 593"/>
                <a:gd name="T46" fmla="*/ 314 w 550"/>
                <a:gd name="T47" fmla="*/ 317 h 593"/>
                <a:gd name="T48" fmla="*/ 316 w 550"/>
                <a:gd name="T49" fmla="*/ 380 h 593"/>
                <a:gd name="T50" fmla="*/ 332 w 550"/>
                <a:gd name="T51" fmla="*/ 510 h 593"/>
                <a:gd name="T52" fmla="*/ 393 w 550"/>
                <a:gd name="T53" fmla="*/ 580 h 593"/>
                <a:gd name="T54" fmla="*/ 490 w 550"/>
                <a:gd name="T55" fmla="*/ 592 h 593"/>
                <a:gd name="T56" fmla="*/ 502 w 550"/>
                <a:gd name="T57" fmla="*/ 590 h 593"/>
                <a:gd name="T58" fmla="*/ 545 w 550"/>
                <a:gd name="T59" fmla="*/ 517 h 593"/>
                <a:gd name="T60" fmla="*/ 526 w 550"/>
                <a:gd name="T61" fmla="*/ 385 h 593"/>
                <a:gd name="T62" fmla="*/ 506 w 550"/>
                <a:gd name="T63" fmla="*/ 293 h 593"/>
                <a:gd name="T64" fmla="*/ 451 w 550"/>
                <a:gd name="T65" fmla="*/ 196 h 593"/>
                <a:gd name="T66" fmla="*/ 366 w 550"/>
                <a:gd name="T67" fmla="*/ 149 h 593"/>
                <a:gd name="T68" fmla="*/ 322 w 550"/>
                <a:gd name="T69" fmla="*/ 173 h 593"/>
                <a:gd name="T70" fmla="*/ 323 w 550"/>
                <a:gd name="T71" fmla="*/ 125 h 593"/>
                <a:gd name="T72" fmla="*/ 320 w 550"/>
                <a:gd name="T73" fmla="*/ 92 h 593"/>
                <a:gd name="T74" fmla="*/ 322 w 550"/>
                <a:gd name="T75" fmla="*/ 63 h 593"/>
                <a:gd name="T76" fmla="*/ 323 w 550"/>
                <a:gd name="T77" fmla="*/ 34 h 593"/>
                <a:gd name="T78" fmla="*/ 321 w 550"/>
                <a:gd name="T79" fmla="*/ 0 h 593"/>
                <a:gd name="T80" fmla="*/ 237 w 550"/>
                <a:gd name="T81" fmla="*/ 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50" h="593">
                  <a:moveTo>
                    <a:pt x="237" y="3"/>
                  </a:moveTo>
                  <a:cubicBezTo>
                    <a:pt x="231" y="12"/>
                    <a:pt x="230" y="25"/>
                    <a:pt x="236" y="36"/>
                  </a:cubicBezTo>
                  <a:cubicBezTo>
                    <a:pt x="236" y="36"/>
                    <a:pt x="236" y="37"/>
                    <a:pt x="236" y="37"/>
                  </a:cubicBezTo>
                  <a:cubicBezTo>
                    <a:pt x="235" y="37"/>
                    <a:pt x="235" y="38"/>
                    <a:pt x="235" y="38"/>
                  </a:cubicBezTo>
                  <a:cubicBezTo>
                    <a:pt x="234" y="43"/>
                    <a:pt x="233" y="51"/>
                    <a:pt x="237" y="61"/>
                  </a:cubicBezTo>
                  <a:cubicBezTo>
                    <a:pt x="237" y="61"/>
                    <a:pt x="237" y="61"/>
                    <a:pt x="237" y="61"/>
                  </a:cubicBezTo>
                  <a:cubicBezTo>
                    <a:pt x="232" y="71"/>
                    <a:pt x="235" y="83"/>
                    <a:pt x="237" y="89"/>
                  </a:cubicBezTo>
                  <a:cubicBezTo>
                    <a:pt x="233" y="99"/>
                    <a:pt x="232" y="109"/>
                    <a:pt x="236" y="117"/>
                  </a:cubicBezTo>
                  <a:cubicBezTo>
                    <a:pt x="234" y="121"/>
                    <a:pt x="232" y="125"/>
                    <a:pt x="232" y="129"/>
                  </a:cubicBezTo>
                  <a:cubicBezTo>
                    <a:pt x="231" y="135"/>
                    <a:pt x="233" y="141"/>
                    <a:pt x="236" y="146"/>
                  </a:cubicBezTo>
                  <a:cubicBezTo>
                    <a:pt x="234" y="149"/>
                    <a:pt x="232" y="153"/>
                    <a:pt x="232" y="157"/>
                  </a:cubicBezTo>
                  <a:cubicBezTo>
                    <a:pt x="231" y="162"/>
                    <a:pt x="232" y="167"/>
                    <a:pt x="235" y="172"/>
                  </a:cubicBezTo>
                  <a:cubicBezTo>
                    <a:pt x="234" y="172"/>
                    <a:pt x="234" y="173"/>
                    <a:pt x="234" y="173"/>
                  </a:cubicBezTo>
                  <a:cubicBezTo>
                    <a:pt x="232" y="171"/>
                    <a:pt x="231" y="168"/>
                    <a:pt x="229" y="166"/>
                  </a:cubicBezTo>
                  <a:cubicBezTo>
                    <a:pt x="227" y="165"/>
                    <a:pt x="227" y="165"/>
                    <a:pt x="227" y="165"/>
                  </a:cubicBezTo>
                  <a:cubicBezTo>
                    <a:pt x="217" y="153"/>
                    <a:pt x="204" y="139"/>
                    <a:pt x="184" y="139"/>
                  </a:cubicBezTo>
                  <a:cubicBezTo>
                    <a:pt x="167" y="139"/>
                    <a:pt x="149" y="149"/>
                    <a:pt x="127" y="169"/>
                  </a:cubicBezTo>
                  <a:cubicBezTo>
                    <a:pt x="83" y="212"/>
                    <a:pt x="35" y="278"/>
                    <a:pt x="30" y="316"/>
                  </a:cubicBezTo>
                  <a:cubicBezTo>
                    <a:pt x="29" y="326"/>
                    <a:pt x="29" y="334"/>
                    <a:pt x="30" y="341"/>
                  </a:cubicBezTo>
                  <a:cubicBezTo>
                    <a:pt x="30" y="341"/>
                    <a:pt x="30" y="341"/>
                    <a:pt x="30" y="341"/>
                  </a:cubicBezTo>
                  <a:cubicBezTo>
                    <a:pt x="30" y="342"/>
                    <a:pt x="30" y="343"/>
                    <a:pt x="30" y="344"/>
                  </a:cubicBezTo>
                  <a:cubicBezTo>
                    <a:pt x="20" y="365"/>
                    <a:pt x="16" y="381"/>
                    <a:pt x="19" y="395"/>
                  </a:cubicBezTo>
                  <a:cubicBezTo>
                    <a:pt x="19" y="395"/>
                    <a:pt x="19" y="396"/>
                    <a:pt x="19" y="397"/>
                  </a:cubicBezTo>
                  <a:cubicBezTo>
                    <a:pt x="10" y="414"/>
                    <a:pt x="5" y="442"/>
                    <a:pt x="3" y="482"/>
                  </a:cubicBezTo>
                  <a:cubicBezTo>
                    <a:pt x="0" y="515"/>
                    <a:pt x="22" y="580"/>
                    <a:pt x="58" y="586"/>
                  </a:cubicBezTo>
                  <a:cubicBezTo>
                    <a:pt x="59" y="587"/>
                    <a:pt x="60" y="587"/>
                    <a:pt x="62" y="588"/>
                  </a:cubicBezTo>
                  <a:cubicBezTo>
                    <a:pt x="70" y="590"/>
                    <a:pt x="79" y="591"/>
                    <a:pt x="89" y="591"/>
                  </a:cubicBezTo>
                  <a:cubicBezTo>
                    <a:pt x="113" y="591"/>
                    <a:pt x="141" y="586"/>
                    <a:pt x="162" y="581"/>
                  </a:cubicBezTo>
                  <a:cubicBezTo>
                    <a:pt x="206" y="571"/>
                    <a:pt x="210" y="531"/>
                    <a:pt x="212" y="509"/>
                  </a:cubicBezTo>
                  <a:cubicBezTo>
                    <a:pt x="213" y="507"/>
                    <a:pt x="213" y="506"/>
                    <a:pt x="213" y="504"/>
                  </a:cubicBezTo>
                  <a:cubicBezTo>
                    <a:pt x="213" y="500"/>
                    <a:pt x="214" y="497"/>
                    <a:pt x="215" y="493"/>
                  </a:cubicBezTo>
                  <a:cubicBezTo>
                    <a:pt x="216" y="484"/>
                    <a:pt x="217" y="474"/>
                    <a:pt x="218" y="460"/>
                  </a:cubicBezTo>
                  <a:cubicBezTo>
                    <a:pt x="218" y="456"/>
                    <a:pt x="216" y="453"/>
                    <a:pt x="214" y="450"/>
                  </a:cubicBezTo>
                  <a:cubicBezTo>
                    <a:pt x="220" y="433"/>
                    <a:pt x="221" y="417"/>
                    <a:pt x="219" y="402"/>
                  </a:cubicBezTo>
                  <a:cubicBezTo>
                    <a:pt x="218" y="402"/>
                    <a:pt x="218" y="402"/>
                    <a:pt x="218" y="401"/>
                  </a:cubicBezTo>
                  <a:cubicBezTo>
                    <a:pt x="222" y="398"/>
                    <a:pt x="223" y="394"/>
                    <a:pt x="224" y="391"/>
                  </a:cubicBezTo>
                  <a:cubicBezTo>
                    <a:pt x="226" y="379"/>
                    <a:pt x="232" y="343"/>
                    <a:pt x="231" y="317"/>
                  </a:cubicBezTo>
                  <a:cubicBezTo>
                    <a:pt x="232" y="316"/>
                    <a:pt x="232" y="316"/>
                    <a:pt x="233" y="316"/>
                  </a:cubicBezTo>
                  <a:cubicBezTo>
                    <a:pt x="247" y="304"/>
                    <a:pt x="257" y="295"/>
                    <a:pt x="263" y="290"/>
                  </a:cubicBezTo>
                  <a:cubicBezTo>
                    <a:pt x="264" y="289"/>
                    <a:pt x="266" y="288"/>
                    <a:pt x="267" y="287"/>
                  </a:cubicBezTo>
                  <a:cubicBezTo>
                    <a:pt x="271" y="285"/>
                    <a:pt x="276" y="282"/>
                    <a:pt x="279" y="279"/>
                  </a:cubicBezTo>
                  <a:cubicBezTo>
                    <a:pt x="279" y="279"/>
                    <a:pt x="279" y="279"/>
                    <a:pt x="279" y="279"/>
                  </a:cubicBezTo>
                  <a:cubicBezTo>
                    <a:pt x="279" y="279"/>
                    <a:pt x="279" y="279"/>
                    <a:pt x="279" y="279"/>
                  </a:cubicBezTo>
                  <a:cubicBezTo>
                    <a:pt x="282" y="282"/>
                    <a:pt x="286" y="285"/>
                    <a:pt x="290" y="287"/>
                  </a:cubicBezTo>
                  <a:cubicBezTo>
                    <a:pt x="292" y="288"/>
                    <a:pt x="294" y="289"/>
                    <a:pt x="294" y="290"/>
                  </a:cubicBezTo>
                  <a:cubicBezTo>
                    <a:pt x="300" y="294"/>
                    <a:pt x="305" y="300"/>
                    <a:pt x="311" y="307"/>
                  </a:cubicBezTo>
                  <a:cubicBezTo>
                    <a:pt x="312" y="308"/>
                    <a:pt x="313" y="308"/>
                    <a:pt x="314" y="309"/>
                  </a:cubicBezTo>
                  <a:cubicBezTo>
                    <a:pt x="314" y="312"/>
                    <a:pt x="314" y="314"/>
                    <a:pt x="314" y="317"/>
                  </a:cubicBezTo>
                  <a:cubicBezTo>
                    <a:pt x="314" y="326"/>
                    <a:pt x="314" y="333"/>
                    <a:pt x="313" y="339"/>
                  </a:cubicBezTo>
                  <a:cubicBezTo>
                    <a:pt x="313" y="345"/>
                    <a:pt x="313" y="361"/>
                    <a:pt x="316" y="380"/>
                  </a:cubicBezTo>
                  <a:cubicBezTo>
                    <a:pt x="315" y="382"/>
                    <a:pt x="314" y="385"/>
                    <a:pt x="314" y="387"/>
                  </a:cubicBezTo>
                  <a:cubicBezTo>
                    <a:pt x="317" y="443"/>
                    <a:pt x="321" y="485"/>
                    <a:pt x="332" y="510"/>
                  </a:cubicBezTo>
                  <a:cubicBezTo>
                    <a:pt x="335" y="518"/>
                    <a:pt x="337" y="524"/>
                    <a:pt x="339" y="531"/>
                  </a:cubicBezTo>
                  <a:cubicBezTo>
                    <a:pt x="345" y="554"/>
                    <a:pt x="351" y="569"/>
                    <a:pt x="393" y="580"/>
                  </a:cubicBezTo>
                  <a:cubicBezTo>
                    <a:pt x="425" y="588"/>
                    <a:pt x="455" y="593"/>
                    <a:pt x="476" y="593"/>
                  </a:cubicBezTo>
                  <a:cubicBezTo>
                    <a:pt x="481" y="593"/>
                    <a:pt x="486" y="592"/>
                    <a:pt x="490" y="592"/>
                  </a:cubicBezTo>
                  <a:cubicBezTo>
                    <a:pt x="492" y="591"/>
                    <a:pt x="494" y="590"/>
                    <a:pt x="496" y="589"/>
                  </a:cubicBezTo>
                  <a:cubicBezTo>
                    <a:pt x="498" y="590"/>
                    <a:pt x="500" y="590"/>
                    <a:pt x="502" y="590"/>
                  </a:cubicBezTo>
                  <a:cubicBezTo>
                    <a:pt x="528" y="590"/>
                    <a:pt x="543" y="547"/>
                    <a:pt x="545" y="518"/>
                  </a:cubicBezTo>
                  <a:cubicBezTo>
                    <a:pt x="545" y="517"/>
                    <a:pt x="545" y="517"/>
                    <a:pt x="545" y="517"/>
                  </a:cubicBezTo>
                  <a:cubicBezTo>
                    <a:pt x="548" y="485"/>
                    <a:pt x="550" y="464"/>
                    <a:pt x="530" y="391"/>
                  </a:cubicBezTo>
                  <a:cubicBezTo>
                    <a:pt x="530" y="389"/>
                    <a:pt x="528" y="387"/>
                    <a:pt x="526" y="385"/>
                  </a:cubicBezTo>
                  <a:cubicBezTo>
                    <a:pt x="526" y="384"/>
                    <a:pt x="526" y="383"/>
                    <a:pt x="526" y="381"/>
                  </a:cubicBezTo>
                  <a:cubicBezTo>
                    <a:pt x="525" y="348"/>
                    <a:pt x="521" y="321"/>
                    <a:pt x="506" y="293"/>
                  </a:cubicBezTo>
                  <a:cubicBezTo>
                    <a:pt x="503" y="275"/>
                    <a:pt x="492" y="235"/>
                    <a:pt x="459" y="203"/>
                  </a:cubicBezTo>
                  <a:cubicBezTo>
                    <a:pt x="451" y="196"/>
                    <a:pt x="451" y="196"/>
                    <a:pt x="451" y="196"/>
                  </a:cubicBezTo>
                  <a:cubicBezTo>
                    <a:pt x="419" y="165"/>
                    <a:pt x="402" y="148"/>
                    <a:pt x="377" y="148"/>
                  </a:cubicBezTo>
                  <a:cubicBezTo>
                    <a:pt x="373" y="148"/>
                    <a:pt x="370" y="149"/>
                    <a:pt x="366" y="149"/>
                  </a:cubicBezTo>
                  <a:cubicBezTo>
                    <a:pt x="343" y="154"/>
                    <a:pt x="333" y="169"/>
                    <a:pt x="327" y="186"/>
                  </a:cubicBezTo>
                  <a:cubicBezTo>
                    <a:pt x="326" y="181"/>
                    <a:pt x="324" y="176"/>
                    <a:pt x="322" y="173"/>
                  </a:cubicBezTo>
                  <a:cubicBezTo>
                    <a:pt x="325" y="164"/>
                    <a:pt x="324" y="154"/>
                    <a:pt x="321" y="147"/>
                  </a:cubicBezTo>
                  <a:cubicBezTo>
                    <a:pt x="325" y="138"/>
                    <a:pt x="324" y="129"/>
                    <a:pt x="323" y="125"/>
                  </a:cubicBezTo>
                  <a:cubicBezTo>
                    <a:pt x="323" y="122"/>
                    <a:pt x="322" y="119"/>
                    <a:pt x="321" y="117"/>
                  </a:cubicBezTo>
                  <a:cubicBezTo>
                    <a:pt x="322" y="109"/>
                    <a:pt x="323" y="99"/>
                    <a:pt x="320" y="92"/>
                  </a:cubicBezTo>
                  <a:cubicBezTo>
                    <a:pt x="320" y="91"/>
                    <a:pt x="320" y="90"/>
                    <a:pt x="320" y="89"/>
                  </a:cubicBezTo>
                  <a:cubicBezTo>
                    <a:pt x="324" y="82"/>
                    <a:pt x="324" y="71"/>
                    <a:pt x="322" y="63"/>
                  </a:cubicBezTo>
                  <a:cubicBezTo>
                    <a:pt x="325" y="55"/>
                    <a:pt x="325" y="46"/>
                    <a:pt x="324" y="39"/>
                  </a:cubicBezTo>
                  <a:cubicBezTo>
                    <a:pt x="324" y="37"/>
                    <a:pt x="323" y="36"/>
                    <a:pt x="323" y="34"/>
                  </a:cubicBezTo>
                  <a:cubicBezTo>
                    <a:pt x="327" y="26"/>
                    <a:pt x="327" y="16"/>
                    <a:pt x="326" y="11"/>
                  </a:cubicBezTo>
                  <a:cubicBezTo>
                    <a:pt x="325" y="6"/>
                    <a:pt x="323" y="2"/>
                    <a:pt x="321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238" y="1"/>
                    <a:pt x="237" y="2"/>
                    <a:pt x="237" y="3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8" name="Freeform 197"/>
            <p:cNvSpPr>
              <a:spLocks/>
            </p:cNvSpPr>
            <p:nvPr/>
          </p:nvSpPr>
          <p:spPr bwMode="auto">
            <a:xfrm>
              <a:off x="2961" y="157"/>
              <a:ext cx="892" cy="978"/>
            </a:xfrm>
            <a:custGeom>
              <a:avLst/>
              <a:gdLst>
                <a:gd name="T0" fmla="*/ 526 w 549"/>
                <a:gd name="T1" fmla="*/ 394 h 602"/>
                <a:gd name="T2" fmla="*/ 506 w 549"/>
                <a:gd name="T3" fmla="*/ 302 h 602"/>
                <a:gd name="T4" fmla="*/ 451 w 549"/>
                <a:gd name="T5" fmla="*/ 205 h 602"/>
                <a:gd name="T6" fmla="*/ 366 w 549"/>
                <a:gd name="T7" fmla="*/ 158 h 602"/>
                <a:gd name="T8" fmla="*/ 322 w 549"/>
                <a:gd name="T9" fmla="*/ 182 h 602"/>
                <a:gd name="T10" fmla="*/ 323 w 549"/>
                <a:gd name="T11" fmla="*/ 134 h 602"/>
                <a:gd name="T12" fmla="*/ 320 w 549"/>
                <a:gd name="T13" fmla="*/ 101 h 602"/>
                <a:gd name="T14" fmla="*/ 321 w 549"/>
                <a:gd name="T15" fmla="*/ 72 h 602"/>
                <a:gd name="T16" fmla="*/ 322 w 549"/>
                <a:gd name="T17" fmla="*/ 43 h 602"/>
                <a:gd name="T18" fmla="*/ 318 w 549"/>
                <a:gd name="T19" fmla="*/ 6 h 602"/>
                <a:gd name="T20" fmla="*/ 305 w 549"/>
                <a:gd name="T21" fmla="*/ 5 h 602"/>
                <a:gd name="T22" fmla="*/ 278 w 549"/>
                <a:gd name="T23" fmla="*/ 0 h 602"/>
                <a:gd name="T24" fmla="*/ 254 w 549"/>
                <a:gd name="T25" fmla="*/ 5 h 602"/>
                <a:gd name="T26" fmla="*/ 236 w 549"/>
                <a:gd name="T27" fmla="*/ 12 h 602"/>
                <a:gd name="T28" fmla="*/ 235 w 549"/>
                <a:gd name="T29" fmla="*/ 46 h 602"/>
                <a:gd name="T30" fmla="*/ 237 w 549"/>
                <a:gd name="T31" fmla="*/ 70 h 602"/>
                <a:gd name="T32" fmla="*/ 237 w 549"/>
                <a:gd name="T33" fmla="*/ 98 h 602"/>
                <a:gd name="T34" fmla="*/ 232 w 549"/>
                <a:gd name="T35" fmla="*/ 138 h 602"/>
                <a:gd name="T36" fmla="*/ 232 w 549"/>
                <a:gd name="T37" fmla="*/ 166 h 602"/>
                <a:gd name="T38" fmla="*/ 234 w 549"/>
                <a:gd name="T39" fmla="*/ 182 h 602"/>
                <a:gd name="T40" fmla="*/ 227 w 549"/>
                <a:gd name="T41" fmla="*/ 174 h 602"/>
                <a:gd name="T42" fmla="*/ 127 w 549"/>
                <a:gd name="T43" fmla="*/ 178 h 602"/>
                <a:gd name="T44" fmla="*/ 30 w 549"/>
                <a:gd name="T45" fmla="*/ 350 h 602"/>
                <a:gd name="T46" fmla="*/ 30 w 549"/>
                <a:gd name="T47" fmla="*/ 353 h 602"/>
                <a:gd name="T48" fmla="*/ 19 w 549"/>
                <a:gd name="T49" fmla="*/ 406 h 602"/>
                <a:gd name="T50" fmla="*/ 57 w 549"/>
                <a:gd name="T51" fmla="*/ 595 h 602"/>
                <a:gd name="T52" fmla="*/ 89 w 549"/>
                <a:gd name="T53" fmla="*/ 600 h 602"/>
                <a:gd name="T54" fmla="*/ 212 w 549"/>
                <a:gd name="T55" fmla="*/ 518 h 602"/>
                <a:gd name="T56" fmla="*/ 214 w 549"/>
                <a:gd name="T57" fmla="*/ 502 h 602"/>
                <a:gd name="T58" fmla="*/ 213 w 549"/>
                <a:gd name="T59" fmla="*/ 459 h 602"/>
                <a:gd name="T60" fmla="*/ 218 w 549"/>
                <a:gd name="T61" fmla="*/ 410 h 602"/>
                <a:gd name="T62" fmla="*/ 231 w 549"/>
                <a:gd name="T63" fmla="*/ 326 h 602"/>
                <a:gd name="T64" fmla="*/ 263 w 549"/>
                <a:gd name="T65" fmla="*/ 299 h 602"/>
                <a:gd name="T66" fmla="*/ 278 w 549"/>
                <a:gd name="T67" fmla="*/ 288 h 602"/>
                <a:gd name="T68" fmla="*/ 279 w 549"/>
                <a:gd name="T69" fmla="*/ 288 h 602"/>
                <a:gd name="T70" fmla="*/ 294 w 549"/>
                <a:gd name="T71" fmla="*/ 299 h 602"/>
                <a:gd name="T72" fmla="*/ 313 w 549"/>
                <a:gd name="T73" fmla="*/ 318 h 602"/>
                <a:gd name="T74" fmla="*/ 313 w 549"/>
                <a:gd name="T75" fmla="*/ 348 h 602"/>
                <a:gd name="T76" fmla="*/ 314 w 549"/>
                <a:gd name="T77" fmla="*/ 396 h 602"/>
                <a:gd name="T78" fmla="*/ 339 w 549"/>
                <a:gd name="T79" fmla="*/ 540 h 602"/>
                <a:gd name="T80" fmla="*/ 475 w 549"/>
                <a:gd name="T81" fmla="*/ 602 h 602"/>
                <a:gd name="T82" fmla="*/ 490 w 549"/>
                <a:gd name="T83" fmla="*/ 601 h 602"/>
                <a:gd name="T84" fmla="*/ 502 w 549"/>
                <a:gd name="T85" fmla="*/ 599 h 602"/>
                <a:gd name="T86" fmla="*/ 545 w 549"/>
                <a:gd name="T87" fmla="*/ 527 h 602"/>
                <a:gd name="T88" fmla="*/ 530 w 549"/>
                <a:gd name="T89" fmla="*/ 40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49" h="602">
                  <a:moveTo>
                    <a:pt x="530" y="400"/>
                  </a:moveTo>
                  <a:cubicBezTo>
                    <a:pt x="529" y="398"/>
                    <a:pt x="528" y="396"/>
                    <a:pt x="526" y="394"/>
                  </a:cubicBezTo>
                  <a:cubicBezTo>
                    <a:pt x="526" y="393"/>
                    <a:pt x="526" y="392"/>
                    <a:pt x="526" y="390"/>
                  </a:cubicBezTo>
                  <a:cubicBezTo>
                    <a:pt x="525" y="357"/>
                    <a:pt x="521" y="330"/>
                    <a:pt x="506" y="302"/>
                  </a:cubicBezTo>
                  <a:cubicBezTo>
                    <a:pt x="502" y="284"/>
                    <a:pt x="491" y="244"/>
                    <a:pt x="459" y="212"/>
                  </a:cubicBezTo>
                  <a:cubicBezTo>
                    <a:pt x="451" y="205"/>
                    <a:pt x="451" y="205"/>
                    <a:pt x="451" y="205"/>
                  </a:cubicBezTo>
                  <a:cubicBezTo>
                    <a:pt x="419" y="174"/>
                    <a:pt x="402" y="157"/>
                    <a:pt x="376" y="157"/>
                  </a:cubicBezTo>
                  <a:cubicBezTo>
                    <a:pt x="373" y="157"/>
                    <a:pt x="369" y="158"/>
                    <a:pt x="366" y="158"/>
                  </a:cubicBezTo>
                  <a:cubicBezTo>
                    <a:pt x="342" y="163"/>
                    <a:pt x="333" y="178"/>
                    <a:pt x="326" y="195"/>
                  </a:cubicBezTo>
                  <a:cubicBezTo>
                    <a:pt x="326" y="190"/>
                    <a:pt x="324" y="185"/>
                    <a:pt x="322" y="182"/>
                  </a:cubicBezTo>
                  <a:cubicBezTo>
                    <a:pt x="325" y="173"/>
                    <a:pt x="324" y="163"/>
                    <a:pt x="321" y="156"/>
                  </a:cubicBezTo>
                  <a:cubicBezTo>
                    <a:pt x="325" y="147"/>
                    <a:pt x="324" y="138"/>
                    <a:pt x="323" y="134"/>
                  </a:cubicBezTo>
                  <a:cubicBezTo>
                    <a:pt x="322" y="131"/>
                    <a:pt x="321" y="128"/>
                    <a:pt x="320" y="126"/>
                  </a:cubicBezTo>
                  <a:cubicBezTo>
                    <a:pt x="322" y="118"/>
                    <a:pt x="322" y="108"/>
                    <a:pt x="320" y="101"/>
                  </a:cubicBezTo>
                  <a:cubicBezTo>
                    <a:pt x="320" y="100"/>
                    <a:pt x="320" y="99"/>
                    <a:pt x="320" y="98"/>
                  </a:cubicBezTo>
                  <a:cubicBezTo>
                    <a:pt x="323" y="91"/>
                    <a:pt x="324" y="80"/>
                    <a:pt x="321" y="72"/>
                  </a:cubicBezTo>
                  <a:cubicBezTo>
                    <a:pt x="325" y="64"/>
                    <a:pt x="325" y="55"/>
                    <a:pt x="324" y="48"/>
                  </a:cubicBezTo>
                  <a:cubicBezTo>
                    <a:pt x="324" y="46"/>
                    <a:pt x="323" y="45"/>
                    <a:pt x="322" y="43"/>
                  </a:cubicBezTo>
                  <a:cubicBezTo>
                    <a:pt x="326" y="35"/>
                    <a:pt x="326" y="25"/>
                    <a:pt x="325" y="20"/>
                  </a:cubicBezTo>
                  <a:cubicBezTo>
                    <a:pt x="324" y="13"/>
                    <a:pt x="322" y="9"/>
                    <a:pt x="318" y="6"/>
                  </a:cubicBezTo>
                  <a:cubicBezTo>
                    <a:pt x="314" y="4"/>
                    <a:pt x="310" y="3"/>
                    <a:pt x="306" y="5"/>
                  </a:cubicBezTo>
                  <a:cubicBezTo>
                    <a:pt x="306" y="5"/>
                    <a:pt x="306" y="5"/>
                    <a:pt x="305" y="5"/>
                  </a:cubicBezTo>
                  <a:cubicBezTo>
                    <a:pt x="303" y="5"/>
                    <a:pt x="299" y="4"/>
                    <a:pt x="296" y="3"/>
                  </a:cubicBezTo>
                  <a:cubicBezTo>
                    <a:pt x="291" y="2"/>
                    <a:pt x="284" y="0"/>
                    <a:pt x="278" y="0"/>
                  </a:cubicBezTo>
                  <a:cubicBezTo>
                    <a:pt x="277" y="0"/>
                    <a:pt x="277" y="0"/>
                    <a:pt x="277" y="0"/>
                  </a:cubicBezTo>
                  <a:cubicBezTo>
                    <a:pt x="268" y="0"/>
                    <a:pt x="260" y="3"/>
                    <a:pt x="254" y="5"/>
                  </a:cubicBezTo>
                  <a:cubicBezTo>
                    <a:pt x="252" y="5"/>
                    <a:pt x="250" y="6"/>
                    <a:pt x="249" y="6"/>
                  </a:cubicBezTo>
                  <a:cubicBezTo>
                    <a:pt x="244" y="5"/>
                    <a:pt x="239" y="7"/>
                    <a:pt x="236" y="12"/>
                  </a:cubicBezTo>
                  <a:cubicBezTo>
                    <a:pt x="230" y="21"/>
                    <a:pt x="230" y="34"/>
                    <a:pt x="235" y="45"/>
                  </a:cubicBezTo>
                  <a:cubicBezTo>
                    <a:pt x="235" y="45"/>
                    <a:pt x="235" y="46"/>
                    <a:pt x="235" y="46"/>
                  </a:cubicBezTo>
                  <a:cubicBezTo>
                    <a:pt x="235" y="46"/>
                    <a:pt x="235" y="47"/>
                    <a:pt x="235" y="47"/>
                  </a:cubicBezTo>
                  <a:cubicBezTo>
                    <a:pt x="234" y="52"/>
                    <a:pt x="232" y="60"/>
                    <a:pt x="237" y="70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2" y="80"/>
                    <a:pt x="235" y="92"/>
                    <a:pt x="237" y="98"/>
                  </a:cubicBezTo>
                  <a:cubicBezTo>
                    <a:pt x="232" y="108"/>
                    <a:pt x="232" y="118"/>
                    <a:pt x="236" y="126"/>
                  </a:cubicBezTo>
                  <a:cubicBezTo>
                    <a:pt x="233" y="130"/>
                    <a:pt x="232" y="134"/>
                    <a:pt x="232" y="138"/>
                  </a:cubicBezTo>
                  <a:cubicBezTo>
                    <a:pt x="231" y="144"/>
                    <a:pt x="233" y="150"/>
                    <a:pt x="236" y="155"/>
                  </a:cubicBezTo>
                  <a:cubicBezTo>
                    <a:pt x="233" y="158"/>
                    <a:pt x="232" y="162"/>
                    <a:pt x="232" y="166"/>
                  </a:cubicBezTo>
                  <a:cubicBezTo>
                    <a:pt x="231" y="171"/>
                    <a:pt x="232" y="176"/>
                    <a:pt x="234" y="181"/>
                  </a:cubicBezTo>
                  <a:cubicBezTo>
                    <a:pt x="234" y="181"/>
                    <a:pt x="234" y="182"/>
                    <a:pt x="234" y="182"/>
                  </a:cubicBezTo>
                  <a:cubicBezTo>
                    <a:pt x="232" y="180"/>
                    <a:pt x="230" y="177"/>
                    <a:pt x="228" y="175"/>
                  </a:cubicBezTo>
                  <a:cubicBezTo>
                    <a:pt x="227" y="174"/>
                    <a:pt x="227" y="174"/>
                    <a:pt x="227" y="174"/>
                  </a:cubicBezTo>
                  <a:cubicBezTo>
                    <a:pt x="217" y="162"/>
                    <a:pt x="204" y="148"/>
                    <a:pt x="183" y="148"/>
                  </a:cubicBezTo>
                  <a:cubicBezTo>
                    <a:pt x="166" y="148"/>
                    <a:pt x="148" y="158"/>
                    <a:pt x="127" y="178"/>
                  </a:cubicBezTo>
                  <a:cubicBezTo>
                    <a:pt x="83" y="221"/>
                    <a:pt x="34" y="287"/>
                    <a:pt x="30" y="325"/>
                  </a:cubicBezTo>
                  <a:cubicBezTo>
                    <a:pt x="28" y="335"/>
                    <a:pt x="28" y="343"/>
                    <a:pt x="30" y="350"/>
                  </a:cubicBezTo>
                  <a:cubicBezTo>
                    <a:pt x="30" y="350"/>
                    <a:pt x="30" y="350"/>
                    <a:pt x="30" y="350"/>
                  </a:cubicBezTo>
                  <a:cubicBezTo>
                    <a:pt x="30" y="351"/>
                    <a:pt x="30" y="352"/>
                    <a:pt x="30" y="353"/>
                  </a:cubicBezTo>
                  <a:cubicBezTo>
                    <a:pt x="19" y="374"/>
                    <a:pt x="16" y="390"/>
                    <a:pt x="18" y="404"/>
                  </a:cubicBezTo>
                  <a:cubicBezTo>
                    <a:pt x="18" y="404"/>
                    <a:pt x="19" y="405"/>
                    <a:pt x="19" y="406"/>
                  </a:cubicBezTo>
                  <a:cubicBezTo>
                    <a:pt x="10" y="423"/>
                    <a:pt x="5" y="451"/>
                    <a:pt x="2" y="491"/>
                  </a:cubicBezTo>
                  <a:cubicBezTo>
                    <a:pt x="0" y="524"/>
                    <a:pt x="22" y="589"/>
                    <a:pt x="57" y="595"/>
                  </a:cubicBezTo>
                  <a:cubicBezTo>
                    <a:pt x="59" y="596"/>
                    <a:pt x="60" y="596"/>
                    <a:pt x="62" y="597"/>
                  </a:cubicBezTo>
                  <a:cubicBezTo>
                    <a:pt x="69" y="599"/>
                    <a:pt x="78" y="600"/>
                    <a:pt x="89" y="600"/>
                  </a:cubicBezTo>
                  <a:cubicBezTo>
                    <a:pt x="113" y="600"/>
                    <a:pt x="140" y="595"/>
                    <a:pt x="162" y="590"/>
                  </a:cubicBezTo>
                  <a:cubicBezTo>
                    <a:pt x="206" y="580"/>
                    <a:pt x="210" y="540"/>
                    <a:pt x="212" y="518"/>
                  </a:cubicBezTo>
                  <a:cubicBezTo>
                    <a:pt x="212" y="516"/>
                    <a:pt x="212" y="515"/>
                    <a:pt x="213" y="513"/>
                  </a:cubicBezTo>
                  <a:cubicBezTo>
                    <a:pt x="213" y="509"/>
                    <a:pt x="214" y="506"/>
                    <a:pt x="214" y="502"/>
                  </a:cubicBezTo>
                  <a:cubicBezTo>
                    <a:pt x="216" y="493"/>
                    <a:pt x="217" y="483"/>
                    <a:pt x="217" y="469"/>
                  </a:cubicBezTo>
                  <a:cubicBezTo>
                    <a:pt x="217" y="465"/>
                    <a:pt x="216" y="462"/>
                    <a:pt x="213" y="459"/>
                  </a:cubicBezTo>
                  <a:cubicBezTo>
                    <a:pt x="219" y="442"/>
                    <a:pt x="221" y="426"/>
                    <a:pt x="218" y="411"/>
                  </a:cubicBezTo>
                  <a:cubicBezTo>
                    <a:pt x="218" y="411"/>
                    <a:pt x="218" y="411"/>
                    <a:pt x="218" y="410"/>
                  </a:cubicBezTo>
                  <a:cubicBezTo>
                    <a:pt x="222" y="407"/>
                    <a:pt x="223" y="403"/>
                    <a:pt x="224" y="400"/>
                  </a:cubicBezTo>
                  <a:cubicBezTo>
                    <a:pt x="226" y="388"/>
                    <a:pt x="231" y="352"/>
                    <a:pt x="231" y="326"/>
                  </a:cubicBezTo>
                  <a:cubicBezTo>
                    <a:pt x="232" y="325"/>
                    <a:pt x="232" y="325"/>
                    <a:pt x="232" y="325"/>
                  </a:cubicBezTo>
                  <a:cubicBezTo>
                    <a:pt x="247" y="313"/>
                    <a:pt x="257" y="304"/>
                    <a:pt x="263" y="299"/>
                  </a:cubicBezTo>
                  <a:cubicBezTo>
                    <a:pt x="264" y="298"/>
                    <a:pt x="266" y="297"/>
                    <a:pt x="267" y="296"/>
                  </a:cubicBezTo>
                  <a:cubicBezTo>
                    <a:pt x="271" y="294"/>
                    <a:pt x="275" y="291"/>
                    <a:pt x="278" y="288"/>
                  </a:cubicBezTo>
                  <a:cubicBezTo>
                    <a:pt x="278" y="288"/>
                    <a:pt x="278" y="288"/>
                    <a:pt x="278" y="288"/>
                  </a:cubicBezTo>
                  <a:cubicBezTo>
                    <a:pt x="279" y="288"/>
                    <a:pt x="279" y="288"/>
                    <a:pt x="279" y="288"/>
                  </a:cubicBezTo>
                  <a:cubicBezTo>
                    <a:pt x="282" y="291"/>
                    <a:pt x="286" y="294"/>
                    <a:pt x="290" y="296"/>
                  </a:cubicBezTo>
                  <a:cubicBezTo>
                    <a:pt x="291" y="297"/>
                    <a:pt x="293" y="298"/>
                    <a:pt x="294" y="299"/>
                  </a:cubicBezTo>
                  <a:cubicBezTo>
                    <a:pt x="299" y="303"/>
                    <a:pt x="305" y="309"/>
                    <a:pt x="311" y="316"/>
                  </a:cubicBezTo>
                  <a:cubicBezTo>
                    <a:pt x="312" y="317"/>
                    <a:pt x="313" y="317"/>
                    <a:pt x="313" y="318"/>
                  </a:cubicBezTo>
                  <a:cubicBezTo>
                    <a:pt x="313" y="321"/>
                    <a:pt x="313" y="323"/>
                    <a:pt x="313" y="326"/>
                  </a:cubicBezTo>
                  <a:cubicBezTo>
                    <a:pt x="313" y="335"/>
                    <a:pt x="313" y="342"/>
                    <a:pt x="313" y="348"/>
                  </a:cubicBezTo>
                  <a:cubicBezTo>
                    <a:pt x="313" y="354"/>
                    <a:pt x="312" y="370"/>
                    <a:pt x="316" y="389"/>
                  </a:cubicBezTo>
                  <a:cubicBezTo>
                    <a:pt x="314" y="391"/>
                    <a:pt x="314" y="394"/>
                    <a:pt x="314" y="396"/>
                  </a:cubicBezTo>
                  <a:cubicBezTo>
                    <a:pt x="317" y="452"/>
                    <a:pt x="321" y="494"/>
                    <a:pt x="332" y="519"/>
                  </a:cubicBezTo>
                  <a:cubicBezTo>
                    <a:pt x="335" y="527"/>
                    <a:pt x="337" y="533"/>
                    <a:pt x="339" y="540"/>
                  </a:cubicBezTo>
                  <a:cubicBezTo>
                    <a:pt x="345" y="563"/>
                    <a:pt x="351" y="578"/>
                    <a:pt x="393" y="589"/>
                  </a:cubicBezTo>
                  <a:cubicBezTo>
                    <a:pt x="425" y="597"/>
                    <a:pt x="455" y="602"/>
                    <a:pt x="475" y="602"/>
                  </a:cubicBezTo>
                  <a:cubicBezTo>
                    <a:pt x="475" y="602"/>
                    <a:pt x="475" y="602"/>
                    <a:pt x="475" y="602"/>
                  </a:cubicBezTo>
                  <a:cubicBezTo>
                    <a:pt x="481" y="602"/>
                    <a:pt x="486" y="601"/>
                    <a:pt x="490" y="601"/>
                  </a:cubicBezTo>
                  <a:cubicBezTo>
                    <a:pt x="492" y="600"/>
                    <a:pt x="494" y="599"/>
                    <a:pt x="495" y="598"/>
                  </a:cubicBezTo>
                  <a:cubicBezTo>
                    <a:pt x="497" y="599"/>
                    <a:pt x="499" y="599"/>
                    <a:pt x="502" y="599"/>
                  </a:cubicBezTo>
                  <a:cubicBezTo>
                    <a:pt x="502" y="599"/>
                    <a:pt x="502" y="599"/>
                    <a:pt x="502" y="599"/>
                  </a:cubicBezTo>
                  <a:cubicBezTo>
                    <a:pt x="527" y="599"/>
                    <a:pt x="543" y="556"/>
                    <a:pt x="545" y="527"/>
                  </a:cubicBezTo>
                  <a:cubicBezTo>
                    <a:pt x="545" y="526"/>
                    <a:pt x="545" y="526"/>
                    <a:pt x="545" y="526"/>
                  </a:cubicBezTo>
                  <a:cubicBezTo>
                    <a:pt x="548" y="494"/>
                    <a:pt x="549" y="473"/>
                    <a:pt x="530" y="4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9" name="Freeform 198"/>
            <p:cNvSpPr>
              <a:spLocks/>
            </p:cNvSpPr>
            <p:nvPr/>
          </p:nvSpPr>
          <p:spPr bwMode="auto">
            <a:xfrm>
              <a:off x="2982" y="823"/>
              <a:ext cx="208" cy="280"/>
            </a:xfrm>
            <a:custGeom>
              <a:avLst/>
              <a:gdLst>
                <a:gd name="T0" fmla="*/ 126 w 128"/>
                <a:gd name="T1" fmla="*/ 113 h 172"/>
                <a:gd name="T2" fmla="*/ 128 w 128"/>
                <a:gd name="T3" fmla="*/ 112 h 172"/>
                <a:gd name="T4" fmla="*/ 126 w 128"/>
                <a:gd name="T5" fmla="*/ 112 h 172"/>
                <a:gd name="T6" fmla="*/ 86 w 128"/>
                <a:gd name="T7" fmla="*/ 100 h 172"/>
                <a:gd name="T8" fmla="*/ 54 w 128"/>
                <a:gd name="T9" fmla="*/ 51 h 172"/>
                <a:gd name="T10" fmla="*/ 18 w 128"/>
                <a:gd name="T11" fmla="*/ 0 h 172"/>
                <a:gd name="T12" fmla="*/ 2 w 128"/>
                <a:gd name="T13" fmla="*/ 82 h 172"/>
                <a:gd name="T14" fmla="*/ 48 w 128"/>
                <a:gd name="T15" fmla="*/ 172 h 172"/>
                <a:gd name="T16" fmla="*/ 48 w 128"/>
                <a:gd name="T17" fmla="*/ 172 h 172"/>
                <a:gd name="T18" fmla="*/ 126 w 128"/>
                <a:gd name="T19" fmla="*/ 113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8" h="172">
                  <a:moveTo>
                    <a:pt x="126" y="113"/>
                  </a:moveTo>
                  <a:cubicBezTo>
                    <a:pt x="127" y="113"/>
                    <a:pt x="127" y="112"/>
                    <a:pt x="128" y="112"/>
                  </a:cubicBezTo>
                  <a:cubicBezTo>
                    <a:pt x="127" y="112"/>
                    <a:pt x="126" y="112"/>
                    <a:pt x="126" y="112"/>
                  </a:cubicBezTo>
                  <a:cubicBezTo>
                    <a:pt x="111" y="113"/>
                    <a:pt x="97" y="109"/>
                    <a:pt x="86" y="100"/>
                  </a:cubicBezTo>
                  <a:cubicBezTo>
                    <a:pt x="72" y="88"/>
                    <a:pt x="62" y="70"/>
                    <a:pt x="54" y="51"/>
                  </a:cubicBezTo>
                  <a:cubicBezTo>
                    <a:pt x="45" y="29"/>
                    <a:pt x="22" y="21"/>
                    <a:pt x="18" y="0"/>
                  </a:cubicBezTo>
                  <a:cubicBezTo>
                    <a:pt x="8" y="20"/>
                    <a:pt x="4" y="55"/>
                    <a:pt x="2" y="82"/>
                  </a:cubicBezTo>
                  <a:cubicBezTo>
                    <a:pt x="0" y="113"/>
                    <a:pt x="22" y="170"/>
                    <a:pt x="48" y="172"/>
                  </a:cubicBezTo>
                  <a:cubicBezTo>
                    <a:pt x="48" y="172"/>
                    <a:pt x="48" y="172"/>
                    <a:pt x="48" y="172"/>
                  </a:cubicBezTo>
                  <a:cubicBezTo>
                    <a:pt x="26" y="142"/>
                    <a:pt x="91" y="129"/>
                    <a:pt x="126" y="113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0" name="Freeform 199"/>
            <p:cNvSpPr>
              <a:spLocks/>
            </p:cNvSpPr>
            <p:nvPr/>
          </p:nvSpPr>
          <p:spPr bwMode="auto">
            <a:xfrm>
              <a:off x="3041" y="919"/>
              <a:ext cx="251" cy="200"/>
            </a:xfrm>
            <a:custGeom>
              <a:avLst/>
              <a:gdLst>
                <a:gd name="T0" fmla="*/ 96 w 155"/>
                <a:gd name="T1" fmla="*/ 55 h 123"/>
                <a:gd name="T2" fmla="*/ 94 w 155"/>
                <a:gd name="T3" fmla="*/ 57 h 123"/>
                <a:gd name="T4" fmla="*/ 16 w 155"/>
                <a:gd name="T5" fmla="*/ 115 h 123"/>
                <a:gd name="T6" fmla="*/ 110 w 155"/>
                <a:gd name="T7" fmla="*/ 108 h 123"/>
                <a:gd name="T8" fmla="*/ 151 w 155"/>
                <a:gd name="T9" fmla="*/ 43 h 123"/>
                <a:gd name="T10" fmla="*/ 155 w 155"/>
                <a:gd name="T11" fmla="*/ 0 h 123"/>
                <a:gd name="T12" fmla="*/ 136 w 155"/>
                <a:gd name="T13" fmla="*/ 34 h 123"/>
                <a:gd name="T14" fmla="*/ 96 w 155"/>
                <a:gd name="T15" fmla="*/ 55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5" h="123">
                  <a:moveTo>
                    <a:pt x="96" y="55"/>
                  </a:moveTo>
                  <a:cubicBezTo>
                    <a:pt x="96" y="56"/>
                    <a:pt x="95" y="56"/>
                    <a:pt x="94" y="57"/>
                  </a:cubicBezTo>
                  <a:cubicBezTo>
                    <a:pt x="61" y="77"/>
                    <a:pt x="0" y="85"/>
                    <a:pt x="16" y="115"/>
                  </a:cubicBezTo>
                  <a:cubicBezTo>
                    <a:pt x="41" y="123"/>
                    <a:pt x="81" y="115"/>
                    <a:pt x="110" y="108"/>
                  </a:cubicBezTo>
                  <a:cubicBezTo>
                    <a:pt x="148" y="99"/>
                    <a:pt x="148" y="64"/>
                    <a:pt x="151" y="43"/>
                  </a:cubicBezTo>
                  <a:cubicBezTo>
                    <a:pt x="152" y="30"/>
                    <a:pt x="155" y="20"/>
                    <a:pt x="155" y="0"/>
                  </a:cubicBezTo>
                  <a:cubicBezTo>
                    <a:pt x="149" y="16"/>
                    <a:pt x="140" y="28"/>
                    <a:pt x="136" y="34"/>
                  </a:cubicBezTo>
                  <a:cubicBezTo>
                    <a:pt x="129" y="44"/>
                    <a:pt x="109" y="54"/>
                    <a:pt x="96" y="55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1" name="Freeform 200"/>
            <p:cNvSpPr>
              <a:spLocks/>
            </p:cNvSpPr>
            <p:nvPr/>
          </p:nvSpPr>
          <p:spPr bwMode="auto">
            <a:xfrm>
              <a:off x="3008" y="737"/>
              <a:ext cx="291" cy="255"/>
            </a:xfrm>
            <a:custGeom>
              <a:avLst/>
              <a:gdLst>
                <a:gd name="T0" fmla="*/ 122 w 179"/>
                <a:gd name="T1" fmla="*/ 65 h 157"/>
                <a:gd name="T2" fmla="*/ 41 w 179"/>
                <a:gd name="T3" fmla="*/ 25 h 157"/>
                <a:gd name="T4" fmla="*/ 13 w 179"/>
                <a:gd name="T5" fmla="*/ 0 h 157"/>
                <a:gd name="T6" fmla="*/ 2 w 179"/>
                <a:gd name="T7" fmla="*/ 44 h 157"/>
                <a:gd name="T8" fmla="*/ 2 w 179"/>
                <a:gd name="T9" fmla="*/ 44 h 157"/>
                <a:gd name="T10" fmla="*/ 42 w 179"/>
                <a:gd name="T11" fmla="*/ 92 h 157"/>
                <a:gd name="T12" fmla="*/ 72 w 179"/>
                <a:gd name="T13" fmla="*/ 142 h 157"/>
                <a:gd name="T14" fmla="*/ 110 w 179"/>
                <a:gd name="T15" fmla="*/ 156 h 157"/>
                <a:gd name="T16" fmla="*/ 112 w 179"/>
                <a:gd name="T17" fmla="*/ 156 h 157"/>
                <a:gd name="T18" fmla="*/ 152 w 179"/>
                <a:gd name="T19" fmla="*/ 135 h 157"/>
                <a:gd name="T20" fmla="*/ 171 w 179"/>
                <a:gd name="T21" fmla="*/ 100 h 157"/>
                <a:gd name="T22" fmla="*/ 171 w 179"/>
                <a:gd name="T23" fmla="*/ 100 h 157"/>
                <a:gd name="T24" fmla="*/ 176 w 179"/>
                <a:gd name="T25" fmla="*/ 56 h 157"/>
                <a:gd name="T26" fmla="*/ 122 w 179"/>
                <a:gd name="T27" fmla="*/ 65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9" h="157">
                  <a:moveTo>
                    <a:pt x="122" y="65"/>
                  </a:moveTo>
                  <a:cubicBezTo>
                    <a:pt x="87" y="68"/>
                    <a:pt x="62" y="34"/>
                    <a:pt x="41" y="25"/>
                  </a:cubicBezTo>
                  <a:cubicBezTo>
                    <a:pt x="25" y="19"/>
                    <a:pt x="16" y="14"/>
                    <a:pt x="13" y="0"/>
                  </a:cubicBezTo>
                  <a:cubicBezTo>
                    <a:pt x="3" y="21"/>
                    <a:pt x="0" y="3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6" y="65"/>
                    <a:pt x="33" y="70"/>
                    <a:pt x="42" y="92"/>
                  </a:cubicBezTo>
                  <a:cubicBezTo>
                    <a:pt x="50" y="111"/>
                    <a:pt x="58" y="130"/>
                    <a:pt x="72" y="142"/>
                  </a:cubicBezTo>
                  <a:cubicBezTo>
                    <a:pt x="83" y="151"/>
                    <a:pt x="95" y="157"/>
                    <a:pt x="110" y="156"/>
                  </a:cubicBezTo>
                  <a:cubicBezTo>
                    <a:pt x="110" y="156"/>
                    <a:pt x="111" y="156"/>
                    <a:pt x="112" y="156"/>
                  </a:cubicBezTo>
                  <a:cubicBezTo>
                    <a:pt x="124" y="155"/>
                    <a:pt x="145" y="145"/>
                    <a:pt x="152" y="135"/>
                  </a:cubicBezTo>
                  <a:cubicBezTo>
                    <a:pt x="156" y="129"/>
                    <a:pt x="165" y="116"/>
                    <a:pt x="171" y="100"/>
                  </a:cubicBezTo>
                  <a:cubicBezTo>
                    <a:pt x="171" y="100"/>
                    <a:pt x="171" y="100"/>
                    <a:pt x="171" y="100"/>
                  </a:cubicBezTo>
                  <a:cubicBezTo>
                    <a:pt x="176" y="87"/>
                    <a:pt x="179" y="72"/>
                    <a:pt x="176" y="56"/>
                  </a:cubicBezTo>
                  <a:cubicBezTo>
                    <a:pt x="165" y="63"/>
                    <a:pt x="139" y="63"/>
                    <a:pt x="122" y="65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2" name="Freeform 201"/>
            <p:cNvSpPr>
              <a:spLocks/>
            </p:cNvSpPr>
            <p:nvPr/>
          </p:nvSpPr>
          <p:spPr bwMode="auto">
            <a:xfrm>
              <a:off x="3028" y="388"/>
              <a:ext cx="318" cy="445"/>
            </a:xfrm>
            <a:custGeom>
              <a:avLst/>
              <a:gdLst>
                <a:gd name="T0" fmla="*/ 178 w 196"/>
                <a:gd name="T1" fmla="*/ 42 h 274"/>
                <a:gd name="T2" fmla="*/ 95 w 196"/>
                <a:gd name="T3" fmla="*/ 46 h 274"/>
                <a:gd name="T4" fmla="*/ 2 w 196"/>
                <a:gd name="T5" fmla="*/ 185 h 274"/>
                <a:gd name="T6" fmla="*/ 1 w 196"/>
                <a:gd name="T7" fmla="*/ 206 h 274"/>
                <a:gd name="T8" fmla="*/ 1 w 196"/>
                <a:gd name="T9" fmla="*/ 206 h 274"/>
                <a:gd name="T10" fmla="*/ 29 w 196"/>
                <a:gd name="T11" fmla="*/ 230 h 274"/>
                <a:gd name="T12" fmla="*/ 110 w 196"/>
                <a:gd name="T13" fmla="*/ 270 h 274"/>
                <a:gd name="T14" fmla="*/ 164 w 196"/>
                <a:gd name="T15" fmla="*/ 262 h 274"/>
                <a:gd name="T16" fmla="*/ 164 w 196"/>
                <a:gd name="T17" fmla="*/ 262 h 274"/>
                <a:gd name="T18" fmla="*/ 170 w 196"/>
                <a:gd name="T19" fmla="*/ 256 h 274"/>
                <a:gd name="T20" fmla="*/ 177 w 196"/>
                <a:gd name="T21" fmla="*/ 174 h 274"/>
                <a:gd name="T22" fmla="*/ 193 w 196"/>
                <a:gd name="T23" fmla="*/ 117 h 274"/>
                <a:gd name="T24" fmla="*/ 178 w 196"/>
                <a:gd name="T25" fmla="*/ 42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" h="274">
                  <a:moveTo>
                    <a:pt x="178" y="42"/>
                  </a:moveTo>
                  <a:cubicBezTo>
                    <a:pt x="160" y="22"/>
                    <a:pt x="143" y="0"/>
                    <a:pt x="95" y="46"/>
                  </a:cubicBezTo>
                  <a:cubicBezTo>
                    <a:pt x="47" y="91"/>
                    <a:pt x="5" y="154"/>
                    <a:pt x="2" y="185"/>
                  </a:cubicBezTo>
                  <a:cubicBezTo>
                    <a:pt x="0" y="194"/>
                    <a:pt x="0" y="200"/>
                    <a:pt x="1" y="206"/>
                  </a:cubicBezTo>
                  <a:cubicBezTo>
                    <a:pt x="1" y="206"/>
                    <a:pt x="1" y="206"/>
                    <a:pt x="1" y="206"/>
                  </a:cubicBezTo>
                  <a:cubicBezTo>
                    <a:pt x="4" y="219"/>
                    <a:pt x="13" y="224"/>
                    <a:pt x="29" y="230"/>
                  </a:cubicBezTo>
                  <a:cubicBezTo>
                    <a:pt x="50" y="239"/>
                    <a:pt x="75" y="274"/>
                    <a:pt x="110" y="270"/>
                  </a:cubicBezTo>
                  <a:cubicBezTo>
                    <a:pt x="127" y="269"/>
                    <a:pt x="153" y="268"/>
                    <a:pt x="164" y="262"/>
                  </a:cubicBezTo>
                  <a:cubicBezTo>
                    <a:pt x="164" y="262"/>
                    <a:pt x="164" y="262"/>
                    <a:pt x="164" y="262"/>
                  </a:cubicBezTo>
                  <a:cubicBezTo>
                    <a:pt x="167" y="260"/>
                    <a:pt x="169" y="258"/>
                    <a:pt x="170" y="256"/>
                  </a:cubicBezTo>
                  <a:cubicBezTo>
                    <a:pt x="172" y="244"/>
                    <a:pt x="179" y="198"/>
                    <a:pt x="177" y="174"/>
                  </a:cubicBezTo>
                  <a:cubicBezTo>
                    <a:pt x="174" y="150"/>
                    <a:pt x="189" y="152"/>
                    <a:pt x="193" y="117"/>
                  </a:cubicBezTo>
                  <a:cubicBezTo>
                    <a:pt x="196" y="82"/>
                    <a:pt x="195" y="61"/>
                    <a:pt x="178" y="42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3" name="Freeform 202"/>
            <p:cNvSpPr>
              <a:spLocks/>
            </p:cNvSpPr>
            <p:nvPr/>
          </p:nvSpPr>
          <p:spPr bwMode="auto">
            <a:xfrm>
              <a:off x="3492" y="801"/>
              <a:ext cx="281" cy="316"/>
            </a:xfrm>
            <a:custGeom>
              <a:avLst/>
              <a:gdLst>
                <a:gd name="T0" fmla="*/ 142 w 173"/>
                <a:gd name="T1" fmla="*/ 171 h 195"/>
                <a:gd name="T2" fmla="*/ 142 w 173"/>
                <a:gd name="T3" fmla="*/ 171 h 195"/>
                <a:gd name="T4" fmla="*/ 88 w 173"/>
                <a:gd name="T5" fmla="*/ 139 h 195"/>
                <a:gd name="T6" fmla="*/ 75 w 173"/>
                <a:gd name="T7" fmla="*/ 90 h 195"/>
                <a:gd name="T8" fmla="*/ 31 w 173"/>
                <a:gd name="T9" fmla="*/ 60 h 195"/>
                <a:gd name="T10" fmla="*/ 1 w 173"/>
                <a:gd name="T11" fmla="*/ 3 h 195"/>
                <a:gd name="T12" fmla="*/ 0 w 173"/>
                <a:gd name="T13" fmla="*/ 0 h 195"/>
                <a:gd name="T14" fmla="*/ 17 w 173"/>
                <a:gd name="T15" fmla="*/ 118 h 195"/>
                <a:gd name="T16" fmla="*/ 69 w 173"/>
                <a:gd name="T17" fmla="*/ 180 h 195"/>
                <a:gd name="T18" fmla="*/ 161 w 173"/>
                <a:gd name="T19" fmla="*/ 192 h 195"/>
                <a:gd name="T20" fmla="*/ 142 w 173"/>
                <a:gd name="T21" fmla="*/ 171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195">
                  <a:moveTo>
                    <a:pt x="142" y="171"/>
                  </a:moveTo>
                  <a:cubicBezTo>
                    <a:pt x="142" y="171"/>
                    <a:pt x="142" y="171"/>
                    <a:pt x="142" y="171"/>
                  </a:cubicBezTo>
                  <a:cubicBezTo>
                    <a:pt x="126" y="180"/>
                    <a:pt x="90" y="168"/>
                    <a:pt x="88" y="139"/>
                  </a:cubicBezTo>
                  <a:cubicBezTo>
                    <a:pt x="86" y="121"/>
                    <a:pt x="86" y="116"/>
                    <a:pt x="75" y="90"/>
                  </a:cubicBezTo>
                  <a:cubicBezTo>
                    <a:pt x="47" y="80"/>
                    <a:pt x="45" y="71"/>
                    <a:pt x="31" y="60"/>
                  </a:cubicBezTo>
                  <a:cubicBezTo>
                    <a:pt x="13" y="46"/>
                    <a:pt x="5" y="23"/>
                    <a:pt x="1" y="3"/>
                  </a:cubicBezTo>
                  <a:cubicBezTo>
                    <a:pt x="0" y="2"/>
                    <a:pt x="0" y="1"/>
                    <a:pt x="0" y="0"/>
                  </a:cubicBezTo>
                  <a:cubicBezTo>
                    <a:pt x="3" y="51"/>
                    <a:pt x="6" y="94"/>
                    <a:pt x="17" y="118"/>
                  </a:cubicBezTo>
                  <a:cubicBezTo>
                    <a:pt x="31" y="152"/>
                    <a:pt x="20" y="167"/>
                    <a:pt x="69" y="180"/>
                  </a:cubicBezTo>
                  <a:cubicBezTo>
                    <a:pt x="105" y="189"/>
                    <a:pt x="142" y="195"/>
                    <a:pt x="161" y="192"/>
                  </a:cubicBezTo>
                  <a:cubicBezTo>
                    <a:pt x="173" y="169"/>
                    <a:pt x="158" y="171"/>
                    <a:pt x="142" y="171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4" name="Freeform 203"/>
            <p:cNvSpPr>
              <a:spLocks/>
            </p:cNvSpPr>
            <p:nvPr/>
          </p:nvSpPr>
          <p:spPr bwMode="auto">
            <a:xfrm>
              <a:off x="3739" y="819"/>
              <a:ext cx="97" cy="307"/>
            </a:xfrm>
            <a:custGeom>
              <a:avLst/>
              <a:gdLst>
                <a:gd name="T0" fmla="*/ 41 w 60"/>
                <a:gd name="T1" fmla="*/ 0 h 189"/>
                <a:gd name="T2" fmla="*/ 23 w 60"/>
                <a:gd name="T3" fmla="*/ 109 h 189"/>
                <a:gd name="T4" fmla="*/ 0 w 60"/>
                <a:gd name="T5" fmla="*/ 153 h 189"/>
                <a:gd name="T6" fmla="*/ 16 w 60"/>
                <a:gd name="T7" fmla="*/ 176 h 189"/>
                <a:gd name="T8" fmla="*/ 53 w 60"/>
                <a:gd name="T9" fmla="*/ 119 h 189"/>
                <a:gd name="T10" fmla="*/ 41 w 60"/>
                <a:gd name="T11" fmla="*/ 0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189">
                  <a:moveTo>
                    <a:pt x="41" y="0"/>
                  </a:moveTo>
                  <a:cubicBezTo>
                    <a:pt x="41" y="34"/>
                    <a:pt x="34" y="75"/>
                    <a:pt x="23" y="109"/>
                  </a:cubicBezTo>
                  <a:cubicBezTo>
                    <a:pt x="17" y="130"/>
                    <a:pt x="10" y="147"/>
                    <a:pt x="0" y="153"/>
                  </a:cubicBezTo>
                  <a:cubicBezTo>
                    <a:pt x="16" y="153"/>
                    <a:pt x="29" y="154"/>
                    <a:pt x="16" y="176"/>
                  </a:cubicBezTo>
                  <a:cubicBezTo>
                    <a:pt x="31" y="189"/>
                    <a:pt x="50" y="154"/>
                    <a:pt x="53" y="119"/>
                  </a:cubicBezTo>
                  <a:cubicBezTo>
                    <a:pt x="55" y="88"/>
                    <a:pt x="60" y="72"/>
                    <a:pt x="41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5" name="Freeform 204"/>
            <p:cNvSpPr>
              <a:spLocks/>
            </p:cNvSpPr>
            <p:nvPr/>
          </p:nvSpPr>
          <p:spPr bwMode="auto">
            <a:xfrm>
              <a:off x="3484" y="427"/>
              <a:ext cx="310" cy="653"/>
            </a:xfrm>
            <a:custGeom>
              <a:avLst/>
              <a:gdLst>
                <a:gd name="T0" fmla="*/ 8 w 191"/>
                <a:gd name="T1" fmla="*/ 225 h 402"/>
                <a:gd name="T2" fmla="*/ 8 w 191"/>
                <a:gd name="T3" fmla="*/ 228 h 402"/>
                <a:gd name="T4" fmla="*/ 42 w 191"/>
                <a:gd name="T5" fmla="*/ 283 h 402"/>
                <a:gd name="T6" fmla="*/ 86 w 191"/>
                <a:gd name="T7" fmla="*/ 311 h 402"/>
                <a:gd name="T8" fmla="*/ 99 w 191"/>
                <a:gd name="T9" fmla="*/ 360 h 402"/>
                <a:gd name="T10" fmla="*/ 148 w 191"/>
                <a:gd name="T11" fmla="*/ 393 h 402"/>
                <a:gd name="T12" fmla="*/ 148 w 191"/>
                <a:gd name="T13" fmla="*/ 393 h 402"/>
                <a:gd name="T14" fmla="*/ 173 w 191"/>
                <a:gd name="T15" fmla="*/ 350 h 402"/>
                <a:gd name="T16" fmla="*/ 191 w 191"/>
                <a:gd name="T17" fmla="*/ 237 h 402"/>
                <a:gd name="T18" fmla="*/ 191 w 191"/>
                <a:gd name="T19" fmla="*/ 237 h 402"/>
                <a:gd name="T20" fmla="*/ 191 w 191"/>
                <a:gd name="T21" fmla="*/ 225 h 402"/>
                <a:gd name="T22" fmla="*/ 171 w 191"/>
                <a:gd name="T23" fmla="*/ 141 h 402"/>
                <a:gd name="T24" fmla="*/ 128 w 191"/>
                <a:gd name="T25" fmla="*/ 56 h 402"/>
                <a:gd name="T26" fmla="*/ 46 w 191"/>
                <a:gd name="T27" fmla="*/ 5 h 402"/>
                <a:gd name="T28" fmla="*/ 8 w 191"/>
                <a:gd name="T29" fmla="*/ 59 h 402"/>
                <a:gd name="T30" fmla="*/ 5 w 191"/>
                <a:gd name="T31" fmla="*/ 121 h 402"/>
                <a:gd name="T32" fmla="*/ 4 w 191"/>
                <a:gd name="T33" fmla="*/ 182 h 402"/>
                <a:gd name="T34" fmla="*/ 8 w 191"/>
                <a:gd name="T35" fmla="*/ 225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1" h="402">
                  <a:moveTo>
                    <a:pt x="8" y="225"/>
                  </a:moveTo>
                  <a:cubicBezTo>
                    <a:pt x="8" y="226"/>
                    <a:pt x="8" y="227"/>
                    <a:pt x="8" y="228"/>
                  </a:cubicBezTo>
                  <a:cubicBezTo>
                    <a:pt x="13" y="248"/>
                    <a:pt x="23" y="269"/>
                    <a:pt x="42" y="283"/>
                  </a:cubicBezTo>
                  <a:cubicBezTo>
                    <a:pt x="56" y="294"/>
                    <a:pt x="59" y="301"/>
                    <a:pt x="86" y="311"/>
                  </a:cubicBezTo>
                  <a:cubicBezTo>
                    <a:pt x="97" y="337"/>
                    <a:pt x="97" y="343"/>
                    <a:pt x="99" y="360"/>
                  </a:cubicBezTo>
                  <a:cubicBezTo>
                    <a:pt x="101" y="390"/>
                    <a:pt x="132" y="402"/>
                    <a:pt x="148" y="393"/>
                  </a:cubicBezTo>
                  <a:cubicBezTo>
                    <a:pt x="148" y="393"/>
                    <a:pt x="148" y="393"/>
                    <a:pt x="148" y="393"/>
                  </a:cubicBezTo>
                  <a:cubicBezTo>
                    <a:pt x="158" y="387"/>
                    <a:pt x="166" y="371"/>
                    <a:pt x="173" y="350"/>
                  </a:cubicBezTo>
                  <a:cubicBezTo>
                    <a:pt x="184" y="316"/>
                    <a:pt x="190" y="271"/>
                    <a:pt x="191" y="237"/>
                  </a:cubicBezTo>
                  <a:cubicBezTo>
                    <a:pt x="191" y="237"/>
                    <a:pt x="191" y="237"/>
                    <a:pt x="191" y="237"/>
                  </a:cubicBezTo>
                  <a:cubicBezTo>
                    <a:pt x="191" y="233"/>
                    <a:pt x="191" y="229"/>
                    <a:pt x="191" y="225"/>
                  </a:cubicBezTo>
                  <a:cubicBezTo>
                    <a:pt x="189" y="191"/>
                    <a:pt x="185" y="166"/>
                    <a:pt x="171" y="141"/>
                  </a:cubicBezTo>
                  <a:cubicBezTo>
                    <a:pt x="169" y="126"/>
                    <a:pt x="159" y="86"/>
                    <a:pt x="128" y="56"/>
                  </a:cubicBezTo>
                  <a:cubicBezTo>
                    <a:pt x="88" y="18"/>
                    <a:pt x="72" y="0"/>
                    <a:pt x="46" y="5"/>
                  </a:cubicBezTo>
                  <a:cubicBezTo>
                    <a:pt x="20" y="10"/>
                    <a:pt x="18" y="34"/>
                    <a:pt x="8" y="59"/>
                  </a:cubicBezTo>
                  <a:cubicBezTo>
                    <a:pt x="2" y="75"/>
                    <a:pt x="0" y="99"/>
                    <a:pt x="5" y="121"/>
                  </a:cubicBezTo>
                  <a:cubicBezTo>
                    <a:pt x="4" y="144"/>
                    <a:pt x="5" y="168"/>
                    <a:pt x="4" y="182"/>
                  </a:cubicBezTo>
                  <a:cubicBezTo>
                    <a:pt x="4" y="191"/>
                    <a:pt x="4" y="207"/>
                    <a:pt x="8" y="225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6" name="Freeform 205"/>
            <p:cNvSpPr>
              <a:spLocks/>
            </p:cNvSpPr>
            <p:nvPr/>
          </p:nvSpPr>
          <p:spPr bwMode="auto">
            <a:xfrm>
              <a:off x="3322" y="178"/>
              <a:ext cx="162" cy="491"/>
            </a:xfrm>
            <a:custGeom>
              <a:avLst/>
              <a:gdLst>
                <a:gd name="T0" fmla="*/ 97 w 100"/>
                <a:gd name="T1" fmla="*/ 233 h 302"/>
                <a:gd name="T2" fmla="*/ 94 w 100"/>
                <a:gd name="T3" fmla="*/ 221 h 302"/>
                <a:gd name="T4" fmla="*/ 90 w 100"/>
                <a:gd name="T5" fmla="*/ 200 h 302"/>
                <a:gd name="T6" fmla="*/ 90 w 100"/>
                <a:gd name="T7" fmla="*/ 200 h 302"/>
                <a:gd name="T8" fmla="*/ 89 w 100"/>
                <a:gd name="T9" fmla="*/ 197 h 302"/>
                <a:gd name="T10" fmla="*/ 90 w 100"/>
                <a:gd name="T11" fmla="*/ 197 h 302"/>
                <a:gd name="T12" fmla="*/ 87 w 100"/>
                <a:gd name="T13" fmla="*/ 173 h 302"/>
                <a:gd name="T14" fmla="*/ 86 w 100"/>
                <a:gd name="T15" fmla="*/ 167 h 302"/>
                <a:gd name="T16" fmla="*/ 85 w 100"/>
                <a:gd name="T17" fmla="*/ 145 h 302"/>
                <a:gd name="T18" fmla="*/ 85 w 100"/>
                <a:gd name="T19" fmla="*/ 140 h 302"/>
                <a:gd name="T20" fmla="*/ 86 w 100"/>
                <a:gd name="T21" fmla="*/ 139 h 302"/>
                <a:gd name="T22" fmla="*/ 85 w 100"/>
                <a:gd name="T23" fmla="*/ 116 h 302"/>
                <a:gd name="T24" fmla="*/ 85 w 100"/>
                <a:gd name="T25" fmla="*/ 114 h 302"/>
                <a:gd name="T26" fmla="*/ 85 w 100"/>
                <a:gd name="T27" fmla="*/ 91 h 302"/>
                <a:gd name="T28" fmla="*/ 85 w 100"/>
                <a:gd name="T29" fmla="*/ 82 h 302"/>
                <a:gd name="T30" fmla="*/ 86 w 100"/>
                <a:gd name="T31" fmla="*/ 61 h 302"/>
                <a:gd name="T32" fmla="*/ 86 w 100"/>
                <a:gd name="T33" fmla="*/ 57 h 302"/>
                <a:gd name="T34" fmla="*/ 87 w 100"/>
                <a:gd name="T35" fmla="*/ 33 h 302"/>
                <a:gd name="T36" fmla="*/ 87 w 100"/>
                <a:gd name="T37" fmla="*/ 27 h 302"/>
                <a:gd name="T38" fmla="*/ 89 w 100"/>
                <a:gd name="T39" fmla="*/ 4 h 302"/>
                <a:gd name="T40" fmla="*/ 56 w 100"/>
                <a:gd name="T41" fmla="*/ 0 h 302"/>
                <a:gd name="T42" fmla="*/ 25 w 100"/>
                <a:gd name="T43" fmla="*/ 6 h 302"/>
                <a:gd name="T44" fmla="*/ 27 w 100"/>
                <a:gd name="T45" fmla="*/ 28 h 302"/>
                <a:gd name="T46" fmla="*/ 27 w 100"/>
                <a:gd name="T47" fmla="*/ 34 h 302"/>
                <a:gd name="T48" fmla="*/ 26 w 100"/>
                <a:gd name="T49" fmla="*/ 34 h 302"/>
                <a:gd name="T50" fmla="*/ 28 w 100"/>
                <a:gd name="T51" fmla="*/ 54 h 302"/>
                <a:gd name="T52" fmla="*/ 28 w 100"/>
                <a:gd name="T53" fmla="*/ 61 h 302"/>
                <a:gd name="T54" fmla="*/ 28 w 100"/>
                <a:gd name="T55" fmla="*/ 83 h 302"/>
                <a:gd name="T56" fmla="*/ 28 w 100"/>
                <a:gd name="T57" fmla="*/ 83 h 302"/>
                <a:gd name="T58" fmla="*/ 28 w 100"/>
                <a:gd name="T59" fmla="*/ 88 h 302"/>
                <a:gd name="T60" fmla="*/ 28 w 100"/>
                <a:gd name="T61" fmla="*/ 111 h 302"/>
                <a:gd name="T62" fmla="*/ 29 w 100"/>
                <a:gd name="T63" fmla="*/ 111 h 302"/>
                <a:gd name="T64" fmla="*/ 29 w 100"/>
                <a:gd name="T65" fmla="*/ 116 h 302"/>
                <a:gd name="T66" fmla="*/ 28 w 100"/>
                <a:gd name="T67" fmla="*/ 139 h 302"/>
                <a:gd name="T68" fmla="*/ 28 w 100"/>
                <a:gd name="T69" fmla="*/ 139 h 302"/>
                <a:gd name="T70" fmla="*/ 28 w 100"/>
                <a:gd name="T71" fmla="*/ 145 h 302"/>
                <a:gd name="T72" fmla="*/ 27 w 100"/>
                <a:gd name="T73" fmla="*/ 166 h 302"/>
                <a:gd name="T74" fmla="*/ 26 w 100"/>
                <a:gd name="T75" fmla="*/ 171 h 302"/>
                <a:gd name="T76" fmla="*/ 26 w 100"/>
                <a:gd name="T77" fmla="*/ 171 h 302"/>
                <a:gd name="T78" fmla="*/ 24 w 100"/>
                <a:gd name="T79" fmla="*/ 195 h 302"/>
                <a:gd name="T80" fmla="*/ 23 w 100"/>
                <a:gd name="T81" fmla="*/ 203 h 302"/>
                <a:gd name="T82" fmla="*/ 19 w 100"/>
                <a:gd name="T83" fmla="*/ 209 h 302"/>
                <a:gd name="T84" fmla="*/ 20 w 100"/>
                <a:gd name="T85" fmla="*/ 216 h 302"/>
                <a:gd name="T86" fmla="*/ 20 w 100"/>
                <a:gd name="T87" fmla="*/ 217 h 302"/>
                <a:gd name="T88" fmla="*/ 20 w 100"/>
                <a:gd name="T89" fmla="*/ 218 h 302"/>
                <a:gd name="T90" fmla="*/ 18 w 100"/>
                <a:gd name="T91" fmla="*/ 246 h 302"/>
                <a:gd name="T92" fmla="*/ 2 w 100"/>
                <a:gd name="T93" fmla="*/ 302 h 302"/>
                <a:gd name="T94" fmla="*/ 32 w 100"/>
                <a:gd name="T95" fmla="*/ 276 h 302"/>
                <a:gd name="T96" fmla="*/ 32 w 100"/>
                <a:gd name="T97" fmla="*/ 276 h 302"/>
                <a:gd name="T98" fmla="*/ 48 w 100"/>
                <a:gd name="T99" fmla="*/ 264 h 302"/>
                <a:gd name="T100" fmla="*/ 56 w 100"/>
                <a:gd name="T101" fmla="*/ 262 h 302"/>
                <a:gd name="T102" fmla="*/ 65 w 100"/>
                <a:gd name="T103" fmla="*/ 264 h 302"/>
                <a:gd name="T104" fmla="*/ 81 w 100"/>
                <a:gd name="T105" fmla="*/ 276 h 302"/>
                <a:gd name="T106" fmla="*/ 99 w 100"/>
                <a:gd name="T107" fmla="*/ 294 h 302"/>
                <a:gd name="T108" fmla="*/ 100 w 100"/>
                <a:gd name="T109" fmla="*/ 274 h 302"/>
                <a:gd name="T110" fmla="*/ 97 w 100"/>
                <a:gd name="T111" fmla="*/ 233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0" h="302">
                  <a:moveTo>
                    <a:pt x="97" y="233"/>
                  </a:moveTo>
                  <a:cubicBezTo>
                    <a:pt x="96" y="230"/>
                    <a:pt x="95" y="225"/>
                    <a:pt x="94" y="221"/>
                  </a:cubicBezTo>
                  <a:cubicBezTo>
                    <a:pt x="98" y="214"/>
                    <a:pt x="93" y="202"/>
                    <a:pt x="90" y="200"/>
                  </a:cubicBezTo>
                  <a:cubicBezTo>
                    <a:pt x="90" y="200"/>
                    <a:pt x="90" y="200"/>
                    <a:pt x="90" y="200"/>
                  </a:cubicBezTo>
                  <a:cubicBezTo>
                    <a:pt x="90" y="199"/>
                    <a:pt x="90" y="198"/>
                    <a:pt x="89" y="197"/>
                  </a:cubicBezTo>
                  <a:cubicBezTo>
                    <a:pt x="89" y="197"/>
                    <a:pt x="90" y="197"/>
                    <a:pt x="90" y="197"/>
                  </a:cubicBezTo>
                  <a:cubicBezTo>
                    <a:pt x="94" y="187"/>
                    <a:pt x="90" y="175"/>
                    <a:pt x="87" y="173"/>
                  </a:cubicBezTo>
                  <a:cubicBezTo>
                    <a:pt x="87" y="171"/>
                    <a:pt x="87" y="169"/>
                    <a:pt x="86" y="167"/>
                  </a:cubicBezTo>
                  <a:cubicBezTo>
                    <a:pt x="90" y="160"/>
                    <a:pt x="88" y="148"/>
                    <a:pt x="85" y="145"/>
                  </a:cubicBezTo>
                  <a:cubicBezTo>
                    <a:pt x="85" y="143"/>
                    <a:pt x="85" y="142"/>
                    <a:pt x="85" y="140"/>
                  </a:cubicBezTo>
                  <a:cubicBezTo>
                    <a:pt x="85" y="140"/>
                    <a:pt x="86" y="140"/>
                    <a:pt x="86" y="139"/>
                  </a:cubicBezTo>
                  <a:cubicBezTo>
                    <a:pt x="91" y="132"/>
                    <a:pt x="88" y="118"/>
                    <a:pt x="85" y="116"/>
                  </a:cubicBezTo>
                  <a:cubicBezTo>
                    <a:pt x="85" y="115"/>
                    <a:pt x="85" y="115"/>
                    <a:pt x="85" y="114"/>
                  </a:cubicBezTo>
                  <a:cubicBezTo>
                    <a:pt x="87" y="106"/>
                    <a:pt x="87" y="95"/>
                    <a:pt x="85" y="91"/>
                  </a:cubicBezTo>
                  <a:cubicBezTo>
                    <a:pt x="85" y="88"/>
                    <a:pt x="85" y="85"/>
                    <a:pt x="85" y="82"/>
                  </a:cubicBezTo>
                  <a:cubicBezTo>
                    <a:pt x="89" y="76"/>
                    <a:pt x="88" y="63"/>
                    <a:pt x="86" y="61"/>
                  </a:cubicBezTo>
                  <a:cubicBezTo>
                    <a:pt x="86" y="60"/>
                    <a:pt x="86" y="59"/>
                    <a:pt x="86" y="57"/>
                  </a:cubicBezTo>
                  <a:cubicBezTo>
                    <a:pt x="91" y="49"/>
                    <a:pt x="90" y="35"/>
                    <a:pt x="87" y="33"/>
                  </a:cubicBezTo>
                  <a:cubicBezTo>
                    <a:pt x="87" y="31"/>
                    <a:pt x="87" y="29"/>
                    <a:pt x="87" y="27"/>
                  </a:cubicBezTo>
                  <a:cubicBezTo>
                    <a:pt x="92" y="21"/>
                    <a:pt x="91" y="6"/>
                    <a:pt x="89" y="4"/>
                  </a:cubicBezTo>
                  <a:cubicBezTo>
                    <a:pt x="80" y="7"/>
                    <a:pt x="67" y="0"/>
                    <a:pt x="56" y="0"/>
                  </a:cubicBezTo>
                  <a:cubicBezTo>
                    <a:pt x="41" y="1"/>
                    <a:pt x="29" y="8"/>
                    <a:pt x="25" y="6"/>
                  </a:cubicBezTo>
                  <a:cubicBezTo>
                    <a:pt x="22" y="11"/>
                    <a:pt x="22" y="21"/>
                    <a:pt x="27" y="28"/>
                  </a:cubicBezTo>
                  <a:cubicBezTo>
                    <a:pt x="27" y="30"/>
                    <a:pt x="27" y="32"/>
                    <a:pt x="27" y="34"/>
                  </a:cubicBezTo>
                  <a:cubicBezTo>
                    <a:pt x="27" y="34"/>
                    <a:pt x="26" y="34"/>
                    <a:pt x="26" y="34"/>
                  </a:cubicBezTo>
                  <a:cubicBezTo>
                    <a:pt x="26" y="38"/>
                    <a:pt x="23" y="45"/>
                    <a:pt x="28" y="54"/>
                  </a:cubicBezTo>
                  <a:cubicBezTo>
                    <a:pt x="28" y="56"/>
                    <a:pt x="28" y="58"/>
                    <a:pt x="28" y="61"/>
                  </a:cubicBezTo>
                  <a:cubicBezTo>
                    <a:pt x="23" y="65"/>
                    <a:pt x="26" y="76"/>
                    <a:pt x="28" y="83"/>
                  </a:cubicBezTo>
                  <a:cubicBezTo>
                    <a:pt x="28" y="83"/>
                    <a:pt x="28" y="83"/>
                    <a:pt x="28" y="83"/>
                  </a:cubicBezTo>
                  <a:cubicBezTo>
                    <a:pt x="28" y="84"/>
                    <a:pt x="28" y="86"/>
                    <a:pt x="28" y="88"/>
                  </a:cubicBezTo>
                  <a:cubicBezTo>
                    <a:pt x="26" y="93"/>
                    <a:pt x="21" y="104"/>
                    <a:pt x="28" y="111"/>
                  </a:cubicBezTo>
                  <a:cubicBezTo>
                    <a:pt x="28" y="111"/>
                    <a:pt x="28" y="111"/>
                    <a:pt x="29" y="111"/>
                  </a:cubicBezTo>
                  <a:cubicBezTo>
                    <a:pt x="29" y="113"/>
                    <a:pt x="29" y="114"/>
                    <a:pt x="29" y="116"/>
                  </a:cubicBezTo>
                  <a:cubicBezTo>
                    <a:pt x="21" y="122"/>
                    <a:pt x="21" y="132"/>
                    <a:pt x="28" y="139"/>
                  </a:cubicBezTo>
                  <a:cubicBezTo>
                    <a:pt x="28" y="139"/>
                    <a:pt x="28" y="139"/>
                    <a:pt x="28" y="139"/>
                  </a:cubicBezTo>
                  <a:cubicBezTo>
                    <a:pt x="28" y="141"/>
                    <a:pt x="28" y="143"/>
                    <a:pt x="28" y="145"/>
                  </a:cubicBezTo>
                  <a:cubicBezTo>
                    <a:pt x="21" y="150"/>
                    <a:pt x="21" y="159"/>
                    <a:pt x="27" y="166"/>
                  </a:cubicBezTo>
                  <a:cubicBezTo>
                    <a:pt x="27" y="168"/>
                    <a:pt x="26" y="170"/>
                    <a:pt x="26" y="171"/>
                  </a:cubicBezTo>
                  <a:cubicBezTo>
                    <a:pt x="26" y="171"/>
                    <a:pt x="26" y="171"/>
                    <a:pt x="26" y="171"/>
                  </a:cubicBezTo>
                  <a:cubicBezTo>
                    <a:pt x="22" y="173"/>
                    <a:pt x="20" y="189"/>
                    <a:pt x="24" y="195"/>
                  </a:cubicBezTo>
                  <a:cubicBezTo>
                    <a:pt x="23" y="198"/>
                    <a:pt x="23" y="201"/>
                    <a:pt x="23" y="203"/>
                  </a:cubicBezTo>
                  <a:cubicBezTo>
                    <a:pt x="21" y="204"/>
                    <a:pt x="20" y="206"/>
                    <a:pt x="19" y="209"/>
                  </a:cubicBezTo>
                  <a:cubicBezTo>
                    <a:pt x="20" y="211"/>
                    <a:pt x="20" y="213"/>
                    <a:pt x="20" y="216"/>
                  </a:cubicBezTo>
                  <a:cubicBezTo>
                    <a:pt x="20" y="216"/>
                    <a:pt x="20" y="216"/>
                    <a:pt x="20" y="217"/>
                  </a:cubicBezTo>
                  <a:cubicBezTo>
                    <a:pt x="20" y="217"/>
                    <a:pt x="20" y="217"/>
                    <a:pt x="20" y="218"/>
                  </a:cubicBezTo>
                  <a:cubicBezTo>
                    <a:pt x="20" y="226"/>
                    <a:pt x="19" y="235"/>
                    <a:pt x="18" y="246"/>
                  </a:cubicBezTo>
                  <a:cubicBezTo>
                    <a:pt x="15" y="281"/>
                    <a:pt x="0" y="279"/>
                    <a:pt x="2" y="302"/>
                  </a:cubicBezTo>
                  <a:cubicBezTo>
                    <a:pt x="13" y="293"/>
                    <a:pt x="25" y="282"/>
                    <a:pt x="32" y="276"/>
                  </a:cubicBezTo>
                  <a:cubicBezTo>
                    <a:pt x="32" y="276"/>
                    <a:pt x="32" y="276"/>
                    <a:pt x="32" y="276"/>
                  </a:cubicBezTo>
                  <a:cubicBezTo>
                    <a:pt x="35" y="273"/>
                    <a:pt x="48" y="267"/>
                    <a:pt x="48" y="264"/>
                  </a:cubicBezTo>
                  <a:cubicBezTo>
                    <a:pt x="51" y="263"/>
                    <a:pt x="54" y="262"/>
                    <a:pt x="56" y="262"/>
                  </a:cubicBezTo>
                  <a:cubicBezTo>
                    <a:pt x="59" y="262"/>
                    <a:pt x="62" y="263"/>
                    <a:pt x="65" y="264"/>
                  </a:cubicBezTo>
                  <a:cubicBezTo>
                    <a:pt x="65" y="267"/>
                    <a:pt x="78" y="273"/>
                    <a:pt x="81" y="276"/>
                  </a:cubicBezTo>
                  <a:cubicBezTo>
                    <a:pt x="87" y="282"/>
                    <a:pt x="94" y="289"/>
                    <a:pt x="99" y="294"/>
                  </a:cubicBezTo>
                  <a:cubicBezTo>
                    <a:pt x="99" y="287"/>
                    <a:pt x="99" y="281"/>
                    <a:pt x="100" y="274"/>
                  </a:cubicBezTo>
                  <a:cubicBezTo>
                    <a:pt x="96" y="261"/>
                    <a:pt x="96" y="246"/>
                    <a:pt x="97" y="233"/>
                  </a:cubicBezTo>
                  <a:close/>
                </a:path>
              </a:pathLst>
            </a:custGeom>
            <a:solidFill>
              <a:srgbClr val="E6E1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7" name="Freeform 206"/>
            <p:cNvSpPr>
              <a:spLocks/>
            </p:cNvSpPr>
            <p:nvPr/>
          </p:nvSpPr>
          <p:spPr bwMode="auto">
            <a:xfrm>
              <a:off x="3374" y="258"/>
              <a:ext cx="79" cy="41"/>
            </a:xfrm>
            <a:custGeom>
              <a:avLst/>
              <a:gdLst>
                <a:gd name="T0" fmla="*/ 49 w 49"/>
                <a:gd name="T1" fmla="*/ 8 h 25"/>
                <a:gd name="T2" fmla="*/ 0 w 49"/>
                <a:gd name="T3" fmla="*/ 6 h 25"/>
                <a:gd name="T4" fmla="*/ 49 w 49"/>
                <a:gd name="T5" fmla="*/ 8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9" h="25">
                  <a:moveTo>
                    <a:pt x="49" y="8"/>
                  </a:moveTo>
                  <a:cubicBezTo>
                    <a:pt x="27" y="0"/>
                    <a:pt x="0" y="6"/>
                    <a:pt x="0" y="6"/>
                  </a:cubicBezTo>
                  <a:cubicBezTo>
                    <a:pt x="0" y="6"/>
                    <a:pt x="24" y="25"/>
                    <a:pt x="49" y="8"/>
                  </a:cubicBezTo>
                  <a:close/>
                </a:path>
              </a:pathLst>
            </a:custGeom>
            <a:solidFill>
              <a:srgbClr val="C7C3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8" name="Freeform 207"/>
            <p:cNvSpPr>
              <a:spLocks/>
            </p:cNvSpPr>
            <p:nvPr/>
          </p:nvSpPr>
          <p:spPr bwMode="auto">
            <a:xfrm>
              <a:off x="3374" y="307"/>
              <a:ext cx="79" cy="40"/>
            </a:xfrm>
            <a:custGeom>
              <a:avLst/>
              <a:gdLst>
                <a:gd name="T0" fmla="*/ 49 w 49"/>
                <a:gd name="T1" fmla="*/ 8 h 25"/>
                <a:gd name="T2" fmla="*/ 0 w 49"/>
                <a:gd name="T3" fmla="*/ 6 h 25"/>
                <a:gd name="T4" fmla="*/ 49 w 49"/>
                <a:gd name="T5" fmla="*/ 8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9" h="25">
                  <a:moveTo>
                    <a:pt x="49" y="8"/>
                  </a:moveTo>
                  <a:cubicBezTo>
                    <a:pt x="27" y="0"/>
                    <a:pt x="0" y="6"/>
                    <a:pt x="0" y="6"/>
                  </a:cubicBezTo>
                  <a:cubicBezTo>
                    <a:pt x="0" y="6"/>
                    <a:pt x="24" y="25"/>
                    <a:pt x="49" y="8"/>
                  </a:cubicBezTo>
                  <a:close/>
                </a:path>
              </a:pathLst>
            </a:custGeom>
            <a:solidFill>
              <a:srgbClr val="C7C3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9" name="Freeform 208"/>
            <p:cNvSpPr>
              <a:spLocks/>
            </p:cNvSpPr>
            <p:nvPr/>
          </p:nvSpPr>
          <p:spPr bwMode="auto">
            <a:xfrm>
              <a:off x="3374" y="352"/>
              <a:ext cx="79" cy="41"/>
            </a:xfrm>
            <a:custGeom>
              <a:avLst/>
              <a:gdLst>
                <a:gd name="T0" fmla="*/ 49 w 49"/>
                <a:gd name="T1" fmla="*/ 8 h 25"/>
                <a:gd name="T2" fmla="*/ 0 w 49"/>
                <a:gd name="T3" fmla="*/ 6 h 25"/>
                <a:gd name="T4" fmla="*/ 49 w 49"/>
                <a:gd name="T5" fmla="*/ 8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9" h="25">
                  <a:moveTo>
                    <a:pt x="49" y="8"/>
                  </a:moveTo>
                  <a:cubicBezTo>
                    <a:pt x="27" y="0"/>
                    <a:pt x="0" y="6"/>
                    <a:pt x="0" y="6"/>
                  </a:cubicBezTo>
                  <a:cubicBezTo>
                    <a:pt x="0" y="6"/>
                    <a:pt x="24" y="25"/>
                    <a:pt x="49" y="8"/>
                  </a:cubicBezTo>
                  <a:close/>
                </a:path>
              </a:pathLst>
            </a:custGeom>
            <a:solidFill>
              <a:srgbClr val="C7C3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0" name="Freeform 209"/>
            <p:cNvSpPr>
              <a:spLocks/>
            </p:cNvSpPr>
            <p:nvPr/>
          </p:nvSpPr>
          <p:spPr bwMode="auto">
            <a:xfrm>
              <a:off x="3374" y="399"/>
              <a:ext cx="79" cy="39"/>
            </a:xfrm>
            <a:custGeom>
              <a:avLst/>
              <a:gdLst>
                <a:gd name="T0" fmla="*/ 49 w 49"/>
                <a:gd name="T1" fmla="*/ 7 h 24"/>
                <a:gd name="T2" fmla="*/ 0 w 49"/>
                <a:gd name="T3" fmla="*/ 6 h 24"/>
                <a:gd name="T4" fmla="*/ 49 w 49"/>
                <a:gd name="T5" fmla="*/ 7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9" h="24">
                  <a:moveTo>
                    <a:pt x="49" y="7"/>
                  </a:moveTo>
                  <a:cubicBezTo>
                    <a:pt x="27" y="0"/>
                    <a:pt x="0" y="6"/>
                    <a:pt x="0" y="6"/>
                  </a:cubicBezTo>
                  <a:cubicBezTo>
                    <a:pt x="0" y="6"/>
                    <a:pt x="24" y="24"/>
                    <a:pt x="49" y="7"/>
                  </a:cubicBezTo>
                  <a:close/>
                </a:path>
              </a:pathLst>
            </a:custGeom>
            <a:solidFill>
              <a:srgbClr val="C7C3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1" name="Freeform 210"/>
            <p:cNvSpPr>
              <a:spLocks/>
            </p:cNvSpPr>
            <p:nvPr/>
          </p:nvSpPr>
          <p:spPr bwMode="auto">
            <a:xfrm>
              <a:off x="3374" y="447"/>
              <a:ext cx="79" cy="39"/>
            </a:xfrm>
            <a:custGeom>
              <a:avLst/>
              <a:gdLst>
                <a:gd name="T0" fmla="*/ 49 w 49"/>
                <a:gd name="T1" fmla="*/ 7 h 24"/>
                <a:gd name="T2" fmla="*/ 0 w 49"/>
                <a:gd name="T3" fmla="*/ 6 h 24"/>
                <a:gd name="T4" fmla="*/ 49 w 49"/>
                <a:gd name="T5" fmla="*/ 7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9" h="24">
                  <a:moveTo>
                    <a:pt x="49" y="7"/>
                  </a:moveTo>
                  <a:cubicBezTo>
                    <a:pt x="27" y="0"/>
                    <a:pt x="0" y="6"/>
                    <a:pt x="0" y="6"/>
                  </a:cubicBezTo>
                  <a:cubicBezTo>
                    <a:pt x="0" y="6"/>
                    <a:pt x="24" y="24"/>
                    <a:pt x="49" y="7"/>
                  </a:cubicBezTo>
                  <a:close/>
                </a:path>
              </a:pathLst>
            </a:custGeom>
            <a:solidFill>
              <a:srgbClr val="C7C3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2" name="Freeform 211"/>
            <p:cNvSpPr>
              <a:spLocks/>
            </p:cNvSpPr>
            <p:nvPr/>
          </p:nvSpPr>
          <p:spPr bwMode="auto">
            <a:xfrm>
              <a:off x="3374" y="490"/>
              <a:ext cx="79" cy="39"/>
            </a:xfrm>
            <a:custGeom>
              <a:avLst/>
              <a:gdLst>
                <a:gd name="T0" fmla="*/ 49 w 49"/>
                <a:gd name="T1" fmla="*/ 7 h 24"/>
                <a:gd name="T2" fmla="*/ 0 w 49"/>
                <a:gd name="T3" fmla="*/ 6 h 24"/>
                <a:gd name="T4" fmla="*/ 49 w 49"/>
                <a:gd name="T5" fmla="*/ 7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9" h="24">
                  <a:moveTo>
                    <a:pt x="49" y="7"/>
                  </a:moveTo>
                  <a:cubicBezTo>
                    <a:pt x="27" y="0"/>
                    <a:pt x="0" y="6"/>
                    <a:pt x="0" y="6"/>
                  </a:cubicBezTo>
                  <a:cubicBezTo>
                    <a:pt x="0" y="6"/>
                    <a:pt x="24" y="24"/>
                    <a:pt x="49" y="7"/>
                  </a:cubicBezTo>
                  <a:close/>
                </a:path>
              </a:pathLst>
            </a:custGeom>
            <a:solidFill>
              <a:srgbClr val="C7C3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3" name="Freeform 212"/>
            <p:cNvSpPr>
              <a:spLocks/>
            </p:cNvSpPr>
            <p:nvPr/>
          </p:nvSpPr>
          <p:spPr bwMode="auto">
            <a:xfrm>
              <a:off x="3374" y="533"/>
              <a:ext cx="79" cy="39"/>
            </a:xfrm>
            <a:custGeom>
              <a:avLst/>
              <a:gdLst>
                <a:gd name="T0" fmla="*/ 49 w 49"/>
                <a:gd name="T1" fmla="*/ 7 h 24"/>
                <a:gd name="T2" fmla="*/ 0 w 49"/>
                <a:gd name="T3" fmla="*/ 6 h 24"/>
                <a:gd name="T4" fmla="*/ 49 w 49"/>
                <a:gd name="T5" fmla="*/ 7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9" h="24">
                  <a:moveTo>
                    <a:pt x="49" y="7"/>
                  </a:moveTo>
                  <a:cubicBezTo>
                    <a:pt x="27" y="0"/>
                    <a:pt x="0" y="6"/>
                    <a:pt x="0" y="6"/>
                  </a:cubicBezTo>
                  <a:cubicBezTo>
                    <a:pt x="0" y="6"/>
                    <a:pt x="24" y="24"/>
                    <a:pt x="49" y="7"/>
                  </a:cubicBezTo>
                  <a:close/>
                </a:path>
              </a:pathLst>
            </a:custGeom>
            <a:solidFill>
              <a:srgbClr val="C7C3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4" name="Freeform 213"/>
            <p:cNvSpPr>
              <a:spLocks/>
            </p:cNvSpPr>
            <p:nvPr/>
          </p:nvSpPr>
          <p:spPr bwMode="auto">
            <a:xfrm>
              <a:off x="3374" y="214"/>
              <a:ext cx="79" cy="39"/>
            </a:xfrm>
            <a:custGeom>
              <a:avLst/>
              <a:gdLst>
                <a:gd name="T0" fmla="*/ 49 w 49"/>
                <a:gd name="T1" fmla="*/ 7 h 24"/>
                <a:gd name="T2" fmla="*/ 0 w 49"/>
                <a:gd name="T3" fmla="*/ 6 h 24"/>
                <a:gd name="T4" fmla="*/ 49 w 49"/>
                <a:gd name="T5" fmla="*/ 7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9" h="24">
                  <a:moveTo>
                    <a:pt x="49" y="7"/>
                  </a:moveTo>
                  <a:cubicBezTo>
                    <a:pt x="27" y="0"/>
                    <a:pt x="0" y="6"/>
                    <a:pt x="0" y="6"/>
                  </a:cubicBezTo>
                  <a:cubicBezTo>
                    <a:pt x="0" y="6"/>
                    <a:pt x="24" y="24"/>
                    <a:pt x="49" y="7"/>
                  </a:cubicBezTo>
                  <a:close/>
                </a:path>
              </a:pathLst>
            </a:custGeom>
            <a:solidFill>
              <a:srgbClr val="C7C3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65" name="stomach_monocolor"/>
          <p:cNvGrpSpPr>
            <a:grpSpLocks noChangeAspect="1"/>
          </p:cNvGrpSpPr>
          <p:nvPr/>
        </p:nvGrpSpPr>
        <p:grpSpPr bwMode="auto">
          <a:xfrm>
            <a:off x="5955019" y="2971553"/>
            <a:ext cx="411056" cy="440343"/>
            <a:chOff x="4449" y="1583"/>
            <a:chExt cx="800" cy="857"/>
          </a:xfrm>
        </p:grpSpPr>
        <p:sp>
          <p:nvSpPr>
            <p:cNvPr id="766" name="AutoShape 156"/>
            <p:cNvSpPr>
              <a:spLocks noChangeAspect="1" noChangeArrowheads="1" noTextEdit="1"/>
            </p:cNvSpPr>
            <p:nvPr/>
          </p:nvSpPr>
          <p:spPr bwMode="auto">
            <a:xfrm>
              <a:off x="4467" y="1583"/>
              <a:ext cx="777" cy="8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7" name="Freeform 158"/>
            <p:cNvSpPr>
              <a:spLocks/>
            </p:cNvSpPr>
            <p:nvPr/>
          </p:nvSpPr>
          <p:spPr bwMode="auto">
            <a:xfrm>
              <a:off x="4476" y="1609"/>
              <a:ext cx="773" cy="816"/>
            </a:xfrm>
            <a:custGeom>
              <a:avLst/>
              <a:gdLst>
                <a:gd name="T0" fmla="*/ 108 w 573"/>
                <a:gd name="T1" fmla="*/ 528 h 606"/>
                <a:gd name="T2" fmla="*/ 100 w 573"/>
                <a:gd name="T3" fmla="*/ 454 h 606"/>
                <a:gd name="T4" fmla="*/ 119 w 573"/>
                <a:gd name="T5" fmla="*/ 431 h 606"/>
                <a:gd name="T6" fmla="*/ 123 w 573"/>
                <a:gd name="T7" fmla="*/ 430 h 606"/>
                <a:gd name="T8" fmla="*/ 144 w 573"/>
                <a:gd name="T9" fmla="*/ 451 h 606"/>
                <a:gd name="T10" fmla="*/ 232 w 573"/>
                <a:gd name="T11" fmla="*/ 532 h 606"/>
                <a:gd name="T12" fmla="*/ 323 w 573"/>
                <a:gd name="T13" fmla="*/ 557 h 606"/>
                <a:gd name="T14" fmla="*/ 500 w 573"/>
                <a:gd name="T15" fmla="*/ 478 h 606"/>
                <a:gd name="T16" fmla="*/ 570 w 573"/>
                <a:gd name="T17" fmla="*/ 305 h 606"/>
                <a:gd name="T18" fmla="*/ 524 w 573"/>
                <a:gd name="T19" fmla="*/ 150 h 606"/>
                <a:gd name="T20" fmla="*/ 443 w 573"/>
                <a:gd name="T21" fmla="*/ 115 h 606"/>
                <a:gd name="T22" fmla="*/ 364 w 573"/>
                <a:gd name="T23" fmla="*/ 135 h 606"/>
                <a:gd name="T24" fmla="*/ 348 w 573"/>
                <a:gd name="T25" fmla="*/ 141 h 606"/>
                <a:gd name="T26" fmla="*/ 351 w 573"/>
                <a:gd name="T27" fmla="*/ 24 h 606"/>
                <a:gd name="T28" fmla="*/ 355 w 573"/>
                <a:gd name="T29" fmla="*/ 0 h 606"/>
                <a:gd name="T30" fmla="*/ 260 w 573"/>
                <a:gd name="T31" fmla="*/ 0 h 606"/>
                <a:gd name="T32" fmla="*/ 253 w 573"/>
                <a:gd name="T33" fmla="*/ 154 h 606"/>
                <a:gd name="T34" fmla="*/ 318 w 573"/>
                <a:gd name="T35" fmla="*/ 223 h 606"/>
                <a:gd name="T36" fmla="*/ 325 w 573"/>
                <a:gd name="T37" fmla="*/ 225 h 606"/>
                <a:gd name="T38" fmla="*/ 329 w 573"/>
                <a:gd name="T39" fmla="*/ 247 h 606"/>
                <a:gd name="T40" fmla="*/ 332 w 573"/>
                <a:gd name="T41" fmla="*/ 283 h 606"/>
                <a:gd name="T42" fmla="*/ 315 w 573"/>
                <a:gd name="T43" fmla="*/ 356 h 606"/>
                <a:gd name="T44" fmla="*/ 288 w 573"/>
                <a:gd name="T45" fmla="*/ 390 h 606"/>
                <a:gd name="T46" fmla="*/ 269 w 573"/>
                <a:gd name="T47" fmla="*/ 399 h 606"/>
                <a:gd name="T48" fmla="*/ 201 w 573"/>
                <a:gd name="T49" fmla="*/ 355 h 606"/>
                <a:gd name="T50" fmla="*/ 137 w 573"/>
                <a:gd name="T51" fmla="*/ 328 h 606"/>
                <a:gd name="T52" fmla="*/ 13 w 573"/>
                <a:gd name="T53" fmla="*/ 452 h 606"/>
                <a:gd name="T54" fmla="*/ 46 w 573"/>
                <a:gd name="T55" fmla="*/ 606 h 606"/>
                <a:gd name="T56" fmla="*/ 171 w 573"/>
                <a:gd name="T57" fmla="*/ 606 h 606"/>
                <a:gd name="T58" fmla="*/ 108 w 573"/>
                <a:gd name="T59" fmla="*/ 528 h 6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73" h="606">
                  <a:moveTo>
                    <a:pt x="108" y="528"/>
                  </a:moveTo>
                  <a:cubicBezTo>
                    <a:pt x="96" y="508"/>
                    <a:pt x="93" y="478"/>
                    <a:pt x="100" y="454"/>
                  </a:cubicBezTo>
                  <a:cubicBezTo>
                    <a:pt x="105" y="442"/>
                    <a:pt x="111" y="434"/>
                    <a:pt x="119" y="431"/>
                  </a:cubicBezTo>
                  <a:cubicBezTo>
                    <a:pt x="121" y="430"/>
                    <a:pt x="122" y="430"/>
                    <a:pt x="123" y="430"/>
                  </a:cubicBezTo>
                  <a:cubicBezTo>
                    <a:pt x="127" y="430"/>
                    <a:pt x="136" y="441"/>
                    <a:pt x="144" y="451"/>
                  </a:cubicBezTo>
                  <a:cubicBezTo>
                    <a:pt x="160" y="472"/>
                    <a:pt x="185" y="504"/>
                    <a:pt x="232" y="532"/>
                  </a:cubicBezTo>
                  <a:cubicBezTo>
                    <a:pt x="261" y="549"/>
                    <a:pt x="292" y="557"/>
                    <a:pt x="323" y="557"/>
                  </a:cubicBezTo>
                  <a:cubicBezTo>
                    <a:pt x="379" y="557"/>
                    <a:pt x="439" y="530"/>
                    <a:pt x="500" y="478"/>
                  </a:cubicBezTo>
                  <a:cubicBezTo>
                    <a:pt x="541" y="442"/>
                    <a:pt x="567" y="377"/>
                    <a:pt x="570" y="305"/>
                  </a:cubicBezTo>
                  <a:cubicBezTo>
                    <a:pt x="573" y="240"/>
                    <a:pt x="556" y="183"/>
                    <a:pt x="524" y="150"/>
                  </a:cubicBezTo>
                  <a:cubicBezTo>
                    <a:pt x="502" y="127"/>
                    <a:pt x="475" y="115"/>
                    <a:pt x="443" y="115"/>
                  </a:cubicBezTo>
                  <a:cubicBezTo>
                    <a:pt x="412" y="115"/>
                    <a:pt x="383" y="127"/>
                    <a:pt x="364" y="135"/>
                  </a:cubicBezTo>
                  <a:cubicBezTo>
                    <a:pt x="358" y="138"/>
                    <a:pt x="351" y="140"/>
                    <a:pt x="348" y="141"/>
                  </a:cubicBezTo>
                  <a:cubicBezTo>
                    <a:pt x="333" y="135"/>
                    <a:pt x="343" y="73"/>
                    <a:pt x="351" y="24"/>
                  </a:cubicBezTo>
                  <a:cubicBezTo>
                    <a:pt x="352" y="16"/>
                    <a:pt x="354" y="8"/>
                    <a:pt x="355" y="0"/>
                  </a:cubicBezTo>
                  <a:cubicBezTo>
                    <a:pt x="260" y="0"/>
                    <a:pt x="260" y="0"/>
                    <a:pt x="260" y="0"/>
                  </a:cubicBezTo>
                  <a:cubicBezTo>
                    <a:pt x="254" y="51"/>
                    <a:pt x="249" y="118"/>
                    <a:pt x="253" y="154"/>
                  </a:cubicBezTo>
                  <a:cubicBezTo>
                    <a:pt x="258" y="203"/>
                    <a:pt x="297" y="216"/>
                    <a:pt x="318" y="223"/>
                  </a:cubicBezTo>
                  <a:cubicBezTo>
                    <a:pt x="320" y="224"/>
                    <a:pt x="323" y="225"/>
                    <a:pt x="325" y="225"/>
                  </a:cubicBezTo>
                  <a:cubicBezTo>
                    <a:pt x="326" y="232"/>
                    <a:pt x="327" y="239"/>
                    <a:pt x="329" y="247"/>
                  </a:cubicBezTo>
                  <a:cubicBezTo>
                    <a:pt x="333" y="259"/>
                    <a:pt x="337" y="276"/>
                    <a:pt x="332" y="283"/>
                  </a:cubicBezTo>
                  <a:cubicBezTo>
                    <a:pt x="318" y="304"/>
                    <a:pt x="316" y="342"/>
                    <a:pt x="315" y="356"/>
                  </a:cubicBezTo>
                  <a:cubicBezTo>
                    <a:pt x="312" y="361"/>
                    <a:pt x="304" y="374"/>
                    <a:pt x="288" y="390"/>
                  </a:cubicBezTo>
                  <a:cubicBezTo>
                    <a:pt x="281" y="396"/>
                    <a:pt x="275" y="399"/>
                    <a:pt x="269" y="399"/>
                  </a:cubicBezTo>
                  <a:cubicBezTo>
                    <a:pt x="253" y="399"/>
                    <a:pt x="230" y="384"/>
                    <a:pt x="201" y="355"/>
                  </a:cubicBezTo>
                  <a:cubicBezTo>
                    <a:pt x="184" y="338"/>
                    <a:pt x="161" y="328"/>
                    <a:pt x="137" y="328"/>
                  </a:cubicBezTo>
                  <a:cubicBezTo>
                    <a:pt x="90" y="328"/>
                    <a:pt x="31" y="367"/>
                    <a:pt x="13" y="452"/>
                  </a:cubicBezTo>
                  <a:cubicBezTo>
                    <a:pt x="0" y="515"/>
                    <a:pt x="22" y="569"/>
                    <a:pt x="46" y="606"/>
                  </a:cubicBezTo>
                  <a:cubicBezTo>
                    <a:pt x="171" y="606"/>
                    <a:pt x="171" y="606"/>
                    <a:pt x="171" y="606"/>
                  </a:cubicBezTo>
                  <a:cubicBezTo>
                    <a:pt x="153" y="588"/>
                    <a:pt x="126" y="559"/>
                    <a:pt x="108" y="528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8" name="Freeform 159"/>
            <p:cNvSpPr>
              <a:spLocks/>
            </p:cNvSpPr>
            <p:nvPr/>
          </p:nvSpPr>
          <p:spPr bwMode="auto">
            <a:xfrm>
              <a:off x="4449" y="1601"/>
              <a:ext cx="777" cy="816"/>
            </a:xfrm>
            <a:custGeom>
              <a:avLst/>
              <a:gdLst>
                <a:gd name="T0" fmla="*/ 111 w 576"/>
                <a:gd name="T1" fmla="*/ 510 h 606"/>
                <a:gd name="T2" fmla="*/ 103 w 576"/>
                <a:gd name="T3" fmla="*/ 436 h 606"/>
                <a:gd name="T4" fmla="*/ 122 w 576"/>
                <a:gd name="T5" fmla="*/ 413 h 606"/>
                <a:gd name="T6" fmla="*/ 126 w 576"/>
                <a:gd name="T7" fmla="*/ 412 h 606"/>
                <a:gd name="T8" fmla="*/ 147 w 576"/>
                <a:gd name="T9" fmla="*/ 433 h 606"/>
                <a:gd name="T10" fmla="*/ 235 w 576"/>
                <a:gd name="T11" fmla="*/ 514 h 606"/>
                <a:gd name="T12" fmla="*/ 326 w 576"/>
                <a:gd name="T13" fmla="*/ 539 h 606"/>
                <a:gd name="T14" fmla="*/ 503 w 576"/>
                <a:gd name="T15" fmla="*/ 460 h 606"/>
                <a:gd name="T16" fmla="*/ 573 w 576"/>
                <a:gd name="T17" fmla="*/ 287 h 606"/>
                <a:gd name="T18" fmla="*/ 527 w 576"/>
                <a:gd name="T19" fmla="*/ 132 h 606"/>
                <a:gd name="T20" fmla="*/ 446 w 576"/>
                <a:gd name="T21" fmla="*/ 97 h 606"/>
                <a:gd name="T22" fmla="*/ 367 w 576"/>
                <a:gd name="T23" fmla="*/ 117 h 606"/>
                <a:gd name="T24" fmla="*/ 351 w 576"/>
                <a:gd name="T25" fmla="*/ 123 h 606"/>
                <a:gd name="T26" fmla="*/ 354 w 576"/>
                <a:gd name="T27" fmla="*/ 6 h 606"/>
                <a:gd name="T28" fmla="*/ 355 w 576"/>
                <a:gd name="T29" fmla="*/ 0 h 606"/>
                <a:gd name="T30" fmla="*/ 261 w 576"/>
                <a:gd name="T31" fmla="*/ 0 h 606"/>
                <a:gd name="T32" fmla="*/ 256 w 576"/>
                <a:gd name="T33" fmla="*/ 136 h 606"/>
                <a:gd name="T34" fmla="*/ 321 w 576"/>
                <a:gd name="T35" fmla="*/ 205 h 606"/>
                <a:gd name="T36" fmla="*/ 328 w 576"/>
                <a:gd name="T37" fmla="*/ 207 h 606"/>
                <a:gd name="T38" fmla="*/ 332 w 576"/>
                <a:gd name="T39" fmla="*/ 229 h 606"/>
                <a:gd name="T40" fmla="*/ 335 w 576"/>
                <a:gd name="T41" fmla="*/ 265 h 606"/>
                <a:gd name="T42" fmla="*/ 318 w 576"/>
                <a:gd name="T43" fmla="*/ 338 h 606"/>
                <a:gd name="T44" fmla="*/ 291 w 576"/>
                <a:gd name="T45" fmla="*/ 372 h 606"/>
                <a:gd name="T46" fmla="*/ 272 w 576"/>
                <a:gd name="T47" fmla="*/ 381 h 606"/>
                <a:gd name="T48" fmla="*/ 204 w 576"/>
                <a:gd name="T49" fmla="*/ 337 h 606"/>
                <a:gd name="T50" fmla="*/ 140 w 576"/>
                <a:gd name="T51" fmla="*/ 310 h 606"/>
                <a:gd name="T52" fmla="*/ 16 w 576"/>
                <a:gd name="T53" fmla="*/ 434 h 606"/>
                <a:gd name="T54" fmla="*/ 62 w 576"/>
                <a:gd name="T55" fmla="*/ 606 h 606"/>
                <a:gd name="T56" fmla="*/ 193 w 576"/>
                <a:gd name="T57" fmla="*/ 606 h 606"/>
                <a:gd name="T58" fmla="*/ 181 w 576"/>
                <a:gd name="T59" fmla="*/ 594 h 606"/>
                <a:gd name="T60" fmla="*/ 111 w 576"/>
                <a:gd name="T61" fmla="*/ 510 h 6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76" h="606">
                  <a:moveTo>
                    <a:pt x="111" y="510"/>
                  </a:moveTo>
                  <a:cubicBezTo>
                    <a:pt x="99" y="490"/>
                    <a:pt x="96" y="460"/>
                    <a:pt x="103" y="436"/>
                  </a:cubicBezTo>
                  <a:cubicBezTo>
                    <a:pt x="108" y="424"/>
                    <a:pt x="114" y="416"/>
                    <a:pt x="122" y="413"/>
                  </a:cubicBezTo>
                  <a:cubicBezTo>
                    <a:pt x="124" y="412"/>
                    <a:pt x="125" y="412"/>
                    <a:pt x="126" y="412"/>
                  </a:cubicBezTo>
                  <a:cubicBezTo>
                    <a:pt x="130" y="412"/>
                    <a:pt x="139" y="423"/>
                    <a:pt x="147" y="433"/>
                  </a:cubicBezTo>
                  <a:cubicBezTo>
                    <a:pt x="163" y="454"/>
                    <a:pt x="188" y="486"/>
                    <a:pt x="235" y="514"/>
                  </a:cubicBezTo>
                  <a:cubicBezTo>
                    <a:pt x="264" y="531"/>
                    <a:pt x="295" y="539"/>
                    <a:pt x="326" y="539"/>
                  </a:cubicBezTo>
                  <a:cubicBezTo>
                    <a:pt x="382" y="539"/>
                    <a:pt x="442" y="512"/>
                    <a:pt x="503" y="460"/>
                  </a:cubicBezTo>
                  <a:cubicBezTo>
                    <a:pt x="544" y="424"/>
                    <a:pt x="570" y="359"/>
                    <a:pt x="573" y="287"/>
                  </a:cubicBezTo>
                  <a:cubicBezTo>
                    <a:pt x="576" y="222"/>
                    <a:pt x="559" y="165"/>
                    <a:pt x="527" y="132"/>
                  </a:cubicBezTo>
                  <a:cubicBezTo>
                    <a:pt x="505" y="109"/>
                    <a:pt x="478" y="97"/>
                    <a:pt x="446" y="97"/>
                  </a:cubicBezTo>
                  <a:cubicBezTo>
                    <a:pt x="415" y="97"/>
                    <a:pt x="386" y="109"/>
                    <a:pt x="367" y="117"/>
                  </a:cubicBezTo>
                  <a:cubicBezTo>
                    <a:pt x="361" y="120"/>
                    <a:pt x="354" y="122"/>
                    <a:pt x="351" y="123"/>
                  </a:cubicBezTo>
                  <a:cubicBezTo>
                    <a:pt x="336" y="117"/>
                    <a:pt x="346" y="55"/>
                    <a:pt x="354" y="6"/>
                  </a:cubicBezTo>
                  <a:cubicBezTo>
                    <a:pt x="354" y="4"/>
                    <a:pt x="355" y="2"/>
                    <a:pt x="355" y="0"/>
                  </a:cubicBezTo>
                  <a:cubicBezTo>
                    <a:pt x="261" y="0"/>
                    <a:pt x="261" y="0"/>
                    <a:pt x="261" y="0"/>
                  </a:cubicBezTo>
                  <a:cubicBezTo>
                    <a:pt x="256" y="48"/>
                    <a:pt x="253" y="104"/>
                    <a:pt x="256" y="136"/>
                  </a:cubicBezTo>
                  <a:cubicBezTo>
                    <a:pt x="261" y="185"/>
                    <a:pt x="300" y="198"/>
                    <a:pt x="321" y="205"/>
                  </a:cubicBezTo>
                  <a:cubicBezTo>
                    <a:pt x="323" y="206"/>
                    <a:pt x="326" y="207"/>
                    <a:pt x="328" y="207"/>
                  </a:cubicBezTo>
                  <a:cubicBezTo>
                    <a:pt x="329" y="214"/>
                    <a:pt x="330" y="221"/>
                    <a:pt x="332" y="229"/>
                  </a:cubicBezTo>
                  <a:cubicBezTo>
                    <a:pt x="336" y="241"/>
                    <a:pt x="340" y="258"/>
                    <a:pt x="335" y="265"/>
                  </a:cubicBezTo>
                  <a:cubicBezTo>
                    <a:pt x="321" y="286"/>
                    <a:pt x="319" y="324"/>
                    <a:pt x="318" y="338"/>
                  </a:cubicBezTo>
                  <a:cubicBezTo>
                    <a:pt x="315" y="343"/>
                    <a:pt x="307" y="356"/>
                    <a:pt x="291" y="372"/>
                  </a:cubicBezTo>
                  <a:cubicBezTo>
                    <a:pt x="284" y="378"/>
                    <a:pt x="278" y="381"/>
                    <a:pt x="272" y="381"/>
                  </a:cubicBezTo>
                  <a:cubicBezTo>
                    <a:pt x="256" y="381"/>
                    <a:pt x="233" y="366"/>
                    <a:pt x="204" y="337"/>
                  </a:cubicBezTo>
                  <a:cubicBezTo>
                    <a:pt x="187" y="320"/>
                    <a:pt x="164" y="310"/>
                    <a:pt x="140" y="310"/>
                  </a:cubicBezTo>
                  <a:cubicBezTo>
                    <a:pt x="93" y="310"/>
                    <a:pt x="34" y="349"/>
                    <a:pt x="16" y="434"/>
                  </a:cubicBezTo>
                  <a:cubicBezTo>
                    <a:pt x="0" y="509"/>
                    <a:pt x="35" y="571"/>
                    <a:pt x="62" y="606"/>
                  </a:cubicBezTo>
                  <a:cubicBezTo>
                    <a:pt x="193" y="606"/>
                    <a:pt x="193" y="606"/>
                    <a:pt x="193" y="606"/>
                  </a:cubicBezTo>
                  <a:cubicBezTo>
                    <a:pt x="181" y="594"/>
                    <a:pt x="181" y="594"/>
                    <a:pt x="181" y="594"/>
                  </a:cubicBezTo>
                  <a:cubicBezTo>
                    <a:pt x="163" y="578"/>
                    <a:pt x="131" y="545"/>
                    <a:pt x="111" y="5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9" name="Freeform 161"/>
            <p:cNvSpPr>
              <a:spLocks/>
            </p:cNvSpPr>
            <p:nvPr/>
          </p:nvSpPr>
          <p:spPr bwMode="auto">
            <a:xfrm>
              <a:off x="4843" y="1583"/>
              <a:ext cx="69" cy="178"/>
            </a:xfrm>
            <a:custGeom>
              <a:avLst/>
              <a:gdLst>
                <a:gd name="T0" fmla="*/ 31 w 51"/>
                <a:gd name="T1" fmla="*/ 131 h 132"/>
                <a:gd name="T2" fmla="*/ 37 w 51"/>
                <a:gd name="T3" fmla="*/ 131 h 132"/>
                <a:gd name="T4" fmla="*/ 51 w 51"/>
                <a:gd name="T5" fmla="*/ 0 h 132"/>
                <a:gd name="T6" fmla="*/ 22 w 51"/>
                <a:gd name="T7" fmla="*/ 0 h 132"/>
                <a:gd name="T8" fmla="*/ 31 w 51"/>
                <a:gd name="T9" fmla="*/ 131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132">
                  <a:moveTo>
                    <a:pt x="31" y="131"/>
                  </a:moveTo>
                  <a:cubicBezTo>
                    <a:pt x="33" y="132"/>
                    <a:pt x="35" y="131"/>
                    <a:pt x="37" y="131"/>
                  </a:cubicBezTo>
                  <a:cubicBezTo>
                    <a:pt x="31" y="103"/>
                    <a:pt x="41" y="52"/>
                    <a:pt x="51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0" y="66"/>
                    <a:pt x="0" y="124"/>
                    <a:pt x="31" y="1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0" name="Freeform 162"/>
            <p:cNvSpPr>
              <a:spLocks/>
            </p:cNvSpPr>
            <p:nvPr/>
          </p:nvSpPr>
          <p:spPr bwMode="auto">
            <a:xfrm>
              <a:off x="4514" y="2095"/>
              <a:ext cx="111" cy="251"/>
            </a:xfrm>
            <a:custGeom>
              <a:avLst/>
              <a:gdLst>
                <a:gd name="T0" fmla="*/ 68 w 82"/>
                <a:gd name="T1" fmla="*/ 27 h 186"/>
                <a:gd name="T2" fmla="*/ 82 w 82"/>
                <a:gd name="T3" fmla="*/ 25 h 186"/>
                <a:gd name="T4" fmla="*/ 43 w 82"/>
                <a:gd name="T5" fmla="*/ 6 h 186"/>
                <a:gd name="T6" fmla="*/ 24 w 82"/>
                <a:gd name="T7" fmla="*/ 127 h 186"/>
                <a:gd name="T8" fmla="*/ 76 w 82"/>
                <a:gd name="T9" fmla="*/ 186 h 186"/>
                <a:gd name="T10" fmla="*/ 49 w 82"/>
                <a:gd name="T11" fmla="*/ 148 h 186"/>
                <a:gd name="T12" fmla="*/ 68 w 82"/>
                <a:gd name="T13" fmla="*/ 2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" h="186">
                  <a:moveTo>
                    <a:pt x="68" y="27"/>
                  </a:moveTo>
                  <a:cubicBezTo>
                    <a:pt x="73" y="25"/>
                    <a:pt x="78" y="24"/>
                    <a:pt x="82" y="25"/>
                  </a:cubicBezTo>
                  <a:cubicBezTo>
                    <a:pt x="68" y="9"/>
                    <a:pt x="59" y="0"/>
                    <a:pt x="43" y="6"/>
                  </a:cubicBezTo>
                  <a:cubicBezTo>
                    <a:pt x="8" y="20"/>
                    <a:pt x="0" y="87"/>
                    <a:pt x="24" y="127"/>
                  </a:cubicBezTo>
                  <a:cubicBezTo>
                    <a:pt x="36" y="147"/>
                    <a:pt x="56" y="167"/>
                    <a:pt x="76" y="186"/>
                  </a:cubicBezTo>
                  <a:cubicBezTo>
                    <a:pt x="66" y="173"/>
                    <a:pt x="57" y="161"/>
                    <a:pt x="49" y="148"/>
                  </a:cubicBezTo>
                  <a:cubicBezTo>
                    <a:pt x="25" y="108"/>
                    <a:pt x="33" y="41"/>
                    <a:pt x="68" y="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1" name="Freeform 163"/>
            <p:cNvSpPr>
              <a:spLocks/>
            </p:cNvSpPr>
            <p:nvPr/>
          </p:nvSpPr>
          <p:spPr bwMode="auto">
            <a:xfrm>
              <a:off x="4555" y="2410"/>
              <a:ext cx="140" cy="29"/>
            </a:xfrm>
            <a:custGeom>
              <a:avLst/>
              <a:gdLst>
                <a:gd name="T0" fmla="*/ 85 w 104"/>
                <a:gd name="T1" fmla="*/ 0 h 21"/>
                <a:gd name="T2" fmla="*/ 0 w 104"/>
                <a:gd name="T3" fmla="*/ 0 h 21"/>
                <a:gd name="T4" fmla="*/ 17 w 104"/>
                <a:gd name="T5" fmla="*/ 21 h 21"/>
                <a:gd name="T6" fmla="*/ 104 w 104"/>
                <a:gd name="T7" fmla="*/ 21 h 21"/>
                <a:gd name="T8" fmla="*/ 85 w 104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21">
                  <a:moveTo>
                    <a:pt x="8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" y="7"/>
                    <a:pt x="11" y="14"/>
                    <a:pt x="17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97" y="14"/>
                    <a:pt x="91" y="7"/>
                    <a:pt x="85" y="0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2" name="Freeform 164"/>
            <p:cNvSpPr>
              <a:spLocks/>
            </p:cNvSpPr>
            <p:nvPr/>
          </p:nvSpPr>
          <p:spPr bwMode="auto">
            <a:xfrm>
              <a:off x="4688" y="2055"/>
              <a:ext cx="34" cy="27"/>
            </a:xfrm>
            <a:custGeom>
              <a:avLst/>
              <a:gdLst>
                <a:gd name="T0" fmla="*/ 16 w 25"/>
                <a:gd name="T1" fmla="*/ 12 h 20"/>
                <a:gd name="T2" fmla="*/ 0 w 25"/>
                <a:gd name="T3" fmla="*/ 0 h 20"/>
                <a:gd name="T4" fmla="*/ 25 w 25"/>
                <a:gd name="T5" fmla="*/ 20 h 20"/>
                <a:gd name="T6" fmla="*/ 16 w 25"/>
                <a:gd name="T7" fmla="*/ 1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20">
                  <a:moveTo>
                    <a:pt x="16" y="12"/>
                  </a:moveTo>
                  <a:cubicBezTo>
                    <a:pt x="11" y="7"/>
                    <a:pt x="6" y="3"/>
                    <a:pt x="0" y="0"/>
                  </a:cubicBezTo>
                  <a:cubicBezTo>
                    <a:pt x="9" y="8"/>
                    <a:pt x="17" y="15"/>
                    <a:pt x="25" y="20"/>
                  </a:cubicBezTo>
                  <a:cubicBezTo>
                    <a:pt x="22" y="18"/>
                    <a:pt x="19" y="15"/>
                    <a:pt x="16" y="12"/>
                  </a:cubicBezTo>
                  <a:close/>
                </a:path>
              </a:pathLst>
            </a:custGeom>
            <a:solidFill>
              <a:srgbClr val="BD4C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3" name="Freeform 165"/>
            <p:cNvSpPr>
              <a:spLocks/>
            </p:cNvSpPr>
            <p:nvPr/>
          </p:nvSpPr>
          <p:spPr bwMode="auto">
            <a:xfrm>
              <a:off x="4706" y="1765"/>
              <a:ext cx="521" cy="572"/>
            </a:xfrm>
            <a:custGeom>
              <a:avLst/>
              <a:gdLst>
                <a:gd name="T0" fmla="*/ 321 w 386"/>
                <a:gd name="T1" fmla="*/ 17 h 424"/>
                <a:gd name="T2" fmla="*/ 300 w 386"/>
                <a:gd name="T3" fmla="*/ 0 h 424"/>
                <a:gd name="T4" fmla="*/ 273 w 386"/>
                <a:gd name="T5" fmla="*/ 300 h 424"/>
                <a:gd name="T6" fmla="*/ 24 w 386"/>
                <a:gd name="T7" fmla="*/ 353 h 424"/>
                <a:gd name="T8" fmla="*/ 0 w 386"/>
                <a:gd name="T9" fmla="*/ 337 h 424"/>
                <a:gd name="T10" fmla="*/ 49 w 386"/>
                <a:gd name="T11" fmla="*/ 374 h 424"/>
                <a:gd name="T12" fmla="*/ 298 w 386"/>
                <a:gd name="T13" fmla="*/ 321 h 424"/>
                <a:gd name="T14" fmla="*/ 321 w 386"/>
                <a:gd name="T15" fmla="*/ 17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6" h="424">
                  <a:moveTo>
                    <a:pt x="321" y="17"/>
                  </a:moveTo>
                  <a:cubicBezTo>
                    <a:pt x="315" y="10"/>
                    <a:pt x="307" y="5"/>
                    <a:pt x="300" y="0"/>
                  </a:cubicBezTo>
                  <a:cubicBezTo>
                    <a:pt x="360" y="69"/>
                    <a:pt x="348" y="235"/>
                    <a:pt x="273" y="300"/>
                  </a:cubicBezTo>
                  <a:cubicBezTo>
                    <a:pt x="197" y="367"/>
                    <a:pt x="109" y="403"/>
                    <a:pt x="24" y="353"/>
                  </a:cubicBezTo>
                  <a:cubicBezTo>
                    <a:pt x="15" y="348"/>
                    <a:pt x="7" y="342"/>
                    <a:pt x="0" y="337"/>
                  </a:cubicBezTo>
                  <a:cubicBezTo>
                    <a:pt x="13" y="349"/>
                    <a:pt x="29" y="362"/>
                    <a:pt x="49" y="374"/>
                  </a:cubicBezTo>
                  <a:cubicBezTo>
                    <a:pt x="134" y="424"/>
                    <a:pt x="222" y="388"/>
                    <a:pt x="298" y="321"/>
                  </a:cubicBezTo>
                  <a:cubicBezTo>
                    <a:pt x="375" y="255"/>
                    <a:pt x="386" y="84"/>
                    <a:pt x="321" y="1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4" name="Freeform 166"/>
            <p:cNvSpPr>
              <a:spLocks/>
            </p:cNvSpPr>
            <p:nvPr/>
          </p:nvSpPr>
          <p:spPr bwMode="auto">
            <a:xfrm>
              <a:off x="4474" y="1583"/>
              <a:ext cx="723" cy="827"/>
            </a:xfrm>
            <a:custGeom>
              <a:avLst/>
              <a:gdLst>
                <a:gd name="T0" fmla="*/ 449 w 536"/>
                <a:gd name="T1" fmla="*/ 439 h 614"/>
                <a:gd name="T2" fmla="*/ 476 w 536"/>
                <a:gd name="T3" fmla="*/ 139 h 614"/>
                <a:gd name="T4" fmla="*/ 330 w 536"/>
                <a:gd name="T5" fmla="*/ 152 h 614"/>
                <a:gd name="T6" fmla="*/ 311 w 536"/>
                <a:gd name="T7" fmla="*/ 131 h 614"/>
                <a:gd name="T8" fmla="*/ 305 w 536"/>
                <a:gd name="T9" fmla="*/ 131 h 614"/>
                <a:gd name="T10" fmla="*/ 296 w 536"/>
                <a:gd name="T11" fmla="*/ 0 h 614"/>
                <a:gd name="T12" fmla="*/ 262 w 536"/>
                <a:gd name="T13" fmla="*/ 0 h 614"/>
                <a:gd name="T14" fmla="*/ 254 w 536"/>
                <a:gd name="T15" fmla="*/ 147 h 614"/>
                <a:gd name="T16" fmla="*/ 263 w 536"/>
                <a:gd name="T17" fmla="*/ 174 h 614"/>
                <a:gd name="T18" fmla="*/ 301 w 536"/>
                <a:gd name="T19" fmla="*/ 194 h 614"/>
                <a:gd name="T20" fmla="*/ 301 w 536"/>
                <a:gd name="T21" fmla="*/ 200 h 614"/>
                <a:gd name="T22" fmla="*/ 326 w 536"/>
                <a:gd name="T23" fmla="*/ 215 h 614"/>
                <a:gd name="T24" fmla="*/ 333 w 536"/>
                <a:gd name="T25" fmla="*/ 249 h 614"/>
                <a:gd name="T26" fmla="*/ 330 w 536"/>
                <a:gd name="T27" fmla="*/ 287 h 614"/>
                <a:gd name="T28" fmla="*/ 316 w 536"/>
                <a:gd name="T29" fmla="*/ 355 h 614"/>
                <a:gd name="T30" fmla="*/ 284 w 536"/>
                <a:gd name="T31" fmla="*/ 396 h 614"/>
                <a:gd name="T32" fmla="*/ 184 w 536"/>
                <a:gd name="T33" fmla="*/ 370 h 614"/>
                <a:gd name="T34" fmla="*/ 159 w 536"/>
                <a:gd name="T35" fmla="*/ 350 h 614"/>
                <a:gd name="T36" fmla="*/ 14 w 536"/>
                <a:gd name="T37" fmla="*/ 450 h 614"/>
                <a:gd name="T38" fmla="*/ 60 w 536"/>
                <a:gd name="T39" fmla="*/ 614 h 614"/>
                <a:gd name="T40" fmla="*/ 145 w 536"/>
                <a:gd name="T41" fmla="*/ 614 h 614"/>
                <a:gd name="T42" fmla="*/ 62 w 536"/>
                <a:gd name="T43" fmla="*/ 510 h 614"/>
                <a:gd name="T44" fmla="*/ 73 w 536"/>
                <a:gd name="T45" fmla="*/ 390 h 614"/>
                <a:gd name="T46" fmla="*/ 112 w 536"/>
                <a:gd name="T47" fmla="*/ 409 h 614"/>
                <a:gd name="T48" fmla="*/ 176 w 536"/>
                <a:gd name="T49" fmla="*/ 476 h 614"/>
                <a:gd name="T50" fmla="*/ 200 w 536"/>
                <a:gd name="T51" fmla="*/ 492 h 614"/>
                <a:gd name="T52" fmla="*/ 449 w 536"/>
                <a:gd name="T53" fmla="*/ 439 h 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36" h="614">
                  <a:moveTo>
                    <a:pt x="449" y="439"/>
                  </a:moveTo>
                  <a:cubicBezTo>
                    <a:pt x="524" y="374"/>
                    <a:pt x="536" y="208"/>
                    <a:pt x="476" y="139"/>
                  </a:cubicBezTo>
                  <a:cubicBezTo>
                    <a:pt x="415" y="103"/>
                    <a:pt x="345" y="156"/>
                    <a:pt x="330" y="152"/>
                  </a:cubicBezTo>
                  <a:cubicBezTo>
                    <a:pt x="320" y="150"/>
                    <a:pt x="314" y="142"/>
                    <a:pt x="311" y="131"/>
                  </a:cubicBezTo>
                  <a:cubicBezTo>
                    <a:pt x="309" y="131"/>
                    <a:pt x="307" y="132"/>
                    <a:pt x="305" y="131"/>
                  </a:cubicBezTo>
                  <a:cubicBezTo>
                    <a:pt x="274" y="124"/>
                    <a:pt x="284" y="66"/>
                    <a:pt x="296" y="0"/>
                  </a:cubicBezTo>
                  <a:cubicBezTo>
                    <a:pt x="262" y="0"/>
                    <a:pt x="262" y="0"/>
                    <a:pt x="262" y="0"/>
                  </a:cubicBezTo>
                  <a:cubicBezTo>
                    <a:pt x="255" y="47"/>
                    <a:pt x="250" y="114"/>
                    <a:pt x="254" y="147"/>
                  </a:cubicBezTo>
                  <a:cubicBezTo>
                    <a:pt x="255" y="158"/>
                    <a:pt x="258" y="167"/>
                    <a:pt x="263" y="174"/>
                  </a:cubicBezTo>
                  <a:cubicBezTo>
                    <a:pt x="282" y="183"/>
                    <a:pt x="302" y="185"/>
                    <a:pt x="301" y="194"/>
                  </a:cubicBezTo>
                  <a:cubicBezTo>
                    <a:pt x="301" y="196"/>
                    <a:pt x="301" y="198"/>
                    <a:pt x="301" y="200"/>
                  </a:cubicBezTo>
                  <a:cubicBezTo>
                    <a:pt x="315" y="205"/>
                    <a:pt x="327" y="208"/>
                    <a:pt x="326" y="215"/>
                  </a:cubicBezTo>
                  <a:cubicBezTo>
                    <a:pt x="325" y="223"/>
                    <a:pt x="330" y="236"/>
                    <a:pt x="333" y="249"/>
                  </a:cubicBezTo>
                  <a:cubicBezTo>
                    <a:pt x="336" y="263"/>
                    <a:pt x="337" y="277"/>
                    <a:pt x="330" y="287"/>
                  </a:cubicBezTo>
                  <a:cubicBezTo>
                    <a:pt x="316" y="307"/>
                    <a:pt x="316" y="355"/>
                    <a:pt x="316" y="355"/>
                  </a:cubicBezTo>
                  <a:cubicBezTo>
                    <a:pt x="316" y="355"/>
                    <a:pt x="308" y="372"/>
                    <a:pt x="284" y="396"/>
                  </a:cubicBezTo>
                  <a:cubicBezTo>
                    <a:pt x="261" y="419"/>
                    <a:pt x="232" y="416"/>
                    <a:pt x="184" y="370"/>
                  </a:cubicBezTo>
                  <a:cubicBezTo>
                    <a:pt x="176" y="365"/>
                    <a:pt x="168" y="358"/>
                    <a:pt x="159" y="350"/>
                  </a:cubicBezTo>
                  <a:cubicBezTo>
                    <a:pt x="108" y="320"/>
                    <a:pt x="34" y="356"/>
                    <a:pt x="14" y="450"/>
                  </a:cubicBezTo>
                  <a:cubicBezTo>
                    <a:pt x="0" y="515"/>
                    <a:pt x="27" y="569"/>
                    <a:pt x="60" y="614"/>
                  </a:cubicBezTo>
                  <a:cubicBezTo>
                    <a:pt x="145" y="614"/>
                    <a:pt x="145" y="614"/>
                    <a:pt x="145" y="614"/>
                  </a:cubicBezTo>
                  <a:cubicBezTo>
                    <a:pt x="114" y="580"/>
                    <a:pt x="84" y="545"/>
                    <a:pt x="62" y="510"/>
                  </a:cubicBezTo>
                  <a:cubicBezTo>
                    <a:pt x="38" y="469"/>
                    <a:pt x="38" y="404"/>
                    <a:pt x="73" y="390"/>
                  </a:cubicBezTo>
                  <a:cubicBezTo>
                    <a:pt x="89" y="384"/>
                    <a:pt x="98" y="393"/>
                    <a:pt x="112" y="409"/>
                  </a:cubicBezTo>
                  <a:cubicBezTo>
                    <a:pt x="130" y="413"/>
                    <a:pt x="141" y="443"/>
                    <a:pt x="176" y="476"/>
                  </a:cubicBezTo>
                  <a:cubicBezTo>
                    <a:pt x="183" y="481"/>
                    <a:pt x="191" y="487"/>
                    <a:pt x="200" y="492"/>
                  </a:cubicBezTo>
                  <a:cubicBezTo>
                    <a:pt x="285" y="542"/>
                    <a:pt x="373" y="506"/>
                    <a:pt x="449" y="43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75" name="lungs_monocolor"/>
          <p:cNvGrpSpPr>
            <a:grpSpLocks noChangeAspect="1"/>
          </p:cNvGrpSpPr>
          <p:nvPr/>
        </p:nvGrpSpPr>
        <p:grpSpPr bwMode="auto">
          <a:xfrm>
            <a:off x="5776034" y="2457020"/>
            <a:ext cx="597813" cy="548489"/>
            <a:chOff x="2961" y="157"/>
            <a:chExt cx="919" cy="1008"/>
          </a:xfrm>
        </p:grpSpPr>
        <p:sp>
          <p:nvSpPr>
            <p:cNvPr id="776" name="AutoShape 194"/>
            <p:cNvSpPr>
              <a:spLocks noChangeAspect="1" noChangeArrowheads="1" noTextEdit="1"/>
            </p:cNvSpPr>
            <p:nvPr/>
          </p:nvSpPr>
          <p:spPr bwMode="auto">
            <a:xfrm>
              <a:off x="2966" y="159"/>
              <a:ext cx="911" cy="10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7" name="Freeform 196"/>
            <p:cNvSpPr>
              <a:spLocks/>
            </p:cNvSpPr>
            <p:nvPr/>
          </p:nvSpPr>
          <p:spPr bwMode="auto">
            <a:xfrm>
              <a:off x="2987" y="201"/>
              <a:ext cx="893" cy="964"/>
            </a:xfrm>
            <a:custGeom>
              <a:avLst/>
              <a:gdLst>
                <a:gd name="T0" fmla="*/ 236 w 550"/>
                <a:gd name="T1" fmla="*/ 36 h 593"/>
                <a:gd name="T2" fmla="*/ 235 w 550"/>
                <a:gd name="T3" fmla="*/ 38 h 593"/>
                <a:gd name="T4" fmla="*/ 237 w 550"/>
                <a:gd name="T5" fmla="*/ 61 h 593"/>
                <a:gd name="T6" fmla="*/ 236 w 550"/>
                <a:gd name="T7" fmla="*/ 117 h 593"/>
                <a:gd name="T8" fmla="*/ 236 w 550"/>
                <a:gd name="T9" fmla="*/ 146 h 593"/>
                <a:gd name="T10" fmla="*/ 235 w 550"/>
                <a:gd name="T11" fmla="*/ 172 h 593"/>
                <a:gd name="T12" fmla="*/ 229 w 550"/>
                <a:gd name="T13" fmla="*/ 166 h 593"/>
                <a:gd name="T14" fmla="*/ 184 w 550"/>
                <a:gd name="T15" fmla="*/ 139 h 593"/>
                <a:gd name="T16" fmla="*/ 30 w 550"/>
                <a:gd name="T17" fmla="*/ 316 h 593"/>
                <a:gd name="T18" fmla="*/ 30 w 550"/>
                <a:gd name="T19" fmla="*/ 341 h 593"/>
                <a:gd name="T20" fmla="*/ 19 w 550"/>
                <a:gd name="T21" fmla="*/ 395 h 593"/>
                <a:gd name="T22" fmla="*/ 3 w 550"/>
                <a:gd name="T23" fmla="*/ 482 h 593"/>
                <a:gd name="T24" fmla="*/ 62 w 550"/>
                <a:gd name="T25" fmla="*/ 588 h 593"/>
                <a:gd name="T26" fmla="*/ 162 w 550"/>
                <a:gd name="T27" fmla="*/ 581 h 593"/>
                <a:gd name="T28" fmla="*/ 213 w 550"/>
                <a:gd name="T29" fmla="*/ 504 h 593"/>
                <a:gd name="T30" fmla="*/ 218 w 550"/>
                <a:gd name="T31" fmla="*/ 460 h 593"/>
                <a:gd name="T32" fmla="*/ 219 w 550"/>
                <a:gd name="T33" fmla="*/ 402 h 593"/>
                <a:gd name="T34" fmla="*/ 224 w 550"/>
                <a:gd name="T35" fmla="*/ 391 h 593"/>
                <a:gd name="T36" fmla="*/ 233 w 550"/>
                <a:gd name="T37" fmla="*/ 316 h 593"/>
                <a:gd name="T38" fmla="*/ 267 w 550"/>
                <a:gd name="T39" fmla="*/ 287 h 593"/>
                <a:gd name="T40" fmla="*/ 279 w 550"/>
                <a:gd name="T41" fmla="*/ 279 h 593"/>
                <a:gd name="T42" fmla="*/ 290 w 550"/>
                <a:gd name="T43" fmla="*/ 287 h 593"/>
                <a:gd name="T44" fmla="*/ 311 w 550"/>
                <a:gd name="T45" fmla="*/ 307 h 593"/>
                <a:gd name="T46" fmla="*/ 314 w 550"/>
                <a:gd name="T47" fmla="*/ 317 h 593"/>
                <a:gd name="T48" fmla="*/ 316 w 550"/>
                <a:gd name="T49" fmla="*/ 380 h 593"/>
                <a:gd name="T50" fmla="*/ 332 w 550"/>
                <a:gd name="T51" fmla="*/ 510 h 593"/>
                <a:gd name="T52" fmla="*/ 393 w 550"/>
                <a:gd name="T53" fmla="*/ 580 h 593"/>
                <a:gd name="T54" fmla="*/ 490 w 550"/>
                <a:gd name="T55" fmla="*/ 592 h 593"/>
                <a:gd name="T56" fmla="*/ 502 w 550"/>
                <a:gd name="T57" fmla="*/ 590 h 593"/>
                <a:gd name="T58" fmla="*/ 545 w 550"/>
                <a:gd name="T59" fmla="*/ 517 h 593"/>
                <a:gd name="T60" fmla="*/ 526 w 550"/>
                <a:gd name="T61" fmla="*/ 385 h 593"/>
                <a:gd name="T62" fmla="*/ 506 w 550"/>
                <a:gd name="T63" fmla="*/ 293 h 593"/>
                <a:gd name="T64" fmla="*/ 451 w 550"/>
                <a:gd name="T65" fmla="*/ 196 h 593"/>
                <a:gd name="T66" fmla="*/ 366 w 550"/>
                <a:gd name="T67" fmla="*/ 149 h 593"/>
                <a:gd name="T68" fmla="*/ 322 w 550"/>
                <a:gd name="T69" fmla="*/ 173 h 593"/>
                <a:gd name="T70" fmla="*/ 323 w 550"/>
                <a:gd name="T71" fmla="*/ 125 h 593"/>
                <a:gd name="T72" fmla="*/ 320 w 550"/>
                <a:gd name="T73" fmla="*/ 92 h 593"/>
                <a:gd name="T74" fmla="*/ 322 w 550"/>
                <a:gd name="T75" fmla="*/ 63 h 593"/>
                <a:gd name="T76" fmla="*/ 323 w 550"/>
                <a:gd name="T77" fmla="*/ 34 h 593"/>
                <a:gd name="T78" fmla="*/ 321 w 550"/>
                <a:gd name="T79" fmla="*/ 0 h 593"/>
                <a:gd name="T80" fmla="*/ 237 w 550"/>
                <a:gd name="T81" fmla="*/ 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50" h="593">
                  <a:moveTo>
                    <a:pt x="237" y="3"/>
                  </a:moveTo>
                  <a:cubicBezTo>
                    <a:pt x="231" y="12"/>
                    <a:pt x="230" y="25"/>
                    <a:pt x="236" y="36"/>
                  </a:cubicBezTo>
                  <a:cubicBezTo>
                    <a:pt x="236" y="36"/>
                    <a:pt x="236" y="37"/>
                    <a:pt x="236" y="37"/>
                  </a:cubicBezTo>
                  <a:cubicBezTo>
                    <a:pt x="235" y="37"/>
                    <a:pt x="235" y="38"/>
                    <a:pt x="235" y="38"/>
                  </a:cubicBezTo>
                  <a:cubicBezTo>
                    <a:pt x="234" y="43"/>
                    <a:pt x="233" y="51"/>
                    <a:pt x="237" y="61"/>
                  </a:cubicBezTo>
                  <a:cubicBezTo>
                    <a:pt x="237" y="61"/>
                    <a:pt x="237" y="61"/>
                    <a:pt x="237" y="61"/>
                  </a:cubicBezTo>
                  <a:cubicBezTo>
                    <a:pt x="232" y="71"/>
                    <a:pt x="235" y="83"/>
                    <a:pt x="237" y="89"/>
                  </a:cubicBezTo>
                  <a:cubicBezTo>
                    <a:pt x="233" y="99"/>
                    <a:pt x="232" y="109"/>
                    <a:pt x="236" y="117"/>
                  </a:cubicBezTo>
                  <a:cubicBezTo>
                    <a:pt x="234" y="121"/>
                    <a:pt x="232" y="125"/>
                    <a:pt x="232" y="129"/>
                  </a:cubicBezTo>
                  <a:cubicBezTo>
                    <a:pt x="231" y="135"/>
                    <a:pt x="233" y="141"/>
                    <a:pt x="236" y="146"/>
                  </a:cubicBezTo>
                  <a:cubicBezTo>
                    <a:pt x="234" y="149"/>
                    <a:pt x="232" y="153"/>
                    <a:pt x="232" y="157"/>
                  </a:cubicBezTo>
                  <a:cubicBezTo>
                    <a:pt x="231" y="162"/>
                    <a:pt x="232" y="167"/>
                    <a:pt x="235" y="172"/>
                  </a:cubicBezTo>
                  <a:cubicBezTo>
                    <a:pt x="234" y="172"/>
                    <a:pt x="234" y="173"/>
                    <a:pt x="234" y="173"/>
                  </a:cubicBezTo>
                  <a:cubicBezTo>
                    <a:pt x="232" y="171"/>
                    <a:pt x="231" y="168"/>
                    <a:pt x="229" y="166"/>
                  </a:cubicBezTo>
                  <a:cubicBezTo>
                    <a:pt x="227" y="165"/>
                    <a:pt x="227" y="165"/>
                    <a:pt x="227" y="165"/>
                  </a:cubicBezTo>
                  <a:cubicBezTo>
                    <a:pt x="217" y="153"/>
                    <a:pt x="204" y="139"/>
                    <a:pt x="184" y="139"/>
                  </a:cubicBezTo>
                  <a:cubicBezTo>
                    <a:pt x="167" y="139"/>
                    <a:pt x="149" y="149"/>
                    <a:pt x="127" y="169"/>
                  </a:cubicBezTo>
                  <a:cubicBezTo>
                    <a:pt x="83" y="212"/>
                    <a:pt x="35" y="278"/>
                    <a:pt x="30" y="316"/>
                  </a:cubicBezTo>
                  <a:cubicBezTo>
                    <a:pt x="29" y="326"/>
                    <a:pt x="29" y="334"/>
                    <a:pt x="30" y="341"/>
                  </a:cubicBezTo>
                  <a:cubicBezTo>
                    <a:pt x="30" y="341"/>
                    <a:pt x="30" y="341"/>
                    <a:pt x="30" y="341"/>
                  </a:cubicBezTo>
                  <a:cubicBezTo>
                    <a:pt x="30" y="342"/>
                    <a:pt x="30" y="343"/>
                    <a:pt x="30" y="344"/>
                  </a:cubicBezTo>
                  <a:cubicBezTo>
                    <a:pt x="20" y="365"/>
                    <a:pt x="16" y="381"/>
                    <a:pt x="19" y="395"/>
                  </a:cubicBezTo>
                  <a:cubicBezTo>
                    <a:pt x="19" y="395"/>
                    <a:pt x="19" y="396"/>
                    <a:pt x="19" y="397"/>
                  </a:cubicBezTo>
                  <a:cubicBezTo>
                    <a:pt x="10" y="414"/>
                    <a:pt x="5" y="442"/>
                    <a:pt x="3" y="482"/>
                  </a:cubicBezTo>
                  <a:cubicBezTo>
                    <a:pt x="0" y="515"/>
                    <a:pt x="22" y="580"/>
                    <a:pt x="58" y="586"/>
                  </a:cubicBezTo>
                  <a:cubicBezTo>
                    <a:pt x="59" y="587"/>
                    <a:pt x="60" y="587"/>
                    <a:pt x="62" y="588"/>
                  </a:cubicBezTo>
                  <a:cubicBezTo>
                    <a:pt x="70" y="590"/>
                    <a:pt x="79" y="591"/>
                    <a:pt x="89" y="591"/>
                  </a:cubicBezTo>
                  <a:cubicBezTo>
                    <a:pt x="113" y="591"/>
                    <a:pt x="141" y="586"/>
                    <a:pt x="162" y="581"/>
                  </a:cubicBezTo>
                  <a:cubicBezTo>
                    <a:pt x="206" y="571"/>
                    <a:pt x="210" y="531"/>
                    <a:pt x="212" y="509"/>
                  </a:cubicBezTo>
                  <a:cubicBezTo>
                    <a:pt x="213" y="507"/>
                    <a:pt x="213" y="506"/>
                    <a:pt x="213" y="504"/>
                  </a:cubicBezTo>
                  <a:cubicBezTo>
                    <a:pt x="213" y="500"/>
                    <a:pt x="214" y="497"/>
                    <a:pt x="215" y="493"/>
                  </a:cubicBezTo>
                  <a:cubicBezTo>
                    <a:pt x="216" y="484"/>
                    <a:pt x="217" y="474"/>
                    <a:pt x="218" y="460"/>
                  </a:cubicBezTo>
                  <a:cubicBezTo>
                    <a:pt x="218" y="456"/>
                    <a:pt x="216" y="453"/>
                    <a:pt x="214" y="450"/>
                  </a:cubicBezTo>
                  <a:cubicBezTo>
                    <a:pt x="220" y="433"/>
                    <a:pt x="221" y="417"/>
                    <a:pt x="219" y="402"/>
                  </a:cubicBezTo>
                  <a:cubicBezTo>
                    <a:pt x="218" y="402"/>
                    <a:pt x="218" y="402"/>
                    <a:pt x="218" y="401"/>
                  </a:cubicBezTo>
                  <a:cubicBezTo>
                    <a:pt x="222" y="398"/>
                    <a:pt x="223" y="394"/>
                    <a:pt x="224" y="391"/>
                  </a:cubicBezTo>
                  <a:cubicBezTo>
                    <a:pt x="226" y="379"/>
                    <a:pt x="232" y="343"/>
                    <a:pt x="231" y="317"/>
                  </a:cubicBezTo>
                  <a:cubicBezTo>
                    <a:pt x="232" y="316"/>
                    <a:pt x="232" y="316"/>
                    <a:pt x="233" y="316"/>
                  </a:cubicBezTo>
                  <a:cubicBezTo>
                    <a:pt x="247" y="304"/>
                    <a:pt x="257" y="295"/>
                    <a:pt x="263" y="290"/>
                  </a:cubicBezTo>
                  <a:cubicBezTo>
                    <a:pt x="264" y="289"/>
                    <a:pt x="266" y="288"/>
                    <a:pt x="267" y="287"/>
                  </a:cubicBezTo>
                  <a:cubicBezTo>
                    <a:pt x="271" y="285"/>
                    <a:pt x="276" y="282"/>
                    <a:pt x="279" y="279"/>
                  </a:cubicBezTo>
                  <a:cubicBezTo>
                    <a:pt x="279" y="279"/>
                    <a:pt x="279" y="279"/>
                    <a:pt x="279" y="279"/>
                  </a:cubicBezTo>
                  <a:cubicBezTo>
                    <a:pt x="279" y="279"/>
                    <a:pt x="279" y="279"/>
                    <a:pt x="279" y="279"/>
                  </a:cubicBezTo>
                  <a:cubicBezTo>
                    <a:pt x="282" y="282"/>
                    <a:pt x="286" y="285"/>
                    <a:pt x="290" y="287"/>
                  </a:cubicBezTo>
                  <a:cubicBezTo>
                    <a:pt x="292" y="288"/>
                    <a:pt x="294" y="289"/>
                    <a:pt x="294" y="290"/>
                  </a:cubicBezTo>
                  <a:cubicBezTo>
                    <a:pt x="300" y="294"/>
                    <a:pt x="305" y="300"/>
                    <a:pt x="311" y="307"/>
                  </a:cubicBezTo>
                  <a:cubicBezTo>
                    <a:pt x="312" y="308"/>
                    <a:pt x="313" y="308"/>
                    <a:pt x="314" y="309"/>
                  </a:cubicBezTo>
                  <a:cubicBezTo>
                    <a:pt x="314" y="312"/>
                    <a:pt x="314" y="314"/>
                    <a:pt x="314" y="317"/>
                  </a:cubicBezTo>
                  <a:cubicBezTo>
                    <a:pt x="314" y="326"/>
                    <a:pt x="314" y="333"/>
                    <a:pt x="313" y="339"/>
                  </a:cubicBezTo>
                  <a:cubicBezTo>
                    <a:pt x="313" y="345"/>
                    <a:pt x="313" y="361"/>
                    <a:pt x="316" y="380"/>
                  </a:cubicBezTo>
                  <a:cubicBezTo>
                    <a:pt x="315" y="382"/>
                    <a:pt x="314" y="385"/>
                    <a:pt x="314" y="387"/>
                  </a:cubicBezTo>
                  <a:cubicBezTo>
                    <a:pt x="317" y="443"/>
                    <a:pt x="321" y="485"/>
                    <a:pt x="332" y="510"/>
                  </a:cubicBezTo>
                  <a:cubicBezTo>
                    <a:pt x="335" y="518"/>
                    <a:pt x="337" y="524"/>
                    <a:pt x="339" y="531"/>
                  </a:cubicBezTo>
                  <a:cubicBezTo>
                    <a:pt x="345" y="554"/>
                    <a:pt x="351" y="569"/>
                    <a:pt x="393" y="580"/>
                  </a:cubicBezTo>
                  <a:cubicBezTo>
                    <a:pt x="425" y="588"/>
                    <a:pt x="455" y="593"/>
                    <a:pt x="476" y="593"/>
                  </a:cubicBezTo>
                  <a:cubicBezTo>
                    <a:pt x="481" y="593"/>
                    <a:pt x="486" y="592"/>
                    <a:pt x="490" y="592"/>
                  </a:cubicBezTo>
                  <a:cubicBezTo>
                    <a:pt x="492" y="591"/>
                    <a:pt x="494" y="590"/>
                    <a:pt x="496" y="589"/>
                  </a:cubicBezTo>
                  <a:cubicBezTo>
                    <a:pt x="498" y="590"/>
                    <a:pt x="500" y="590"/>
                    <a:pt x="502" y="590"/>
                  </a:cubicBezTo>
                  <a:cubicBezTo>
                    <a:pt x="528" y="590"/>
                    <a:pt x="543" y="547"/>
                    <a:pt x="545" y="518"/>
                  </a:cubicBezTo>
                  <a:cubicBezTo>
                    <a:pt x="545" y="517"/>
                    <a:pt x="545" y="517"/>
                    <a:pt x="545" y="517"/>
                  </a:cubicBezTo>
                  <a:cubicBezTo>
                    <a:pt x="548" y="485"/>
                    <a:pt x="550" y="464"/>
                    <a:pt x="530" y="391"/>
                  </a:cubicBezTo>
                  <a:cubicBezTo>
                    <a:pt x="530" y="389"/>
                    <a:pt x="528" y="387"/>
                    <a:pt x="526" y="385"/>
                  </a:cubicBezTo>
                  <a:cubicBezTo>
                    <a:pt x="526" y="384"/>
                    <a:pt x="526" y="383"/>
                    <a:pt x="526" y="381"/>
                  </a:cubicBezTo>
                  <a:cubicBezTo>
                    <a:pt x="525" y="348"/>
                    <a:pt x="521" y="321"/>
                    <a:pt x="506" y="293"/>
                  </a:cubicBezTo>
                  <a:cubicBezTo>
                    <a:pt x="503" y="275"/>
                    <a:pt x="492" y="235"/>
                    <a:pt x="459" y="203"/>
                  </a:cubicBezTo>
                  <a:cubicBezTo>
                    <a:pt x="451" y="196"/>
                    <a:pt x="451" y="196"/>
                    <a:pt x="451" y="196"/>
                  </a:cubicBezTo>
                  <a:cubicBezTo>
                    <a:pt x="419" y="165"/>
                    <a:pt x="402" y="148"/>
                    <a:pt x="377" y="148"/>
                  </a:cubicBezTo>
                  <a:cubicBezTo>
                    <a:pt x="373" y="148"/>
                    <a:pt x="370" y="149"/>
                    <a:pt x="366" y="149"/>
                  </a:cubicBezTo>
                  <a:cubicBezTo>
                    <a:pt x="343" y="154"/>
                    <a:pt x="333" y="169"/>
                    <a:pt x="327" y="186"/>
                  </a:cubicBezTo>
                  <a:cubicBezTo>
                    <a:pt x="326" y="181"/>
                    <a:pt x="324" y="176"/>
                    <a:pt x="322" y="173"/>
                  </a:cubicBezTo>
                  <a:cubicBezTo>
                    <a:pt x="325" y="164"/>
                    <a:pt x="324" y="154"/>
                    <a:pt x="321" y="147"/>
                  </a:cubicBezTo>
                  <a:cubicBezTo>
                    <a:pt x="325" y="138"/>
                    <a:pt x="324" y="129"/>
                    <a:pt x="323" y="125"/>
                  </a:cubicBezTo>
                  <a:cubicBezTo>
                    <a:pt x="323" y="122"/>
                    <a:pt x="322" y="119"/>
                    <a:pt x="321" y="117"/>
                  </a:cubicBezTo>
                  <a:cubicBezTo>
                    <a:pt x="322" y="109"/>
                    <a:pt x="323" y="99"/>
                    <a:pt x="320" y="92"/>
                  </a:cubicBezTo>
                  <a:cubicBezTo>
                    <a:pt x="320" y="91"/>
                    <a:pt x="320" y="90"/>
                    <a:pt x="320" y="89"/>
                  </a:cubicBezTo>
                  <a:cubicBezTo>
                    <a:pt x="324" y="82"/>
                    <a:pt x="324" y="71"/>
                    <a:pt x="322" y="63"/>
                  </a:cubicBezTo>
                  <a:cubicBezTo>
                    <a:pt x="325" y="55"/>
                    <a:pt x="325" y="46"/>
                    <a:pt x="324" y="39"/>
                  </a:cubicBezTo>
                  <a:cubicBezTo>
                    <a:pt x="324" y="37"/>
                    <a:pt x="323" y="36"/>
                    <a:pt x="323" y="34"/>
                  </a:cubicBezTo>
                  <a:cubicBezTo>
                    <a:pt x="327" y="26"/>
                    <a:pt x="327" y="16"/>
                    <a:pt x="326" y="11"/>
                  </a:cubicBezTo>
                  <a:cubicBezTo>
                    <a:pt x="325" y="6"/>
                    <a:pt x="323" y="2"/>
                    <a:pt x="321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238" y="1"/>
                    <a:pt x="237" y="2"/>
                    <a:pt x="237" y="3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8" name="Freeform 197"/>
            <p:cNvSpPr>
              <a:spLocks/>
            </p:cNvSpPr>
            <p:nvPr/>
          </p:nvSpPr>
          <p:spPr bwMode="auto">
            <a:xfrm>
              <a:off x="2961" y="157"/>
              <a:ext cx="892" cy="978"/>
            </a:xfrm>
            <a:custGeom>
              <a:avLst/>
              <a:gdLst>
                <a:gd name="T0" fmla="*/ 526 w 549"/>
                <a:gd name="T1" fmla="*/ 394 h 602"/>
                <a:gd name="T2" fmla="*/ 506 w 549"/>
                <a:gd name="T3" fmla="*/ 302 h 602"/>
                <a:gd name="T4" fmla="*/ 451 w 549"/>
                <a:gd name="T5" fmla="*/ 205 h 602"/>
                <a:gd name="T6" fmla="*/ 366 w 549"/>
                <a:gd name="T7" fmla="*/ 158 h 602"/>
                <a:gd name="T8" fmla="*/ 322 w 549"/>
                <a:gd name="T9" fmla="*/ 182 h 602"/>
                <a:gd name="T10" fmla="*/ 323 w 549"/>
                <a:gd name="T11" fmla="*/ 134 h 602"/>
                <a:gd name="T12" fmla="*/ 320 w 549"/>
                <a:gd name="T13" fmla="*/ 101 h 602"/>
                <a:gd name="T14" fmla="*/ 321 w 549"/>
                <a:gd name="T15" fmla="*/ 72 h 602"/>
                <a:gd name="T16" fmla="*/ 322 w 549"/>
                <a:gd name="T17" fmla="*/ 43 h 602"/>
                <a:gd name="T18" fmla="*/ 318 w 549"/>
                <a:gd name="T19" fmla="*/ 6 h 602"/>
                <a:gd name="T20" fmla="*/ 305 w 549"/>
                <a:gd name="T21" fmla="*/ 5 h 602"/>
                <a:gd name="T22" fmla="*/ 278 w 549"/>
                <a:gd name="T23" fmla="*/ 0 h 602"/>
                <a:gd name="T24" fmla="*/ 254 w 549"/>
                <a:gd name="T25" fmla="*/ 5 h 602"/>
                <a:gd name="T26" fmla="*/ 236 w 549"/>
                <a:gd name="T27" fmla="*/ 12 h 602"/>
                <a:gd name="T28" fmla="*/ 235 w 549"/>
                <a:gd name="T29" fmla="*/ 46 h 602"/>
                <a:gd name="T30" fmla="*/ 237 w 549"/>
                <a:gd name="T31" fmla="*/ 70 h 602"/>
                <a:gd name="T32" fmla="*/ 237 w 549"/>
                <a:gd name="T33" fmla="*/ 98 h 602"/>
                <a:gd name="T34" fmla="*/ 232 w 549"/>
                <a:gd name="T35" fmla="*/ 138 h 602"/>
                <a:gd name="T36" fmla="*/ 232 w 549"/>
                <a:gd name="T37" fmla="*/ 166 h 602"/>
                <a:gd name="T38" fmla="*/ 234 w 549"/>
                <a:gd name="T39" fmla="*/ 182 h 602"/>
                <a:gd name="T40" fmla="*/ 227 w 549"/>
                <a:gd name="T41" fmla="*/ 174 h 602"/>
                <a:gd name="T42" fmla="*/ 127 w 549"/>
                <a:gd name="T43" fmla="*/ 178 h 602"/>
                <a:gd name="T44" fmla="*/ 30 w 549"/>
                <a:gd name="T45" fmla="*/ 350 h 602"/>
                <a:gd name="T46" fmla="*/ 30 w 549"/>
                <a:gd name="T47" fmla="*/ 353 h 602"/>
                <a:gd name="T48" fmla="*/ 19 w 549"/>
                <a:gd name="T49" fmla="*/ 406 h 602"/>
                <a:gd name="T50" fmla="*/ 57 w 549"/>
                <a:gd name="T51" fmla="*/ 595 h 602"/>
                <a:gd name="T52" fmla="*/ 89 w 549"/>
                <a:gd name="T53" fmla="*/ 600 h 602"/>
                <a:gd name="T54" fmla="*/ 212 w 549"/>
                <a:gd name="T55" fmla="*/ 518 h 602"/>
                <a:gd name="T56" fmla="*/ 214 w 549"/>
                <a:gd name="T57" fmla="*/ 502 h 602"/>
                <a:gd name="T58" fmla="*/ 213 w 549"/>
                <a:gd name="T59" fmla="*/ 459 h 602"/>
                <a:gd name="T60" fmla="*/ 218 w 549"/>
                <a:gd name="T61" fmla="*/ 410 h 602"/>
                <a:gd name="T62" fmla="*/ 231 w 549"/>
                <a:gd name="T63" fmla="*/ 326 h 602"/>
                <a:gd name="T64" fmla="*/ 263 w 549"/>
                <a:gd name="T65" fmla="*/ 299 h 602"/>
                <a:gd name="T66" fmla="*/ 278 w 549"/>
                <a:gd name="T67" fmla="*/ 288 h 602"/>
                <a:gd name="T68" fmla="*/ 279 w 549"/>
                <a:gd name="T69" fmla="*/ 288 h 602"/>
                <a:gd name="T70" fmla="*/ 294 w 549"/>
                <a:gd name="T71" fmla="*/ 299 h 602"/>
                <a:gd name="T72" fmla="*/ 313 w 549"/>
                <a:gd name="T73" fmla="*/ 318 h 602"/>
                <a:gd name="T74" fmla="*/ 313 w 549"/>
                <a:gd name="T75" fmla="*/ 348 h 602"/>
                <a:gd name="T76" fmla="*/ 314 w 549"/>
                <a:gd name="T77" fmla="*/ 396 h 602"/>
                <a:gd name="T78" fmla="*/ 339 w 549"/>
                <a:gd name="T79" fmla="*/ 540 h 602"/>
                <a:gd name="T80" fmla="*/ 475 w 549"/>
                <a:gd name="T81" fmla="*/ 602 h 602"/>
                <a:gd name="T82" fmla="*/ 490 w 549"/>
                <a:gd name="T83" fmla="*/ 601 h 602"/>
                <a:gd name="T84" fmla="*/ 502 w 549"/>
                <a:gd name="T85" fmla="*/ 599 h 602"/>
                <a:gd name="T86" fmla="*/ 545 w 549"/>
                <a:gd name="T87" fmla="*/ 527 h 602"/>
                <a:gd name="T88" fmla="*/ 530 w 549"/>
                <a:gd name="T89" fmla="*/ 40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49" h="602">
                  <a:moveTo>
                    <a:pt x="530" y="400"/>
                  </a:moveTo>
                  <a:cubicBezTo>
                    <a:pt x="529" y="398"/>
                    <a:pt x="528" y="396"/>
                    <a:pt x="526" y="394"/>
                  </a:cubicBezTo>
                  <a:cubicBezTo>
                    <a:pt x="526" y="393"/>
                    <a:pt x="526" y="392"/>
                    <a:pt x="526" y="390"/>
                  </a:cubicBezTo>
                  <a:cubicBezTo>
                    <a:pt x="525" y="357"/>
                    <a:pt x="521" y="330"/>
                    <a:pt x="506" y="302"/>
                  </a:cubicBezTo>
                  <a:cubicBezTo>
                    <a:pt x="502" y="284"/>
                    <a:pt x="491" y="244"/>
                    <a:pt x="459" y="212"/>
                  </a:cubicBezTo>
                  <a:cubicBezTo>
                    <a:pt x="451" y="205"/>
                    <a:pt x="451" y="205"/>
                    <a:pt x="451" y="205"/>
                  </a:cubicBezTo>
                  <a:cubicBezTo>
                    <a:pt x="419" y="174"/>
                    <a:pt x="402" y="157"/>
                    <a:pt x="376" y="157"/>
                  </a:cubicBezTo>
                  <a:cubicBezTo>
                    <a:pt x="373" y="157"/>
                    <a:pt x="369" y="158"/>
                    <a:pt x="366" y="158"/>
                  </a:cubicBezTo>
                  <a:cubicBezTo>
                    <a:pt x="342" y="163"/>
                    <a:pt x="333" y="178"/>
                    <a:pt x="326" y="195"/>
                  </a:cubicBezTo>
                  <a:cubicBezTo>
                    <a:pt x="326" y="190"/>
                    <a:pt x="324" y="185"/>
                    <a:pt x="322" y="182"/>
                  </a:cubicBezTo>
                  <a:cubicBezTo>
                    <a:pt x="325" y="173"/>
                    <a:pt x="324" y="163"/>
                    <a:pt x="321" y="156"/>
                  </a:cubicBezTo>
                  <a:cubicBezTo>
                    <a:pt x="325" y="147"/>
                    <a:pt x="324" y="138"/>
                    <a:pt x="323" y="134"/>
                  </a:cubicBezTo>
                  <a:cubicBezTo>
                    <a:pt x="322" y="131"/>
                    <a:pt x="321" y="128"/>
                    <a:pt x="320" y="126"/>
                  </a:cubicBezTo>
                  <a:cubicBezTo>
                    <a:pt x="322" y="118"/>
                    <a:pt x="322" y="108"/>
                    <a:pt x="320" y="101"/>
                  </a:cubicBezTo>
                  <a:cubicBezTo>
                    <a:pt x="320" y="100"/>
                    <a:pt x="320" y="99"/>
                    <a:pt x="320" y="98"/>
                  </a:cubicBezTo>
                  <a:cubicBezTo>
                    <a:pt x="323" y="91"/>
                    <a:pt x="324" y="80"/>
                    <a:pt x="321" y="72"/>
                  </a:cubicBezTo>
                  <a:cubicBezTo>
                    <a:pt x="325" y="64"/>
                    <a:pt x="325" y="55"/>
                    <a:pt x="324" y="48"/>
                  </a:cubicBezTo>
                  <a:cubicBezTo>
                    <a:pt x="324" y="46"/>
                    <a:pt x="323" y="45"/>
                    <a:pt x="322" y="43"/>
                  </a:cubicBezTo>
                  <a:cubicBezTo>
                    <a:pt x="326" y="35"/>
                    <a:pt x="326" y="25"/>
                    <a:pt x="325" y="20"/>
                  </a:cubicBezTo>
                  <a:cubicBezTo>
                    <a:pt x="324" y="13"/>
                    <a:pt x="322" y="9"/>
                    <a:pt x="318" y="6"/>
                  </a:cubicBezTo>
                  <a:cubicBezTo>
                    <a:pt x="314" y="4"/>
                    <a:pt x="310" y="3"/>
                    <a:pt x="306" y="5"/>
                  </a:cubicBezTo>
                  <a:cubicBezTo>
                    <a:pt x="306" y="5"/>
                    <a:pt x="306" y="5"/>
                    <a:pt x="305" y="5"/>
                  </a:cubicBezTo>
                  <a:cubicBezTo>
                    <a:pt x="303" y="5"/>
                    <a:pt x="299" y="4"/>
                    <a:pt x="296" y="3"/>
                  </a:cubicBezTo>
                  <a:cubicBezTo>
                    <a:pt x="291" y="2"/>
                    <a:pt x="284" y="0"/>
                    <a:pt x="278" y="0"/>
                  </a:cubicBezTo>
                  <a:cubicBezTo>
                    <a:pt x="277" y="0"/>
                    <a:pt x="277" y="0"/>
                    <a:pt x="277" y="0"/>
                  </a:cubicBezTo>
                  <a:cubicBezTo>
                    <a:pt x="268" y="0"/>
                    <a:pt x="260" y="3"/>
                    <a:pt x="254" y="5"/>
                  </a:cubicBezTo>
                  <a:cubicBezTo>
                    <a:pt x="252" y="5"/>
                    <a:pt x="250" y="6"/>
                    <a:pt x="249" y="6"/>
                  </a:cubicBezTo>
                  <a:cubicBezTo>
                    <a:pt x="244" y="5"/>
                    <a:pt x="239" y="7"/>
                    <a:pt x="236" y="12"/>
                  </a:cubicBezTo>
                  <a:cubicBezTo>
                    <a:pt x="230" y="21"/>
                    <a:pt x="230" y="34"/>
                    <a:pt x="235" y="45"/>
                  </a:cubicBezTo>
                  <a:cubicBezTo>
                    <a:pt x="235" y="45"/>
                    <a:pt x="235" y="46"/>
                    <a:pt x="235" y="46"/>
                  </a:cubicBezTo>
                  <a:cubicBezTo>
                    <a:pt x="235" y="46"/>
                    <a:pt x="235" y="47"/>
                    <a:pt x="235" y="47"/>
                  </a:cubicBezTo>
                  <a:cubicBezTo>
                    <a:pt x="234" y="52"/>
                    <a:pt x="232" y="60"/>
                    <a:pt x="237" y="70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2" y="80"/>
                    <a:pt x="235" y="92"/>
                    <a:pt x="237" y="98"/>
                  </a:cubicBezTo>
                  <a:cubicBezTo>
                    <a:pt x="232" y="108"/>
                    <a:pt x="232" y="118"/>
                    <a:pt x="236" y="126"/>
                  </a:cubicBezTo>
                  <a:cubicBezTo>
                    <a:pt x="233" y="130"/>
                    <a:pt x="232" y="134"/>
                    <a:pt x="232" y="138"/>
                  </a:cubicBezTo>
                  <a:cubicBezTo>
                    <a:pt x="231" y="144"/>
                    <a:pt x="233" y="150"/>
                    <a:pt x="236" y="155"/>
                  </a:cubicBezTo>
                  <a:cubicBezTo>
                    <a:pt x="233" y="158"/>
                    <a:pt x="232" y="162"/>
                    <a:pt x="232" y="166"/>
                  </a:cubicBezTo>
                  <a:cubicBezTo>
                    <a:pt x="231" y="171"/>
                    <a:pt x="232" y="176"/>
                    <a:pt x="234" y="181"/>
                  </a:cubicBezTo>
                  <a:cubicBezTo>
                    <a:pt x="234" y="181"/>
                    <a:pt x="234" y="182"/>
                    <a:pt x="234" y="182"/>
                  </a:cubicBezTo>
                  <a:cubicBezTo>
                    <a:pt x="232" y="180"/>
                    <a:pt x="230" y="177"/>
                    <a:pt x="228" y="175"/>
                  </a:cubicBezTo>
                  <a:cubicBezTo>
                    <a:pt x="227" y="174"/>
                    <a:pt x="227" y="174"/>
                    <a:pt x="227" y="174"/>
                  </a:cubicBezTo>
                  <a:cubicBezTo>
                    <a:pt x="217" y="162"/>
                    <a:pt x="204" y="148"/>
                    <a:pt x="183" y="148"/>
                  </a:cubicBezTo>
                  <a:cubicBezTo>
                    <a:pt x="166" y="148"/>
                    <a:pt x="148" y="158"/>
                    <a:pt x="127" y="178"/>
                  </a:cubicBezTo>
                  <a:cubicBezTo>
                    <a:pt x="83" y="221"/>
                    <a:pt x="34" y="287"/>
                    <a:pt x="30" y="325"/>
                  </a:cubicBezTo>
                  <a:cubicBezTo>
                    <a:pt x="28" y="335"/>
                    <a:pt x="28" y="343"/>
                    <a:pt x="30" y="350"/>
                  </a:cubicBezTo>
                  <a:cubicBezTo>
                    <a:pt x="30" y="350"/>
                    <a:pt x="30" y="350"/>
                    <a:pt x="30" y="350"/>
                  </a:cubicBezTo>
                  <a:cubicBezTo>
                    <a:pt x="30" y="351"/>
                    <a:pt x="30" y="352"/>
                    <a:pt x="30" y="353"/>
                  </a:cubicBezTo>
                  <a:cubicBezTo>
                    <a:pt x="19" y="374"/>
                    <a:pt x="16" y="390"/>
                    <a:pt x="18" y="404"/>
                  </a:cubicBezTo>
                  <a:cubicBezTo>
                    <a:pt x="18" y="404"/>
                    <a:pt x="19" y="405"/>
                    <a:pt x="19" y="406"/>
                  </a:cubicBezTo>
                  <a:cubicBezTo>
                    <a:pt x="10" y="423"/>
                    <a:pt x="5" y="451"/>
                    <a:pt x="2" y="491"/>
                  </a:cubicBezTo>
                  <a:cubicBezTo>
                    <a:pt x="0" y="524"/>
                    <a:pt x="22" y="589"/>
                    <a:pt x="57" y="595"/>
                  </a:cubicBezTo>
                  <a:cubicBezTo>
                    <a:pt x="59" y="596"/>
                    <a:pt x="60" y="596"/>
                    <a:pt x="62" y="597"/>
                  </a:cubicBezTo>
                  <a:cubicBezTo>
                    <a:pt x="69" y="599"/>
                    <a:pt x="78" y="600"/>
                    <a:pt x="89" y="600"/>
                  </a:cubicBezTo>
                  <a:cubicBezTo>
                    <a:pt x="113" y="600"/>
                    <a:pt x="140" y="595"/>
                    <a:pt x="162" y="590"/>
                  </a:cubicBezTo>
                  <a:cubicBezTo>
                    <a:pt x="206" y="580"/>
                    <a:pt x="210" y="540"/>
                    <a:pt x="212" y="518"/>
                  </a:cubicBezTo>
                  <a:cubicBezTo>
                    <a:pt x="212" y="516"/>
                    <a:pt x="212" y="515"/>
                    <a:pt x="213" y="513"/>
                  </a:cubicBezTo>
                  <a:cubicBezTo>
                    <a:pt x="213" y="509"/>
                    <a:pt x="214" y="506"/>
                    <a:pt x="214" y="502"/>
                  </a:cubicBezTo>
                  <a:cubicBezTo>
                    <a:pt x="216" y="493"/>
                    <a:pt x="217" y="483"/>
                    <a:pt x="217" y="469"/>
                  </a:cubicBezTo>
                  <a:cubicBezTo>
                    <a:pt x="217" y="465"/>
                    <a:pt x="216" y="462"/>
                    <a:pt x="213" y="459"/>
                  </a:cubicBezTo>
                  <a:cubicBezTo>
                    <a:pt x="219" y="442"/>
                    <a:pt x="221" y="426"/>
                    <a:pt x="218" y="411"/>
                  </a:cubicBezTo>
                  <a:cubicBezTo>
                    <a:pt x="218" y="411"/>
                    <a:pt x="218" y="411"/>
                    <a:pt x="218" y="410"/>
                  </a:cubicBezTo>
                  <a:cubicBezTo>
                    <a:pt x="222" y="407"/>
                    <a:pt x="223" y="403"/>
                    <a:pt x="224" y="400"/>
                  </a:cubicBezTo>
                  <a:cubicBezTo>
                    <a:pt x="226" y="388"/>
                    <a:pt x="231" y="352"/>
                    <a:pt x="231" y="326"/>
                  </a:cubicBezTo>
                  <a:cubicBezTo>
                    <a:pt x="232" y="325"/>
                    <a:pt x="232" y="325"/>
                    <a:pt x="232" y="325"/>
                  </a:cubicBezTo>
                  <a:cubicBezTo>
                    <a:pt x="247" y="313"/>
                    <a:pt x="257" y="304"/>
                    <a:pt x="263" y="299"/>
                  </a:cubicBezTo>
                  <a:cubicBezTo>
                    <a:pt x="264" y="298"/>
                    <a:pt x="266" y="297"/>
                    <a:pt x="267" y="296"/>
                  </a:cubicBezTo>
                  <a:cubicBezTo>
                    <a:pt x="271" y="294"/>
                    <a:pt x="275" y="291"/>
                    <a:pt x="278" y="288"/>
                  </a:cubicBezTo>
                  <a:cubicBezTo>
                    <a:pt x="278" y="288"/>
                    <a:pt x="278" y="288"/>
                    <a:pt x="278" y="288"/>
                  </a:cubicBezTo>
                  <a:cubicBezTo>
                    <a:pt x="279" y="288"/>
                    <a:pt x="279" y="288"/>
                    <a:pt x="279" y="288"/>
                  </a:cubicBezTo>
                  <a:cubicBezTo>
                    <a:pt x="282" y="291"/>
                    <a:pt x="286" y="294"/>
                    <a:pt x="290" y="296"/>
                  </a:cubicBezTo>
                  <a:cubicBezTo>
                    <a:pt x="291" y="297"/>
                    <a:pt x="293" y="298"/>
                    <a:pt x="294" y="299"/>
                  </a:cubicBezTo>
                  <a:cubicBezTo>
                    <a:pt x="299" y="303"/>
                    <a:pt x="305" y="309"/>
                    <a:pt x="311" y="316"/>
                  </a:cubicBezTo>
                  <a:cubicBezTo>
                    <a:pt x="312" y="317"/>
                    <a:pt x="313" y="317"/>
                    <a:pt x="313" y="318"/>
                  </a:cubicBezTo>
                  <a:cubicBezTo>
                    <a:pt x="313" y="321"/>
                    <a:pt x="313" y="323"/>
                    <a:pt x="313" y="326"/>
                  </a:cubicBezTo>
                  <a:cubicBezTo>
                    <a:pt x="313" y="335"/>
                    <a:pt x="313" y="342"/>
                    <a:pt x="313" y="348"/>
                  </a:cubicBezTo>
                  <a:cubicBezTo>
                    <a:pt x="313" y="354"/>
                    <a:pt x="312" y="370"/>
                    <a:pt x="316" y="389"/>
                  </a:cubicBezTo>
                  <a:cubicBezTo>
                    <a:pt x="314" y="391"/>
                    <a:pt x="314" y="394"/>
                    <a:pt x="314" y="396"/>
                  </a:cubicBezTo>
                  <a:cubicBezTo>
                    <a:pt x="317" y="452"/>
                    <a:pt x="321" y="494"/>
                    <a:pt x="332" y="519"/>
                  </a:cubicBezTo>
                  <a:cubicBezTo>
                    <a:pt x="335" y="527"/>
                    <a:pt x="337" y="533"/>
                    <a:pt x="339" y="540"/>
                  </a:cubicBezTo>
                  <a:cubicBezTo>
                    <a:pt x="345" y="563"/>
                    <a:pt x="351" y="578"/>
                    <a:pt x="393" y="589"/>
                  </a:cubicBezTo>
                  <a:cubicBezTo>
                    <a:pt x="425" y="597"/>
                    <a:pt x="455" y="602"/>
                    <a:pt x="475" y="602"/>
                  </a:cubicBezTo>
                  <a:cubicBezTo>
                    <a:pt x="475" y="602"/>
                    <a:pt x="475" y="602"/>
                    <a:pt x="475" y="602"/>
                  </a:cubicBezTo>
                  <a:cubicBezTo>
                    <a:pt x="481" y="602"/>
                    <a:pt x="486" y="601"/>
                    <a:pt x="490" y="601"/>
                  </a:cubicBezTo>
                  <a:cubicBezTo>
                    <a:pt x="492" y="600"/>
                    <a:pt x="494" y="599"/>
                    <a:pt x="495" y="598"/>
                  </a:cubicBezTo>
                  <a:cubicBezTo>
                    <a:pt x="497" y="599"/>
                    <a:pt x="499" y="599"/>
                    <a:pt x="502" y="599"/>
                  </a:cubicBezTo>
                  <a:cubicBezTo>
                    <a:pt x="502" y="599"/>
                    <a:pt x="502" y="599"/>
                    <a:pt x="502" y="599"/>
                  </a:cubicBezTo>
                  <a:cubicBezTo>
                    <a:pt x="527" y="599"/>
                    <a:pt x="543" y="556"/>
                    <a:pt x="545" y="527"/>
                  </a:cubicBezTo>
                  <a:cubicBezTo>
                    <a:pt x="545" y="526"/>
                    <a:pt x="545" y="526"/>
                    <a:pt x="545" y="526"/>
                  </a:cubicBezTo>
                  <a:cubicBezTo>
                    <a:pt x="548" y="494"/>
                    <a:pt x="549" y="473"/>
                    <a:pt x="530" y="4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9" name="Freeform 198"/>
            <p:cNvSpPr>
              <a:spLocks/>
            </p:cNvSpPr>
            <p:nvPr/>
          </p:nvSpPr>
          <p:spPr bwMode="auto">
            <a:xfrm>
              <a:off x="2985" y="808"/>
              <a:ext cx="189" cy="295"/>
            </a:xfrm>
            <a:custGeom>
              <a:avLst/>
              <a:gdLst>
                <a:gd name="T0" fmla="*/ 126 w 128"/>
                <a:gd name="T1" fmla="*/ 113 h 172"/>
                <a:gd name="T2" fmla="*/ 128 w 128"/>
                <a:gd name="T3" fmla="*/ 112 h 172"/>
                <a:gd name="T4" fmla="*/ 126 w 128"/>
                <a:gd name="T5" fmla="*/ 112 h 172"/>
                <a:gd name="T6" fmla="*/ 86 w 128"/>
                <a:gd name="T7" fmla="*/ 100 h 172"/>
                <a:gd name="T8" fmla="*/ 54 w 128"/>
                <a:gd name="T9" fmla="*/ 51 h 172"/>
                <a:gd name="T10" fmla="*/ 18 w 128"/>
                <a:gd name="T11" fmla="*/ 0 h 172"/>
                <a:gd name="T12" fmla="*/ 2 w 128"/>
                <a:gd name="T13" fmla="*/ 82 h 172"/>
                <a:gd name="T14" fmla="*/ 48 w 128"/>
                <a:gd name="T15" fmla="*/ 172 h 172"/>
                <a:gd name="T16" fmla="*/ 48 w 128"/>
                <a:gd name="T17" fmla="*/ 172 h 172"/>
                <a:gd name="T18" fmla="*/ 126 w 128"/>
                <a:gd name="T19" fmla="*/ 113 h 172"/>
                <a:gd name="connsiteX0" fmla="*/ 9698 w 9951"/>
                <a:gd name="connsiteY0" fmla="*/ 6570 h 10000"/>
                <a:gd name="connsiteX1" fmla="*/ 9854 w 9951"/>
                <a:gd name="connsiteY1" fmla="*/ 6512 h 10000"/>
                <a:gd name="connsiteX2" fmla="*/ 9698 w 9951"/>
                <a:gd name="connsiteY2" fmla="*/ 6512 h 10000"/>
                <a:gd name="connsiteX3" fmla="*/ 6784 w 9951"/>
                <a:gd name="connsiteY3" fmla="*/ 5345 h 10000"/>
                <a:gd name="connsiteX4" fmla="*/ 4073 w 9951"/>
                <a:gd name="connsiteY4" fmla="*/ 2965 h 10000"/>
                <a:gd name="connsiteX5" fmla="*/ 1260 w 9951"/>
                <a:gd name="connsiteY5" fmla="*/ 0 h 10000"/>
                <a:gd name="connsiteX6" fmla="*/ 10 w 9951"/>
                <a:gd name="connsiteY6" fmla="*/ 4767 h 10000"/>
                <a:gd name="connsiteX7" fmla="*/ 3604 w 9951"/>
                <a:gd name="connsiteY7" fmla="*/ 10000 h 10000"/>
                <a:gd name="connsiteX8" fmla="*/ 3604 w 9951"/>
                <a:gd name="connsiteY8" fmla="*/ 10000 h 10000"/>
                <a:gd name="connsiteX9" fmla="*/ 9698 w 9951"/>
                <a:gd name="connsiteY9" fmla="*/ 6570 h 10000"/>
                <a:gd name="connsiteX0" fmla="*/ 10169 w 10182"/>
                <a:gd name="connsiteY0" fmla="*/ 5788 h 10000"/>
                <a:gd name="connsiteX1" fmla="*/ 9903 w 10182"/>
                <a:gd name="connsiteY1" fmla="*/ 6512 h 10000"/>
                <a:gd name="connsiteX2" fmla="*/ 9746 w 10182"/>
                <a:gd name="connsiteY2" fmla="*/ 6512 h 10000"/>
                <a:gd name="connsiteX3" fmla="*/ 6817 w 10182"/>
                <a:gd name="connsiteY3" fmla="*/ 5345 h 10000"/>
                <a:gd name="connsiteX4" fmla="*/ 4093 w 10182"/>
                <a:gd name="connsiteY4" fmla="*/ 2965 h 10000"/>
                <a:gd name="connsiteX5" fmla="*/ 1266 w 10182"/>
                <a:gd name="connsiteY5" fmla="*/ 0 h 10000"/>
                <a:gd name="connsiteX6" fmla="*/ 10 w 10182"/>
                <a:gd name="connsiteY6" fmla="*/ 4767 h 10000"/>
                <a:gd name="connsiteX7" fmla="*/ 3622 w 10182"/>
                <a:gd name="connsiteY7" fmla="*/ 10000 h 10000"/>
                <a:gd name="connsiteX8" fmla="*/ 3622 w 10182"/>
                <a:gd name="connsiteY8" fmla="*/ 10000 h 10000"/>
                <a:gd name="connsiteX9" fmla="*/ 10169 w 10182"/>
                <a:gd name="connsiteY9" fmla="*/ 5788 h 10000"/>
                <a:gd name="connsiteX0" fmla="*/ 10169 w 10191"/>
                <a:gd name="connsiteY0" fmla="*/ 5788 h 10000"/>
                <a:gd name="connsiteX1" fmla="*/ 9903 w 10191"/>
                <a:gd name="connsiteY1" fmla="*/ 6512 h 10000"/>
                <a:gd name="connsiteX2" fmla="*/ 8901 w 10191"/>
                <a:gd name="connsiteY2" fmla="*/ 5886 h 10000"/>
                <a:gd name="connsiteX3" fmla="*/ 6817 w 10191"/>
                <a:gd name="connsiteY3" fmla="*/ 5345 h 10000"/>
                <a:gd name="connsiteX4" fmla="*/ 4093 w 10191"/>
                <a:gd name="connsiteY4" fmla="*/ 2965 h 10000"/>
                <a:gd name="connsiteX5" fmla="*/ 1266 w 10191"/>
                <a:gd name="connsiteY5" fmla="*/ 0 h 10000"/>
                <a:gd name="connsiteX6" fmla="*/ 10 w 10191"/>
                <a:gd name="connsiteY6" fmla="*/ 4767 h 10000"/>
                <a:gd name="connsiteX7" fmla="*/ 3622 w 10191"/>
                <a:gd name="connsiteY7" fmla="*/ 10000 h 10000"/>
                <a:gd name="connsiteX8" fmla="*/ 3622 w 10191"/>
                <a:gd name="connsiteY8" fmla="*/ 10000 h 10000"/>
                <a:gd name="connsiteX9" fmla="*/ 10169 w 10191"/>
                <a:gd name="connsiteY9" fmla="*/ 5788 h 10000"/>
                <a:gd name="connsiteX0" fmla="*/ 10169 w 10191"/>
                <a:gd name="connsiteY0" fmla="*/ 5788 h 10000"/>
                <a:gd name="connsiteX1" fmla="*/ 9903 w 10191"/>
                <a:gd name="connsiteY1" fmla="*/ 6512 h 10000"/>
                <a:gd name="connsiteX2" fmla="*/ 8901 w 10191"/>
                <a:gd name="connsiteY2" fmla="*/ 5886 h 10000"/>
                <a:gd name="connsiteX3" fmla="*/ 7029 w 10191"/>
                <a:gd name="connsiteY3" fmla="*/ 5110 h 10000"/>
                <a:gd name="connsiteX4" fmla="*/ 4093 w 10191"/>
                <a:gd name="connsiteY4" fmla="*/ 2965 h 10000"/>
                <a:gd name="connsiteX5" fmla="*/ 1266 w 10191"/>
                <a:gd name="connsiteY5" fmla="*/ 0 h 10000"/>
                <a:gd name="connsiteX6" fmla="*/ 10 w 10191"/>
                <a:gd name="connsiteY6" fmla="*/ 4767 h 10000"/>
                <a:gd name="connsiteX7" fmla="*/ 3622 w 10191"/>
                <a:gd name="connsiteY7" fmla="*/ 10000 h 10000"/>
                <a:gd name="connsiteX8" fmla="*/ 3622 w 10191"/>
                <a:gd name="connsiteY8" fmla="*/ 10000 h 10000"/>
                <a:gd name="connsiteX9" fmla="*/ 10169 w 10191"/>
                <a:gd name="connsiteY9" fmla="*/ 5788 h 10000"/>
                <a:gd name="connsiteX0" fmla="*/ 10169 w 10191"/>
                <a:gd name="connsiteY0" fmla="*/ 5788 h 10000"/>
                <a:gd name="connsiteX1" fmla="*/ 9903 w 10191"/>
                <a:gd name="connsiteY1" fmla="*/ 6512 h 10000"/>
                <a:gd name="connsiteX2" fmla="*/ 8901 w 10191"/>
                <a:gd name="connsiteY2" fmla="*/ 5886 h 10000"/>
                <a:gd name="connsiteX3" fmla="*/ 7029 w 10191"/>
                <a:gd name="connsiteY3" fmla="*/ 5110 h 10000"/>
                <a:gd name="connsiteX4" fmla="*/ 5045 w 10191"/>
                <a:gd name="connsiteY4" fmla="*/ 2105 h 10000"/>
                <a:gd name="connsiteX5" fmla="*/ 1266 w 10191"/>
                <a:gd name="connsiteY5" fmla="*/ 0 h 10000"/>
                <a:gd name="connsiteX6" fmla="*/ 10 w 10191"/>
                <a:gd name="connsiteY6" fmla="*/ 4767 h 10000"/>
                <a:gd name="connsiteX7" fmla="*/ 3622 w 10191"/>
                <a:gd name="connsiteY7" fmla="*/ 10000 h 10000"/>
                <a:gd name="connsiteX8" fmla="*/ 3622 w 10191"/>
                <a:gd name="connsiteY8" fmla="*/ 10000 h 10000"/>
                <a:gd name="connsiteX9" fmla="*/ 10169 w 10191"/>
                <a:gd name="connsiteY9" fmla="*/ 5788 h 10000"/>
                <a:gd name="connsiteX0" fmla="*/ 10169 w 10191"/>
                <a:gd name="connsiteY0" fmla="*/ 6335 h 10547"/>
                <a:gd name="connsiteX1" fmla="*/ 9903 w 10191"/>
                <a:gd name="connsiteY1" fmla="*/ 7059 h 10547"/>
                <a:gd name="connsiteX2" fmla="*/ 8901 w 10191"/>
                <a:gd name="connsiteY2" fmla="*/ 6433 h 10547"/>
                <a:gd name="connsiteX3" fmla="*/ 7029 w 10191"/>
                <a:gd name="connsiteY3" fmla="*/ 5657 h 10547"/>
                <a:gd name="connsiteX4" fmla="*/ 5045 w 10191"/>
                <a:gd name="connsiteY4" fmla="*/ 2652 h 10547"/>
                <a:gd name="connsiteX5" fmla="*/ 1372 w 10191"/>
                <a:gd name="connsiteY5" fmla="*/ 0 h 10547"/>
                <a:gd name="connsiteX6" fmla="*/ 10 w 10191"/>
                <a:gd name="connsiteY6" fmla="*/ 5314 h 10547"/>
                <a:gd name="connsiteX7" fmla="*/ 3622 w 10191"/>
                <a:gd name="connsiteY7" fmla="*/ 10547 h 10547"/>
                <a:gd name="connsiteX8" fmla="*/ 3622 w 10191"/>
                <a:gd name="connsiteY8" fmla="*/ 10547 h 10547"/>
                <a:gd name="connsiteX9" fmla="*/ 10169 w 10191"/>
                <a:gd name="connsiteY9" fmla="*/ 6335 h 10547"/>
                <a:gd name="connsiteX0" fmla="*/ 10169 w 10425"/>
                <a:gd name="connsiteY0" fmla="*/ 6335 h 10547"/>
                <a:gd name="connsiteX1" fmla="*/ 8901 w 10425"/>
                <a:gd name="connsiteY1" fmla="*/ 6433 h 10547"/>
                <a:gd name="connsiteX2" fmla="*/ 7029 w 10425"/>
                <a:gd name="connsiteY2" fmla="*/ 5657 h 10547"/>
                <a:gd name="connsiteX3" fmla="*/ 5045 w 10425"/>
                <a:gd name="connsiteY3" fmla="*/ 2652 h 10547"/>
                <a:gd name="connsiteX4" fmla="*/ 1372 w 10425"/>
                <a:gd name="connsiteY4" fmla="*/ 0 h 10547"/>
                <a:gd name="connsiteX5" fmla="*/ 10 w 10425"/>
                <a:gd name="connsiteY5" fmla="*/ 5314 h 10547"/>
                <a:gd name="connsiteX6" fmla="*/ 3622 w 10425"/>
                <a:gd name="connsiteY6" fmla="*/ 10547 h 10547"/>
                <a:gd name="connsiteX7" fmla="*/ 3622 w 10425"/>
                <a:gd name="connsiteY7" fmla="*/ 10547 h 10547"/>
                <a:gd name="connsiteX8" fmla="*/ 10169 w 10425"/>
                <a:gd name="connsiteY8" fmla="*/ 6335 h 10547"/>
                <a:gd name="connsiteX0" fmla="*/ 8267 w 9023"/>
                <a:gd name="connsiteY0" fmla="*/ 7274 h 10547"/>
                <a:gd name="connsiteX1" fmla="*/ 8901 w 9023"/>
                <a:gd name="connsiteY1" fmla="*/ 6433 h 10547"/>
                <a:gd name="connsiteX2" fmla="*/ 7029 w 9023"/>
                <a:gd name="connsiteY2" fmla="*/ 5657 h 10547"/>
                <a:gd name="connsiteX3" fmla="*/ 5045 w 9023"/>
                <a:gd name="connsiteY3" fmla="*/ 2652 h 10547"/>
                <a:gd name="connsiteX4" fmla="*/ 1372 w 9023"/>
                <a:gd name="connsiteY4" fmla="*/ 0 h 10547"/>
                <a:gd name="connsiteX5" fmla="*/ 10 w 9023"/>
                <a:gd name="connsiteY5" fmla="*/ 5314 h 10547"/>
                <a:gd name="connsiteX6" fmla="*/ 3622 w 9023"/>
                <a:gd name="connsiteY6" fmla="*/ 10547 h 10547"/>
                <a:gd name="connsiteX7" fmla="*/ 3622 w 9023"/>
                <a:gd name="connsiteY7" fmla="*/ 10547 h 10547"/>
                <a:gd name="connsiteX8" fmla="*/ 8267 w 9023"/>
                <a:gd name="connsiteY8" fmla="*/ 7274 h 10547"/>
                <a:gd name="connsiteX0" fmla="*/ 9396 w 10100"/>
                <a:gd name="connsiteY0" fmla="*/ 7194 h 10000"/>
                <a:gd name="connsiteX1" fmla="*/ 9865 w 10100"/>
                <a:gd name="connsiteY1" fmla="*/ 6099 h 10000"/>
                <a:gd name="connsiteX2" fmla="*/ 7790 w 10100"/>
                <a:gd name="connsiteY2" fmla="*/ 5364 h 10000"/>
                <a:gd name="connsiteX3" fmla="*/ 5591 w 10100"/>
                <a:gd name="connsiteY3" fmla="*/ 2514 h 10000"/>
                <a:gd name="connsiteX4" fmla="*/ 1521 w 10100"/>
                <a:gd name="connsiteY4" fmla="*/ 0 h 10000"/>
                <a:gd name="connsiteX5" fmla="*/ 11 w 10100"/>
                <a:gd name="connsiteY5" fmla="*/ 5038 h 10000"/>
                <a:gd name="connsiteX6" fmla="*/ 4014 w 10100"/>
                <a:gd name="connsiteY6" fmla="*/ 10000 h 10000"/>
                <a:gd name="connsiteX7" fmla="*/ 4014 w 10100"/>
                <a:gd name="connsiteY7" fmla="*/ 10000 h 10000"/>
                <a:gd name="connsiteX8" fmla="*/ 9396 w 10100"/>
                <a:gd name="connsiteY8" fmla="*/ 7194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00" h="10000">
                  <a:moveTo>
                    <a:pt x="9396" y="7194"/>
                  </a:moveTo>
                  <a:cubicBezTo>
                    <a:pt x="10371" y="6543"/>
                    <a:pt x="10133" y="6404"/>
                    <a:pt x="9865" y="6099"/>
                  </a:cubicBezTo>
                  <a:cubicBezTo>
                    <a:pt x="9597" y="5794"/>
                    <a:pt x="8748" y="5859"/>
                    <a:pt x="7790" y="5364"/>
                  </a:cubicBezTo>
                  <a:cubicBezTo>
                    <a:pt x="6572" y="4702"/>
                    <a:pt x="6287" y="3562"/>
                    <a:pt x="5591" y="2514"/>
                  </a:cubicBezTo>
                  <a:cubicBezTo>
                    <a:pt x="4809" y="1302"/>
                    <a:pt x="1870" y="1158"/>
                    <a:pt x="1521" y="0"/>
                  </a:cubicBezTo>
                  <a:cubicBezTo>
                    <a:pt x="651" y="1103"/>
                    <a:pt x="186" y="3551"/>
                    <a:pt x="11" y="5038"/>
                  </a:cubicBezTo>
                  <a:cubicBezTo>
                    <a:pt x="-163" y="6748"/>
                    <a:pt x="1752" y="9890"/>
                    <a:pt x="4014" y="10000"/>
                  </a:cubicBezTo>
                  <a:lnTo>
                    <a:pt x="4014" y="10000"/>
                  </a:lnTo>
                  <a:cubicBezTo>
                    <a:pt x="2099" y="8346"/>
                    <a:pt x="6349" y="8076"/>
                    <a:pt x="9396" y="719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0" name="Freeform 199"/>
            <p:cNvSpPr>
              <a:spLocks/>
            </p:cNvSpPr>
            <p:nvPr/>
          </p:nvSpPr>
          <p:spPr bwMode="auto">
            <a:xfrm>
              <a:off x="3047" y="875"/>
              <a:ext cx="245" cy="233"/>
            </a:xfrm>
            <a:custGeom>
              <a:avLst/>
              <a:gdLst>
                <a:gd name="T0" fmla="*/ 96 w 155"/>
                <a:gd name="T1" fmla="*/ 55 h 123"/>
                <a:gd name="T2" fmla="*/ 94 w 155"/>
                <a:gd name="T3" fmla="*/ 57 h 123"/>
                <a:gd name="T4" fmla="*/ 16 w 155"/>
                <a:gd name="T5" fmla="*/ 115 h 123"/>
                <a:gd name="T6" fmla="*/ 110 w 155"/>
                <a:gd name="T7" fmla="*/ 108 h 123"/>
                <a:gd name="T8" fmla="*/ 151 w 155"/>
                <a:gd name="T9" fmla="*/ 43 h 123"/>
                <a:gd name="T10" fmla="*/ 155 w 155"/>
                <a:gd name="T11" fmla="*/ 0 h 123"/>
                <a:gd name="T12" fmla="*/ 136 w 155"/>
                <a:gd name="T13" fmla="*/ 34 h 123"/>
                <a:gd name="T14" fmla="*/ 96 w 155"/>
                <a:gd name="T15" fmla="*/ 55 h 123"/>
                <a:gd name="connsiteX0" fmla="*/ 6553 w 9138"/>
                <a:gd name="connsiteY0" fmla="*/ 4363 h 9621"/>
                <a:gd name="connsiteX1" fmla="*/ 5203 w 9138"/>
                <a:gd name="connsiteY1" fmla="*/ 4634 h 9621"/>
                <a:gd name="connsiteX2" fmla="*/ 170 w 9138"/>
                <a:gd name="connsiteY2" fmla="*/ 9350 h 9621"/>
                <a:gd name="connsiteX3" fmla="*/ 6235 w 9138"/>
                <a:gd name="connsiteY3" fmla="*/ 8780 h 9621"/>
                <a:gd name="connsiteX4" fmla="*/ 8880 w 9138"/>
                <a:gd name="connsiteY4" fmla="*/ 3496 h 9621"/>
                <a:gd name="connsiteX5" fmla="*/ 9138 w 9138"/>
                <a:gd name="connsiteY5" fmla="*/ 0 h 9621"/>
                <a:gd name="connsiteX6" fmla="*/ 7912 w 9138"/>
                <a:gd name="connsiteY6" fmla="*/ 2764 h 9621"/>
                <a:gd name="connsiteX7" fmla="*/ 6553 w 9138"/>
                <a:gd name="connsiteY7" fmla="*/ 4363 h 9621"/>
                <a:gd name="connsiteX0" fmla="*/ 7281 w 10110"/>
                <a:gd name="connsiteY0" fmla="*/ 4535 h 10000"/>
                <a:gd name="connsiteX1" fmla="*/ 3796 w 10110"/>
                <a:gd name="connsiteY1" fmla="*/ 5957 h 10000"/>
                <a:gd name="connsiteX2" fmla="*/ 296 w 10110"/>
                <a:gd name="connsiteY2" fmla="*/ 9718 h 10000"/>
                <a:gd name="connsiteX3" fmla="*/ 6933 w 10110"/>
                <a:gd name="connsiteY3" fmla="*/ 9126 h 10000"/>
                <a:gd name="connsiteX4" fmla="*/ 9828 w 10110"/>
                <a:gd name="connsiteY4" fmla="*/ 3634 h 10000"/>
                <a:gd name="connsiteX5" fmla="*/ 10110 w 10110"/>
                <a:gd name="connsiteY5" fmla="*/ 0 h 10000"/>
                <a:gd name="connsiteX6" fmla="*/ 8768 w 10110"/>
                <a:gd name="connsiteY6" fmla="*/ 2873 h 10000"/>
                <a:gd name="connsiteX7" fmla="*/ 7281 w 10110"/>
                <a:gd name="connsiteY7" fmla="*/ 4535 h 10000"/>
                <a:gd name="connsiteX0" fmla="*/ 6985 w 9814"/>
                <a:gd name="connsiteY0" fmla="*/ 4535 h 10000"/>
                <a:gd name="connsiteX1" fmla="*/ 0 w 9814"/>
                <a:gd name="connsiteY1" fmla="*/ 9718 h 10000"/>
                <a:gd name="connsiteX2" fmla="*/ 6637 w 9814"/>
                <a:gd name="connsiteY2" fmla="*/ 9126 h 10000"/>
                <a:gd name="connsiteX3" fmla="*/ 9532 w 9814"/>
                <a:gd name="connsiteY3" fmla="*/ 3634 h 10000"/>
                <a:gd name="connsiteX4" fmla="*/ 9814 w 9814"/>
                <a:gd name="connsiteY4" fmla="*/ 0 h 10000"/>
                <a:gd name="connsiteX5" fmla="*/ 8472 w 9814"/>
                <a:gd name="connsiteY5" fmla="*/ 2873 h 10000"/>
                <a:gd name="connsiteX6" fmla="*/ 6985 w 9814"/>
                <a:gd name="connsiteY6" fmla="*/ 4535 h 10000"/>
                <a:gd name="connsiteX0" fmla="*/ 5755 w 10000"/>
                <a:gd name="connsiteY0" fmla="*/ 5333 h 10000"/>
                <a:gd name="connsiteX1" fmla="*/ 0 w 10000"/>
                <a:gd name="connsiteY1" fmla="*/ 9718 h 10000"/>
                <a:gd name="connsiteX2" fmla="*/ 6763 w 10000"/>
                <a:gd name="connsiteY2" fmla="*/ 9126 h 10000"/>
                <a:gd name="connsiteX3" fmla="*/ 9713 w 10000"/>
                <a:gd name="connsiteY3" fmla="*/ 3634 h 10000"/>
                <a:gd name="connsiteX4" fmla="*/ 10000 w 10000"/>
                <a:gd name="connsiteY4" fmla="*/ 0 h 10000"/>
                <a:gd name="connsiteX5" fmla="*/ 8633 w 10000"/>
                <a:gd name="connsiteY5" fmla="*/ 2873 h 10000"/>
                <a:gd name="connsiteX6" fmla="*/ 5755 w 10000"/>
                <a:gd name="connsiteY6" fmla="*/ 5333 h 10000"/>
                <a:gd name="connsiteX0" fmla="*/ 4393 w 10000"/>
                <a:gd name="connsiteY0" fmla="*/ 4649 h 10000"/>
                <a:gd name="connsiteX1" fmla="*/ 0 w 10000"/>
                <a:gd name="connsiteY1" fmla="*/ 9718 h 10000"/>
                <a:gd name="connsiteX2" fmla="*/ 6763 w 10000"/>
                <a:gd name="connsiteY2" fmla="*/ 9126 h 10000"/>
                <a:gd name="connsiteX3" fmla="*/ 9713 w 10000"/>
                <a:gd name="connsiteY3" fmla="*/ 3634 h 10000"/>
                <a:gd name="connsiteX4" fmla="*/ 10000 w 10000"/>
                <a:gd name="connsiteY4" fmla="*/ 0 h 10000"/>
                <a:gd name="connsiteX5" fmla="*/ 8633 w 10000"/>
                <a:gd name="connsiteY5" fmla="*/ 2873 h 10000"/>
                <a:gd name="connsiteX6" fmla="*/ 4393 w 10000"/>
                <a:gd name="connsiteY6" fmla="*/ 4649 h 10000"/>
                <a:gd name="connsiteX0" fmla="*/ 4393 w 10000"/>
                <a:gd name="connsiteY0" fmla="*/ 4649 h 10000"/>
                <a:gd name="connsiteX1" fmla="*/ 0 w 10000"/>
                <a:gd name="connsiteY1" fmla="*/ 9718 h 10000"/>
                <a:gd name="connsiteX2" fmla="*/ 6763 w 10000"/>
                <a:gd name="connsiteY2" fmla="*/ 9126 h 10000"/>
                <a:gd name="connsiteX3" fmla="*/ 9713 w 10000"/>
                <a:gd name="connsiteY3" fmla="*/ 3634 h 10000"/>
                <a:gd name="connsiteX4" fmla="*/ 10000 w 10000"/>
                <a:gd name="connsiteY4" fmla="*/ 0 h 10000"/>
                <a:gd name="connsiteX5" fmla="*/ 6784 w 10000"/>
                <a:gd name="connsiteY5" fmla="*/ 1162 h 10000"/>
                <a:gd name="connsiteX6" fmla="*/ 4393 w 10000"/>
                <a:gd name="connsiteY6" fmla="*/ 4649 h 10000"/>
                <a:gd name="connsiteX0" fmla="*/ 3128 w 10000"/>
                <a:gd name="connsiteY0" fmla="*/ 2710 h 10000"/>
                <a:gd name="connsiteX1" fmla="*/ 0 w 10000"/>
                <a:gd name="connsiteY1" fmla="*/ 9718 h 10000"/>
                <a:gd name="connsiteX2" fmla="*/ 6763 w 10000"/>
                <a:gd name="connsiteY2" fmla="*/ 9126 h 10000"/>
                <a:gd name="connsiteX3" fmla="*/ 9713 w 10000"/>
                <a:gd name="connsiteY3" fmla="*/ 3634 h 10000"/>
                <a:gd name="connsiteX4" fmla="*/ 10000 w 10000"/>
                <a:gd name="connsiteY4" fmla="*/ 0 h 10000"/>
                <a:gd name="connsiteX5" fmla="*/ 6784 w 10000"/>
                <a:gd name="connsiteY5" fmla="*/ 1162 h 10000"/>
                <a:gd name="connsiteX6" fmla="*/ 3128 w 10000"/>
                <a:gd name="connsiteY6" fmla="*/ 2710 h 10000"/>
                <a:gd name="connsiteX0" fmla="*/ 3906 w 10778"/>
                <a:gd name="connsiteY0" fmla="*/ 2710 h 9866"/>
                <a:gd name="connsiteX1" fmla="*/ 0 w 10778"/>
                <a:gd name="connsiteY1" fmla="*/ 9376 h 9866"/>
                <a:gd name="connsiteX2" fmla="*/ 7541 w 10778"/>
                <a:gd name="connsiteY2" fmla="*/ 9126 h 9866"/>
                <a:gd name="connsiteX3" fmla="*/ 10491 w 10778"/>
                <a:gd name="connsiteY3" fmla="*/ 3634 h 9866"/>
                <a:gd name="connsiteX4" fmla="*/ 10778 w 10778"/>
                <a:gd name="connsiteY4" fmla="*/ 0 h 9866"/>
                <a:gd name="connsiteX5" fmla="*/ 7562 w 10778"/>
                <a:gd name="connsiteY5" fmla="*/ 1162 h 9866"/>
                <a:gd name="connsiteX6" fmla="*/ 3906 w 10778"/>
                <a:gd name="connsiteY6" fmla="*/ 2710 h 9866"/>
                <a:gd name="connsiteX0" fmla="*/ 3699 w 10075"/>
                <a:gd name="connsiteY0" fmla="*/ 2747 h 10000"/>
                <a:gd name="connsiteX1" fmla="*/ 75 w 10075"/>
                <a:gd name="connsiteY1" fmla="*/ 9503 h 10000"/>
                <a:gd name="connsiteX2" fmla="*/ 7072 w 10075"/>
                <a:gd name="connsiteY2" fmla="*/ 9250 h 10000"/>
                <a:gd name="connsiteX3" fmla="*/ 9809 w 10075"/>
                <a:gd name="connsiteY3" fmla="*/ 3683 h 10000"/>
                <a:gd name="connsiteX4" fmla="*/ 10075 w 10075"/>
                <a:gd name="connsiteY4" fmla="*/ 0 h 10000"/>
                <a:gd name="connsiteX5" fmla="*/ 7091 w 10075"/>
                <a:gd name="connsiteY5" fmla="*/ 1178 h 10000"/>
                <a:gd name="connsiteX6" fmla="*/ 3699 w 10075"/>
                <a:gd name="connsiteY6" fmla="*/ 2747 h 10000"/>
                <a:gd name="connsiteX0" fmla="*/ 3699 w 10075"/>
                <a:gd name="connsiteY0" fmla="*/ 5064 h 12317"/>
                <a:gd name="connsiteX1" fmla="*/ 75 w 10075"/>
                <a:gd name="connsiteY1" fmla="*/ 11820 h 12317"/>
                <a:gd name="connsiteX2" fmla="*/ 7072 w 10075"/>
                <a:gd name="connsiteY2" fmla="*/ 11567 h 12317"/>
                <a:gd name="connsiteX3" fmla="*/ 9809 w 10075"/>
                <a:gd name="connsiteY3" fmla="*/ 6000 h 12317"/>
                <a:gd name="connsiteX4" fmla="*/ 10075 w 10075"/>
                <a:gd name="connsiteY4" fmla="*/ 0 h 12317"/>
                <a:gd name="connsiteX5" fmla="*/ 7091 w 10075"/>
                <a:gd name="connsiteY5" fmla="*/ 3495 h 12317"/>
                <a:gd name="connsiteX6" fmla="*/ 3699 w 10075"/>
                <a:gd name="connsiteY6" fmla="*/ 5064 h 12317"/>
                <a:gd name="connsiteX0" fmla="*/ 3699 w 10075"/>
                <a:gd name="connsiteY0" fmla="*/ 5064 h 12317"/>
                <a:gd name="connsiteX1" fmla="*/ 75 w 10075"/>
                <a:gd name="connsiteY1" fmla="*/ 11820 h 12317"/>
                <a:gd name="connsiteX2" fmla="*/ 7072 w 10075"/>
                <a:gd name="connsiteY2" fmla="*/ 11567 h 12317"/>
                <a:gd name="connsiteX3" fmla="*/ 9809 w 10075"/>
                <a:gd name="connsiteY3" fmla="*/ 6000 h 12317"/>
                <a:gd name="connsiteX4" fmla="*/ 10075 w 10075"/>
                <a:gd name="connsiteY4" fmla="*/ 0 h 12317"/>
                <a:gd name="connsiteX5" fmla="*/ 7091 w 10075"/>
                <a:gd name="connsiteY5" fmla="*/ 3495 h 12317"/>
                <a:gd name="connsiteX6" fmla="*/ 3699 w 10075"/>
                <a:gd name="connsiteY6" fmla="*/ 5064 h 12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75" h="12317">
                  <a:moveTo>
                    <a:pt x="3699" y="5064"/>
                  </a:moveTo>
                  <a:cubicBezTo>
                    <a:pt x="2365" y="6220"/>
                    <a:pt x="-501" y="9539"/>
                    <a:pt x="75" y="11820"/>
                  </a:cubicBezTo>
                  <a:cubicBezTo>
                    <a:pt x="1743" y="12506"/>
                    <a:pt x="5450" y="12537"/>
                    <a:pt x="7072" y="11567"/>
                  </a:cubicBezTo>
                  <a:cubicBezTo>
                    <a:pt x="8693" y="10597"/>
                    <a:pt x="9607" y="7798"/>
                    <a:pt x="9809" y="6000"/>
                  </a:cubicBezTo>
                  <a:cubicBezTo>
                    <a:pt x="9875" y="4886"/>
                    <a:pt x="10075" y="1713"/>
                    <a:pt x="10075" y="0"/>
                  </a:cubicBezTo>
                  <a:cubicBezTo>
                    <a:pt x="9134" y="1717"/>
                    <a:pt x="7358" y="2981"/>
                    <a:pt x="7091" y="3495"/>
                  </a:cubicBezTo>
                  <a:cubicBezTo>
                    <a:pt x="6624" y="4351"/>
                    <a:pt x="4567" y="4978"/>
                    <a:pt x="3699" y="506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1" name="Freeform 200"/>
            <p:cNvSpPr>
              <a:spLocks/>
            </p:cNvSpPr>
            <p:nvPr/>
          </p:nvSpPr>
          <p:spPr bwMode="auto">
            <a:xfrm>
              <a:off x="3011" y="719"/>
              <a:ext cx="291" cy="257"/>
            </a:xfrm>
            <a:custGeom>
              <a:avLst/>
              <a:gdLst>
                <a:gd name="T0" fmla="*/ 122 w 179"/>
                <a:gd name="T1" fmla="*/ 65 h 157"/>
                <a:gd name="T2" fmla="*/ 41 w 179"/>
                <a:gd name="T3" fmla="*/ 25 h 157"/>
                <a:gd name="T4" fmla="*/ 13 w 179"/>
                <a:gd name="T5" fmla="*/ 0 h 157"/>
                <a:gd name="T6" fmla="*/ 2 w 179"/>
                <a:gd name="T7" fmla="*/ 44 h 157"/>
                <a:gd name="T8" fmla="*/ 2 w 179"/>
                <a:gd name="T9" fmla="*/ 44 h 157"/>
                <a:gd name="T10" fmla="*/ 42 w 179"/>
                <a:gd name="T11" fmla="*/ 92 h 157"/>
                <a:gd name="T12" fmla="*/ 72 w 179"/>
                <a:gd name="T13" fmla="*/ 142 h 157"/>
                <a:gd name="T14" fmla="*/ 110 w 179"/>
                <a:gd name="T15" fmla="*/ 156 h 157"/>
                <a:gd name="T16" fmla="*/ 112 w 179"/>
                <a:gd name="T17" fmla="*/ 156 h 157"/>
                <a:gd name="T18" fmla="*/ 152 w 179"/>
                <a:gd name="T19" fmla="*/ 135 h 157"/>
                <a:gd name="T20" fmla="*/ 171 w 179"/>
                <a:gd name="T21" fmla="*/ 100 h 157"/>
                <a:gd name="T22" fmla="*/ 171 w 179"/>
                <a:gd name="T23" fmla="*/ 100 h 157"/>
                <a:gd name="T24" fmla="*/ 176 w 179"/>
                <a:gd name="T25" fmla="*/ 56 h 157"/>
                <a:gd name="T26" fmla="*/ 122 w 179"/>
                <a:gd name="T27" fmla="*/ 65 h 157"/>
                <a:gd name="connsiteX0" fmla="*/ 6812 w 9820"/>
                <a:gd name="connsiteY0" fmla="*/ 3367 h 9942"/>
                <a:gd name="connsiteX1" fmla="*/ 2212 w 9820"/>
                <a:gd name="connsiteY1" fmla="*/ 1592 h 9942"/>
                <a:gd name="connsiteX2" fmla="*/ 647 w 9820"/>
                <a:gd name="connsiteY2" fmla="*/ 0 h 9942"/>
                <a:gd name="connsiteX3" fmla="*/ 33 w 9820"/>
                <a:gd name="connsiteY3" fmla="*/ 2803 h 9942"/>
                <a:gd name="connsiteX4" fmla="*/ 33 w 9820"/>
                <a:gd name="connsiteY4" fmla="*/ 2803 h 9942"/>
                <a:gd name="connsiteX5" fmla="*/ 2267 w 9820"/>
                <a:gd name="connsiteY5" fmla="*/ 5860 h 9942"/>
                <a:gd name="connsiteX6" fmla="*/ 3943 w 9820"/>
                <a:gd name="connsiteY6" fmla="*/ 9045 h 9942"/>
                <a:gd name="connsiteX7" fmla="*/ 6066 w 9820"/>
                <a:gd name="connsiteY7" fmla="*/ 9936 h 9942"/>
                <a:gd name="connsiteX8" fmla="*/ 6178 w 9820"/>
                <a:gd name="connsiteY8" fmla="*/ 9936 h 9942"/>
                <a:gd name="connsiteX9" fmla="*/ 8413 w 9820"/>
                <a:gd name="connsiteY9" fmla="*/ 8599 h 9942"/>
                <a:gd name="connsiteX10" fmla="*/ 9474 w 9820"/>
                <a:gd name="connsiteY10" fmla="*/ 6369 h 9942"/>
                <a:gd name="connsiteX11" fmla="*/ 9474 w 9820"/>
                <a:gd name="connsiteY11" fmla="*/ 6369 h 9942"/>
                <a:gd name="connsiteX12" fmla="*/ 9753 w 9820"/>
                <a:gd name="connsiteY12" fmla="*/ 3567 h 9942"/>
                <a:gd name="connsiteX13" fmla="*/ 6812 w 9820"/>
                <a:gd name="connsiteY13" fmla="*/ 3367 h 9942"/>
                <a:gd name="connsiteX0" fmla="*/ 6937 w 10203"/>
                <a:gd name="connsiteY0" fmla="*/ 3387 h 10000"/>
                <a:gd name="connsiteX1" fmla="*/ 2253 w 10203"/>
                <a:gd name="connsiteY1" fmla="*/ 1601 h 10000"/>
                <a:gd name="connsiteX2" fmla="*/ 659 w 10203"/>
                <a:gd name="connsiteY2" fmla="*/ 0 h 10000"/>
                <a:gd name="connsiteX3" fmla="*/ 34 w 10203"/>
                <a:gd name="connsiteY3" fmla="*/ 2819 h 10000"/>
                <a:gd name="connsiteX4" fmla="*/ 34 w 10203"/>
                <a:gd name="connsiteY4" fmla="*/ 2819 h 10000"/>
                <a:gd name="connsiteX5" fmla="*/ 2309 w 10203"/>
                <a:gd name="connsiteY5" fmla="*/ 5894 h 10000"/>
                <a:gd name="connsiteX6" fmla="*/ 4015 w 10203"/>
                <a:gd name="connsiteY6" fmla="*/ 9098 h 10000"/>
                <a:gd name="connsiteX7" fmla="*/ 6177 w 10203"/>
                <a:gd name="connsiteY7" fmla="*/ 9994 h 10000"/>
                <a:gd name="connsiteX8" fmla="*/ 6291 w 10203"/>
                <a:gd name="connsiteY8" fmla="*/ 9994 h 10000"/>
                <a:gd name="connsiteX9" fmla="*/ 8567 w 10203"/>
                <a:gd name="connsiteY9" fmla="*/ 8649 h 10000"/>
                <a:gd name="connsiteX10" fmla="*/ 9648 w 10203"/>
                <a:gd name="connsiteY10" fmla="*/ 6406 h 10000"/>
                <a:gd name="connsiteX11" fmla="*/ 9648 w 10203"/>
                <a:gd name="connsiteY11" fmla="*/ 6406 h 10000"/>
                <a:gd name="connsiteX12" fmla="*/ 10162 w 10203"/>
                <a:gd name="connsiteY12" fmla="*/ 2381 h 10000"/>
                <a:gd name="connsiteX13" fmla="*/ 6937 w 10203"/>
                <a:gd name="connsiteY13" fmla="*/ 3387 h 10000"/>
                <a:gd name="connsiteX0" fmla="*/ 6937 w 10203"/>
                <a:gd name="connsiteY0" fmla="*/ 3387 h 10000"/>
                <a:gd name="connsiteX1" fmla="*/ 2406 w 10203"/>
                <a:gd name="connsiteY1" fmla="*/ 739 h 10000"/>
                <a:gd name="connsiteX2" fmla="*/ 659 w 10203"/>
                <a:gd name="connsiteY2" fmla="*/ 0 h 10000"/>
                <a:gd name="connsiteX3" fmla="*/ 34 w 10203"/>
                <a:gd name="connsiteY3" fmla="*/ 2819 h 10000"/>
                <a:gd name="connsiteX4" fmla="*/ 34 w 10203"/>
                <a:gd name="connsiteY4" fmla="*/ 2819 h 10000"/>
                <a:gd name="connsiteX5" fmla="*/ 2309 w 10203"/>
                <a:gd name="connsiteY5" fmla="*/ 5894 h 10000"/>
                <a:gd name="connsiteX6" fmla="*/ 4015 w 10203"/>
                <a:gd name="connsiteY6" fmla="*/ 9098 h 10000"/>
                <a:gd name="connsiteX7" fmla="*/ 6177 w 10203"/>
                <a:gd name="connsiteY7" fmla="*/ 9994 h 10000"/>
                <a:gd name="connsiteX8" fmla="*/ 6291 w 10203"/>
                <a:gd name="connsiteY8" fmla="*/ 9994 h 10000"/>
                <a:gd name="connsiteX9" fmla="*/ 8567 w 10203"/>
                <a:gd name="connsiteY9" fmla="*/ 8649 h 10000"/>
                <a:gd name="connsiteX10" fmla="*/ 9648 w 10203"/>
                <a:gd name="connsiteY10" fmla="*/ 6406 h 10000"/>
                <a:gd name="connsiteX11" fmla="*/ 9648 w 10203"/>
                <a:gd name="connsiteY11" fmla="*/ 6406 h 10000"/>
                <a:gd name="connsiteX12" fmla="*/ 10162 w 10203"/>
                <a:gd name="connsiteY12" fmla="*/ 2381 h 10000"/>
                <a:gd name="connsiteX13" fmla="*/ 6937 w 10203"/>
                <a:gd name="connsiteY13" fmla="*/ 3387 h 10000"/>
                <a:gd name="connsiteX0" fmla="*/ 6903 w 10169"/>
                <a:gd name="connsiteY0" fmla="*/ 4077 h 10690"/>
                <a:gd name="connsiteX1" fmla="*/ 2372 w 10169"/>
                <a:gd name="connsiteY1" fmla="*/ 1429 h 10690"/>
                <a:gd name="connsiteX2" fmla="*/ 778 w 10169"/>
                <a:gd name="connsiteY2" fmla="*/ 0 h 10690"/>
                <a:gd name="connsiteX3" fmla="*/ 0 w 10169"/>
                <a:gd name="connsiteY3" fmla="*/ 3509 h 10690"/>
                <a:gd name="connsiteX4" fmla="*/ 0 w 10169"/>
                <a:gd name="connsiteY4" fmla="*/ 3509 h 10690"/>
                <a:gd name="connsiteX5" fmla="*/ 2275 w 10169"/>
                <a:gd name="connsiteY5" fmla="*/ 6584 h 10690"/>
                <a:gd name="connsiteX6" fmla="*/ 3981 w 10169"/>
                <a:gd name="connsiteY6" fmla="*/ 9788 h 10690"/>
                <a:gd name="connsiteX7" fmla="*/ 6143 w 10169"/>
                <a:gd name="connsiteY7" fmla="*/ 10684 h 10690"/>
                <a:gd name="connsiteX8" fmla="*/ 6257 w 10169"/>
                <a:gd name="connsiteY8" fmla="*/ 10684 h 10690"/>
                <a:gd name="connsiteX9" fmla="*/ 8533 w 10169"/>
                <a:gd name="connsiteY9" fmla="*/ 9339 h 10690"/>
                <a:gd name="connsiteX10" fmla="*/ 9614 w 10169"/>
                <a:gd name="connsiteY10" fmla="*/ 7096 h 10690"/>
                <a:gd name="connsiteX11" fmla="*/ 9614 w 10169"/>
                <a:gd name="connsiteY11" fmla="*/ 7096 h 10690"/>
                <a:gd name="connsiteX12" fmla="*/ 10128 w 10169"/>
                <a:gd name="connsiteY12" fmla="*/ 3071 h 10690"/>
                <a:gd name="connsiteX13" fmla="*/ 6903 w 10169"/>
                <a:gd name="connsiteY13" fmla="*/ 4077 h 10690"/>
                <a:gd name="connsiteX0" fmla="*/ 6903 w 10169"/>
                <a:gd name="connsiteY0" fmla="*/ 4077 h 10707"/>
                <a:gd name="connsiteX1" fmla="*/ 2372 w 10169"/>
                <a:gd name="connsiteY1" fmla="*/ 1429 h 10707"/>
                <a:gd name="connsiteX2" fmla="*/ 778 w 10169"/>
                <a:gd name="connsiteY2" fmla="*/ 0 h 10707"/>
                <a:gd name="connsiteX3" fmla="*/ 0 w 10169"/>
                <a:gd name="connsiteY3" fmla="*/ 3509 h 10707"/>
                <a:gd name="connsiteX4" fmla="*/ 0 w 10169"/>
                <a:gd name="connsiteY4" fmla="*/ 3509 h 10707"/>
                <a:gd name="connsiteX5" fmla="*/ 2275 w 10169"/>
                <a:gd name="connsiteY5" fmla="*/ 6584 h 10707"/>
                <a:gd name="connsiteX6" fmla="*/ 3981 w 10169"/>
                <a:gd name="connsiteY6" fmla="*/ 9788 h 10707"/>
                <a:gd name="connsiteX7" fmla="*/ 6143 w 10169"/>
                <a:gd name="connsiteY7" fmla="*/ 10684 h 10707"/>
                <a:gd name="connsiteX8" fmla="*/ 7099 w 10169"/>
                <a:gd name="connsiteY8" fmla="*/ 10426 h 10707"/>
                <a:gd name="connsiteX9" fmla="*/ 8533 w 10169"/>
                <a:gd name="connsiteY9" fmla="*/ 9339 h 10707"/>
                <a:gd name="connsiteX10" fmla="*/ 9614 w 10169"/>
                <a:gd name="connsiteY10" fmla="*/ 7096 h 10707"/>
                <a:gd name="connsiteX11" fmla="*/ 9614 w 10169"/>
                <a:gd name="connsiteY11" fmla="*/ 7096 h 10707"/>
                <a:gd name="connsiteX12" fmla="*/ 10128 w 10169"/>
                <a:gd name="connsiteY12" fmla="*/ 3071 h 10707"/>
                <a:gd name="connsiteX13" fmla="*/ 6903 w 10169"/>
                <a:gd name="connsiteY13" fmla="*/ 4077 h 10707"/>
                <a:gd name="connsiteX0" fmla="*/ 6903 w 10169"/>
                <a:gd name="connsiteY0" fmla="*/ 4077 h 10449"/>
                <a:gd name="connsiteX1" fmla="*/ 2372 w 10169"/>
                <a:gd name="connsiteY1" fmla="*/ 1429 h 10449"/>
                <a:gd name="connsiteX2" fmla="*/ 778 w 10169"/>
                <a:gd name="connsiteY2" fmla="*/ 0 h 10449"/>
                <a:gd name="connsiteX3" fmla="*/ 0 w 10169"/>
                <a:gd name="connsiteY3" fmla="*/ 3509 h 10449"/>
                <a:gd name="connsiteX4" fmla="*/ 0 w 10169"/>
                <a:gd name="connsiteY4" fmla="*/ 3509 h 10449"/>
                <a:gd name="connsiteX5" fmla="*/ 2275 w 10169"/>
                <a:gd name="connsiteY5" fmla="*/ 6584 h 10449"/>
                <a:gd name="connsiteX6" fmla="*/ 3981 w 10169"/>
                <a:gd name="connsiteY6" fmla="*/ 9788 h 10449"/>
                <a:gd name="connsiteX7" fmla="*/ 7099 w 10169"/>
                <a:gd name="connsiteY7" fmla="*/ 10426 h 10449"/>
                <a:gd name="connsiteX8" fmla="*/ 8533 w 10169"/>
                <a:gd name="connsiteY8" fmla="*/ 9339 h 10449"/>
                <a:gd name="connsiteX9" fmla="*/ 9614 w 10169"/>
                <a:gd name="connsiteY9" fmla="*/ 7096 h 10449"/>
                <a:gd name="connsiteX10" fmla="*/ 9614 w 10169"/>
                <a:gd name="connsiteY10" fmla="*/ 7096 h 10449"/>
                <a:gd name="connsiteX11" fmla="*/ 10128 w 10169"/>
                <a:gd name="connsiteY11" fmla="*/ 3071 h 10449"/>
                <a:gd name="connsiteX12" fmla="*/ 6903 w 10169"/>
                <a:gd name="connsiteY12" fmla="*/ 4077 h 10449"/>
                <a:gd name="connsiteX0" fmla="*/ 6903 w 10169"/>
                <a:gd name="connsiteY0" fmla="*/ 4077 h 10128"/>
                <a:gd name="connsiteX1" fmla="*/ 2372 w 10169"/>
                <a:gd name="connsiteY1" fmla="*/ 1429 h 10128"/>
                <a:gd name="connsiteX2" fmla="*/ 778 w 10169"/>
                <a:gd name="connsiteY2" fmla="*/ 0 h 10128"/>
                <a:gd name="connsiteX3" fmla="*/ 0 w 10169"/>
                <a:gd name="connsiteY3" fmla="*/ 3509 h 10128"/>
                <a:gd name="connsiteX4" fmla="*/ 0 w 10169"/>
                <a:gd name="connsiteY4" fmla="*/ 3509 h 10128"/>
                <a:gd name="connsiteX5" fmla="*/ 2275 w 10169"/>
                <a:gd name="connsiteY5" fmla="*/ 6584 h 10128"/>
                <a:gd name="connsiteX6" fmla="*/ 3981 w 10169"/>
                <a:gd name="connsiteY6" fmla="*/ 9788 h 10128"/>
                <a:gd name="connsiteX7" fmla="*/ 6334 w 10169"/>
                <a:gd name="connsiteY7" fmla="*/ 9908 h 10128"/>
                <a:gd name="connsiteX8" fmla="*/ 8533 w 10169"/>
                <a:gd name="connsiteY8" fmla="*/ 9339 h 10128"/>
                <a:gd name="connsiteX9" fmla="*/ 9614 w 10169"/>
                <a:gd name="connsiteY9" fmla="*/ 7096 h 10128"/>
                <a:gd name="connsiteX10" fmla="*/ 9614 w 10169"/>
                <a:gd name="connsiteY10" fmla="*/ 7096 h 10128"/>
                <a:gd name="connsiteX11" fmla="*/ 10128 w 10169"/>
                <a:gd name="connsiteY11" fmla="*/ 3071 h 10128"/>
                <a:gd name="connsiteX12" fmla="*/ 6903 w 10169"/>
                <a:gd name="connsiteY12" fmla="*/ 4077 h 10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169" h="10128">
                  <a:moveTo>
                    <a:pt x="6903" y="4077"/>
                  </a:moveTo>
                  <a:cubicBezTo>
                    <a:pt x="4911" y="4269"/>
                    <a:pt x="3566" y="2007"/>
                    <a:pt x="2372" y="1429"/>
                  </a:cubicBezTo>
                  <a:cubicBezTo>
                    <a:pt x="1461" y="1045"/>
                    <a:pt x="949" y="897"/>
                    <a:pt x="778" y="0"/>
                  </a:cubicBezTo>
                  <a:cubicBezTo>
                    <a:pt x="210" y="1346"/>
                    <a:pt x="130" y="2924"/>
                    <a:pt x="0" y="3509"/>
                  </a:cubicBezTo>
                  <a:lnTo>
                    <a:pt x="0" y="3509"/>
                  </a:lnTo>
                  <a:cubicBezTo>
                    <a:pt x="227" y="4854"/>
                    <a:pt x="1763" y="5175"/>
                    <a:pt x="2275" y="6584"/>
                  </a:cubicBezTo>
                  <a:cubicBezTo>
                    <a:pt x="2730" y="7801"/>
                    <a:pt x="3185" y="9018"/>
                    <a:pt x="3981" y="9788"/>
                  </a:cubicBezTo>
                  <a:cubicBezTo>
                    <a:pt x="4785" y="10428"/>
                    <a:pt x="5575" y="9983"/>
                    <a:pt x="6334" y="9908"/>
                  </a:cubicBezTo>
                  <a:cubicBezTo>
                    <a:pt x="7093" y="9833"/>
                    <a:pt x="8135" y="9980"/>
                    <a:pt x="8533" y="9339"/>
                  </a:cubicBezTo>
                  <a:cubicBezTo>
                    <a:pt x="8760" y="8955"/>
                    <a:pt x="9273" y="8122"/>
                    <a:pt x="9614" y="7096"/>
                  </a:cubicBezTo>
                  <a:lnTo>
                    <a:pt x="9614" y="7096"/>
                  </a:lnTo>
                  <a:cubicBezTo>
                    <a:pt x="9898" y="6263"/>
                    <a:pt x="10299" y="4096"/>
                    <a:pt x="10128" y="3071"/>
                  </a:cubicBezTo>
                  <a:cubicBezTo>
                    <a:pt x="9503" y="3519"/>
                    <a:pt x="7869" y="3949"/>
                    <a:pt x="6903" y="407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2" name="Freeform 201"/>
            <p:cNvSpPr>
              <a:spLocks/>
            </p:cNvSpPr>
            <p:nvPr/>
          </p:nvSpPr>
          <p:spPr bwMode="auto">
            <a:xfrm>
              <a:off x="3029" y="419"/>
              <a:ext cx="315" cy="409"/>
            </a:xfrm>
            <a:custGeom>
              <a:avLst/>
              <a:gdLst>
                <a:gd name="T0" fmla="*/ 178 w 196"/>
                <a:gd name="T1" fmla="*/ 42 h 274"/>
                <a:gd name="T2" fmla="*/ 95 w 196"/>
                <a:gd name="T3" fmla="*/ 46 h 274"/>
                <a:gd name="T4" fmla="*/ 2 w 196"/>
                <a:gd name="T5" fmla="*/ 185 h 274"/>
                <a:gd name="T6" fmla="*/ 1 w 196"/>
                <a:gd name="T7" fmla="*/ 206 h 274"/>
                <a:gd name="T8" fmla="*/ 1 w 196"/>
                <a:gd name="T9" fmla="*/ 206 h 274"/>
                <a:gd name="T10" fmla="*/ 29 w 196"/>
                <a:gd name="T11" fmla="*/ 230 h 274"/>
                <a:gd name="T12" fmla="*/ 110 w 196"/>
                <a:gd name="T13" fmla="*/ 270 h 274"/>
                <a:gd name="T14" fmla="*/ 164 w 196"/>
                <a:gd name="T15" fmla="*/ 262 h 274"/>
                <a:gd name="T16" fmla="*/ 164 w 196"/>
                <a:gd name="T17" fmla="*/ 262 h 274"/>
                <a:gd name="T18" fmla="*/ 170 w 196"/>
                <a:gd name="T19" fmla="*/ 256 h 274"/>
                <a:gd name="T20" fmla="*/ 177 w 196"/>
                <a:gd name="T21" fmla="*/ 174 h 274"/>
                <a:gd name="T22" fmla="*/ 193 w 196"/>
                <a:gd name="T23" fmla="*/ 117 h 274"/>
                <a:gd name="T24" fmla="*/ 178 w 196"/>
                <a:gd name="T25" fmla="*/ 42 h 274"/>
                <a:gd name="connsiteX0" fmla="*/ 9065 w 9897"/>
                <a:gd name="connsiteY0" fmla="*/ 847 h 9189"/>
                <a:gd name="connsiteX1" fmla="*/ 4830 w 9897"/>
                <a:gd name="connsiteY1" fmla="*/ 993 h 9189"/>
                <a:gd name="connsiteX2" fmla="*/ 85 w 9897"/>
                <a:gd name="connsiteY2" fmla="*/ 6066 h 9189"/>
                <a:gd name="connsiteX3" fmla="*/ 34 w 9897"/>
                <a:gd name="connsiteY3" fmla="*/ 6832 h 9189"/>
                <a:gd name="connsiteX4" fmla="*/ 34 w 9897"/>
                <a:gd name="connsiteY4" fmla="*/ 6832 h 9189"/>
                <a:gd name="connsiteX5" fmla="*/ 1244 w 9897"/>
                <a:gd name="connsiteY5" fmla="*/ 8363 h 9189"/>
                <a:gd name="connsiteX6" fmla="*/ 5595 w 9897"/>
                <a:gd name="connsiteY6" fmla="*/ 9168 h 9189"/>
                <a:gd name="connsiteX7" fmla="*/ 8350 w 9897"/>
                <a:gd name="connsiteY7" fmla="*/ 8876 h 9189"/>
                <a:gd name="connsiteX8" fmla="*/ 8350 w 9897"/>
                <a:gd name="connsiteY8" fmla="*/ 8876 h 9189"/>
                <a:gd name="connsiteX9" fmla="*/ 8656 w 9897"/>
                <a:gd name="connsiteY9" fmla="*/ 8657 h 9189"/>
                <a:gd name="connsiteX10" fmla="*/ 9014 w 9897"/>
                <a:gd name="connsiteY10" fmla="*/ 5664 h 9189"/>
                <a:gd name="connsiteX11" fmla="*/ 9830 w 9897"/>
                <a:gd name="connsiteY11" fmla="*/ 3584 h 9189"/>
                <a:gd name="connsiteX12" fmla="*/ 9065 w 9897"/>
                <a:gd name="connsiteY12" fmla="*/ 847 h 9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7" h="9189">
                  <a:moveTo>
                    <a:pt x="9065" y="847"/>
                  </a:moveTo>
                  <a:cubicBezTo>
                    <a:pt x="8146" y="117"/>
                    <a:pt x="7279" y="-686"/>
                    <a:pt x="4830" y="993"/>
                  </a:cubicBezTo>
                  <a:cubicBezTo>
                    <a:pt x="2381" y="2635"/>
                    <a:pt x="238" y="4934"/>
                    <a:pt x="85" y="6066"/>
                  </a:cubicBezTo>
                  <a:cubicBezTo>
                    <a:pt x="-17" y="6394"/>
                    <a:pt x="-17" y="6613"/>
                    <a:pt x="34" y="6832"/>
                  </a:cubicBezTo>
                  <a:lnTo>
                    <a:pt x="34" y="6832"/>
                  </a:lnTo>
                  <a:cubicBezTo>
                    <a:pt x="236" y="7087"/>
                    <a:pt x="427" y="8144"/>
                    <a:pt x="1244" y="8363"/>
                  </a:cubicBezTo>
                  <a:cubicBezTo>
                    <a:pt x="2315" y="8692"/>
                    <a:pt x="3810" y="9314"/>
                    <a:pt x="5595" y="9168"/>
                  </a:cubicBezTo>
                  <a:cubicBezTo>
                    <a:pt x="6463" y="9132"/>
                    <a:pt x="7789" y="9095"/>
                    <a:pt x="8350" y="8876"/>
                  </a:cubicBezTo>
                  <a:lnTo>
                    <a:pt x="8350" y="8876"/>
                  </a:lnTo>
                  <a:cubicBezTo>
                    <a:pt x="8503" y="8803"/>
                    <a:pt x="8605" y="8730"/>
                    <a:pt x="8656" y="8657"/>
                  </a:cubicBezTo>
                  <a:cubicBezTo>
                    <a:pt x="8759" y="8219"/>
                    <a:pt x="9116" y="6540"/>
                    <a:pt x="9014" y="5664"/>
                  </a:cubicBezTo>
                  <a:cubicBezTo>
                    <a:pt x="8861" y="4788"/>
                    <a:pt x="9626" y="4861"/>
                    <a:pt x="9830" y="3584"/>
                  </a:cubicBezTo>
                  <a:cubicBezTo>
                    <a:pt x="9983" y="2307"/>
                    <a:pt x="9932" y="1540"/>
                    <a:pt x="9065" y="84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3" name="Freeform 202"/>
            <p:cNvSpPr>
              <a:spLocks/>
            </p:cNvSpPr>
            <p:nvPr/>
          </p:nvSpPr>
          <p:spPr bwMode="auto">
            <a:xfrm>
              <a:off x="3496" y="756"/>
              <a:ext cx="258" cy="357"/>
            </a:xfrm>
            <a:custGeom>
              <a:avLst/>
              <a:gdLst>
                <a:gd name="T0" fmla="*/ 142 w 173"/>
                <a:gd name="T1" fmla="*/ 171 h 195"/>
                <a:gd name="T2" fmla="*/ 142 w 173"/>
                <a:gd name="T3" fmla="*/ 171 h 195"/>
                <a:gd name="T4" fmla="*/ 88 w 173"/>
                <a:gd name="T5" fmla="*/ 139 h 195"/>
                <a:gd name="T6" fmla="*/ 75 w 173"/>
                <a:gd name="T7" fmla="*/ 90 h 195"/>
                <a:gd name="T8" fmla="*/ 31 w 173"/>
                <a:gd name="T9" fmla="*/ 60 h 195"/>
                <a:gd name="T10" fmla="*/ 1 w 173"/>
                <a:gd name="T11" fmla="*/ 3 h 195"/>
                <a:gd name="T12" fmla="*/ 0 w 173"/>
                <a:gd name="T13" fmla="*/ 0 h 195"/>
                <a:gd name="T14" fmla="*/ 17 w 173"/>
                <a:gd name="T15" fmla="*/ 118 h 195"/>
                <a:gd name="T16" fmla="*/ 69 w 173"/>
                <a:gd name="T17" fmla="*/ 180 h 195"/>
                <a:gd name="T18" fmla="*/ 161 w 173"/>
                <a:gd name="T19" fmla="*/ 192 h 195"/>
                <a:gd name="T20" fmla="*/ 142 w 173"/>
                <a:gd name="T21" fmla="*/ 171 h 195"/>
                <a:gd name="connsiteX0" fmla="*/ 8208 w 9557"/>
                <a:gd name="connsiteY0" fmla="*/ 8769 h 9886"/>
                <a:gd name="connsiteX1" fmla="*/ 8208 w 9557"/>
                <a:gd name="connsiteY1" fmla="*/ 8769 h 9886"/>
                <a:gd name="connsiteX2" fmla="*/ 5087 w 9557"/>
                <a:gd name="connsiteY2" fmla="*/ 7128 h 9886"/>
                <a:gd name="connsiteX3" fmla="*/ 4335 w 9557"/>
                <a:gd name="connsiteY3" fmla="*/ 4615 h 9886"/>
                <a:gd name="connsiteX4" fmla="*/ 2326 w 9557"/>
                <a:gd name="connsiteY4" fmla="*/ 2840 h 9886"/>
                <a:gd name="connsiteX5" fmla="*/ 58 w 9557"/>
                <a:gd name="connsiteY5" fmla="*/ 154 h 9886"/>
                <a:gd name="connsiteX6" fmla="*/ 0 w 9557"/>
                <a:gd name="connsiteY6" fmla="*/ 0 h 9886"/>
                <a:gd name="connsiteX7" fmla="*/ 983 w 9557"/>
                <a:gd name="connsiteY7" fmla="*/ 6051 h 9886"/>
                <a:gd name="connsiteX8" fmla="*/ 3988 w 9557"/>
                <a:gd name="connsiteY8" fmla="*/ 9231 h 9886"/>
                <a:gd name="connsiteX9" fmla="*/ 9306 w 9557"/>
                <a:gd name="connsiteY9" fmla="*/ 9846 h 9886"/>
                <a:gd name="connsiteX10" fmla="*/ 8208 w 9557"/>
                <a:gd name="connsiteY10" fmla="*/ 8769 h 9886"/>
                <a:gd name="connsiteX0" fmla="*/ 8543 w 9955"/>
                <a:gd name="connsiteY0" fmla="*/ 10313 h 11443"/>
                <a:gd name="connsiteX1" fmla="*/ 8543 w 9955"/>
                <a:gd name="connsiteY1" fmla="*/ 10313 h 11443"/>
                <a:gd name="connsiteX2" fmla="*/ 5278 w 9955"/>
                <a:gd name="connsiteY2" fmla="*/ 8653 h 11443"/>
                <a:gd name="connsiteX3" fmla="*/ 4491 w 9955"/>
                <a:gd name="connsiteY3" fmla="*/ 6111 h 11443"/>
                <a:gd name="connsiteX4" fmla="*/ 2389 w 9955"/>
                <a:gd name="connsiteY4" fmla="*/ 4316 h 11443"/>
                <a:gd name="connsiteX5" fmla="*/ 16 w 9955"/>
                <a:gd name="connsiteY5" fmla="*/ 1599 h 11443"/>
                <a:gd name="connsiteX6" fmla="*/ 94 w 9955"/>
                <a:gd name="connsiteY6" fmla="*/ 0 h 11443"/>
                <a:gd name="connsiteX7" fmla="*/ 984 w 9955"/>
                <a:gd name="connsiteY7" fmla="*/ 7564 h 11443"/>
                <a:gd name="connsiteX8" fmla="*/ 4128 w 9955"/>
                <a:gd name="connsiteY8" fmla="*/ 10780 h 11443"/>
                <a:gd name="connsiteX9" fmla="*/ 9692 w 9955"/>
                <a:gd name="connsiteY9" fmla="*/ 11403 h 11443"/>
                <a:gd name="connsiteX10" fmla="*/ 8543 w 9955"/>
                <a:gd name="connsiteY10" fmla="*/ 10313 h 11443"/>
                <a:gd name="connsiteX0" fmla="*/ 8488 w 9906"/>
                <a:gd name="connsiteY0" fmla="*/ 9012 h 10000"/>
                <a:gd name="connsiteX1" fmla="*/ 8488 w 9906"/>
                <a:gd name="connsiteY1" fmla="*/ 9012 h 10000"/>
                <a:gd name="connsiteX2" fmla="*/ 5208 w 9906"/>
                <a:gd name="connsiteY2" fmla="*/ 7562 h 10000"/>
                <a:gd name="connsiteX3" fmla="*/ 4417 w 9906"/>
                <a:gd name="connsiteY3" fmla="*/ 5340 h 10000"/>
                <a:gd name="connsiteX4" fmla="*/ 2306 w 9906"/>
                <a:gd name="connsiteY4" fmla="*/ 3772 h 10000"/>
                <a:gd name="connsiteX5" fmla="*/ 576 w 9906"/>
                <a:gd name="connsiteY5" fmla="*/ 2072 h 10000"/>
                <a:gd name="connsiteX6" fmla="*/ 0 w 9906"/>
                <a:gd name="connsiteY6" fmla="*/ 0 h 10000"/>
                <a:gd name="connsiteX7" fmla="*/ 894 w 9906"/>
                <a:gd name="connsiteY7" fmla="*/ 6610 h 10000"/>
                <a:gd name="connsiteX8" fmla="*/ 4053 w 9906"/>
                <a:gd name="connsiteY8" fmla="*/ 9421 h 10000"/>
                <a:gd name="connsiteX9" fmla="*/ 9642 w 9906"/>
                <a:gd name="connsiteY9" fmla="*/ 9965 h 10000"/>
                <a:gd name="connsiteX10" fmla="*/ 8488 w 9906"/>
                <a:gd name="connsiteY10" fmla="*/ 9012 h 10000"/>
                <a:gd name="connsiteX0" fmla="*/ 8569 w 10000"/>
                <a:gd name="connsiteY0" fmla="*/ 9012 h 10000"/>
                <a:gd name="connsiteX1" fmla="*/ 8569 w 10000"/>
                <a:gd name="connsiteY1" fmla="*/ 9012 h 10000"/>
                <a:gd name="connsiteX2" fmla="*/ 5257 w 10000"/>
                <a:gd name="connsiteY2" fmla="*/ 7562 h 10000"/>
                <a:gd name="connsiteX3" fmla="*/ 4459 w 10000"/>
                <a:gd name="connsiteY3" fmla="*/ 5340 h 10000"/>
                <a:gd name="connsiteX4" fmla="*/ 2328 w 10000"/>
                <a:gd name="connsiteY4" fmla="*/ 3772 h 10000"/>
                <a:gd name="connsiteX5" fmla="*/ 581 w 10000"/>
                <a:gd name="connsiteY5" fmla="*/ 2072 h 10000"/>
                <a:gd name="connsiteX6" fmla="*/ 0 w 10000"/>
                <a:gd name="connsiteY6" fmla="*/ 0 h 10000"/>
                <a:gd name="connsiteX7" fmla="*/ 902 w 10000"/>
                <a:gd name="connsiteY7" fmla="*/ 6610 h 10000"/>
                <a:gd name="connsiteX8" fmla="*/ 4091 w 10000"/>
                <a:gd name="connsiteY8" fmla="*/ 9421 h 10000"/>
                <a:gd name="connsiteX9" fmla="*/ 9733 w 10000"/>
                <a:gd name="connsiteY9" fmla="*/ 9965 h 10000"/>
                <a:gd name="connsiteX10" fmla="*/ 8569 w 10000"/>
                <a:gd name="connsiteY10" fmla="*/ 9012 h 10000"/>
                <a:gd name="connsiteX0" fmla="*/ 8569 w 10000"/>
                <a:gd name="connsiteY0" fmla="*/ 9012 h 10000"/>
                <a:gd name="connsiteX1" fmla="*/ 8569 w 10000"/>
                <a:gd name="connsiteY1" fmla="*/ 9012 h 10000"/>
                <a:gd name="connsiteX2" fmla="*/ 5257 w 10000"/>
                <a:gd name="connsiteY2" fmla="*/ 7562 h 10000"/>
                <a:gd name="connsiteX3" fmla="*/ 4459 w 10000"/>
                <a:gd name="connsiteY3" fmla="*/ 5340 h 10000"/>
                <a:gd name="connsiteX4" fmla="*/ 2576 w 10000"/>
                <a:gd name="connsiteY4" fmla="*/ 3772 h 10000"/>
                <a:gd name="connsiteX5" fmla="*/ 581 w 10000"/>
                <a:gd name="connsiteY5" fmla="*/ 2072 h 10000"/>
                <a:gd name="connsiteX6" fmla="*/ 0 w 10000"/>
                <a:gd name="connsiteY6" fmla="*/ 0 h 10000"/>
                <a:gd name="connsiteX7" fmla="*/ 902 w 10000"/>
                <a:gd name="connsiteY7" fmla="*/ 6610 h 10000"/>
                <a:gd name="connsiteX8" fmla="*/ 4091 w 10000"/>
                <a:gd name="connsiteY8" fmla="*/ 9421 h 10000"/>
                <a:gd name="connsiteX9" fmla="*/ 9733 w 10000"/>
                <a:gd name="connsiteY9" fmla="*/ 9965 h 10000"/>
                <a:gd name="connsiteX10" fmla="*/ 8569 w 10000"/>
                <a:gd name="connsiteY10" fmla="*/ 9012 h 10000"/>
                <a:gd name="connsiteX0" fmla="*/ 8569 w 10000"/>
                <a:gd name="connsiteY0" fmla="*/ 9012 h 10000"/>
                <a:gd name="connsiteX1" fmla="*/ 8569 w 10000"/>
                <a:gd name="connsiteY1" fmla="*/ 9012 h 10000"/>
                <a:gd name="connsiteX2" fmla="*/ 5257 w 10000"/>
                <a:gd name="connsiteY2" fmla="*/ 7562 h 10000"/>
                <a:gd name="connsiteX3" fmla="*/ 5120 w 10000"/>
                <a:gd name="connsiteY3" fmla="*/ 4849 h 10000"/>
                <a:gd name="connsiteX4" fmla="*/ 2576 w 10000"/>
                <a:gd name="connsiteY4" fmla="*/ 3772 h 10000"/>
                <a:gd name="connsiteX5" fmla="*/ 581 w 10000"/>
                <a:gd name="connsiteY5" fmla="*/ 2072 h 10000"/>
                <a:gd name="connsiteX6" fmla="*/ 0 w 10000"/>
                <a:gd name="connsiteY6" fmla="*/ 0 h 10000"/>
                <a:gd name="connsiteX7" fmla="*/ 902 w 10000"/>
                <a:gd name="connsiteY7" fmla="*/ 6610 h 10000"/>
                <a:gd name="connsiteX8" fmla="*/ 4091 w 10000"/>
                <a:gd name="connsiteY8" fmla="*/ 9421 h 10000"/>
                <a:gd name="connsiteX9" fmla="*/ 9733 w 10000"/>
                <a:gd name="connsiteY9" fmla="*/ 9965 h 10000"/>
                <a:gd name="connsiteX10" fmla="*/ 8569 w 10000"/>
                <a:gd name="connsiteY10" fmla="*/ 9012 h 10000"/>
                <a:gd name="connsiteX0" fmla="*/ 8569 w 10000"/>
                <a:gd name="connsiteY0" fmla="*/ 9012 h 10000"/>
                <a:gd name="connsiteX1" fmla="*/ 8569 w 10000"/>
                <a:gd name="connsiteY1" fmla="*/ 9012 h 10000"/>
                <a:gd name="connsiteX2" fmla="*/ 5918 w 10000"/>
                <a:gd name="connsiteY2" fmla="*/ 7501 h 10000"/>
                <a:gd name="connsiteX3" fmla="*/ 5120 w 10000"/>
                <a:gd name="connsiteY3" fmla="*/ 4849 h 10000"/>
                <a:gd name="connsiteX4" fmla="*/ 2576 w 10000"/>
                <a:gd name="connsiteY4" fmla="*/ 3772 h 10000"/>
                <a:gd name="connsiteX5" fmla="*/ 581 w 10000"/>
                <a:gd name="connsiteY5" fmla="*/ 2072 h 10000"/>
                <a:gd name="connsiteX6" fmla="*/ 0 w 10000"/>
                <a:gd name="connsiteY6" fmla="*/ 0 h 10000"/>
                <a:gd name="connsiteX7" fmla="*/ 902 w 10000"/>
                <a:gd name="connsiteY7" fmla="*/ 6610 h 10000"/>
                <a:gd name="connsiteX8" fmla="*/ 4091 w 10000"/>
                <a:gd name="connsiteY8" fmla="*/ 9421 h 10000"/>
                <a:gd name="connsiteX9" fmla="*/ 9733 w 10000"/>
                <a:gd name="connsiteY9" fmla="*/ 9965 h 10000"/>
                <a:gd name="connsiteX10" fmla="*/ 8569 w 10000"/>
                <a:gd name="connsiteY10" fmla="*/ 9012 h 10000"/>
                <a:gd name="connsiteX0" fmla="*/ 8404 w 9975"/>
                <a:gd name="connsiteY0" fmla="*/ 8583 h 10000"/>
                <a:gd name="connsiteX1" fmla="*/ 8569 w 9975"/>
                <a:gd name="connsiteY1" fmla="*/ 9012 h 10000"/>
                <a:gd name="connsiteX2" fmla="*/ 5918 w 9975"/>
                <a:gd name="connsiteY2" fmla="*/ 7501 h 10000"/>
                <a:gd name="connsiteX3" fmla="*/ 5120 w 9975"/>
                <a:gd name="connsiteY3" fmla="*/ 4849 h 10000"/>
                <a:gd name="connsiteX4" fmla="*/ 2576 w 9975"/>
                <a:gd name="connsiteY4" fmla="*/ 3772 h 10000"/>
                <a:gd name="connsiteX5" fmla="*/ 581 w 9975"/>
                <a:gd name="connsiteY5" fmla="*/ 2072 h 10000"/>
                <a:gd name="connsiteX6" fmla="*/ 0 w 9975"/>
                <a:gd name="connsiteY6" fmla="*/ 0 h 10000"/>
                <a:gd name="connsiteX7" fmla="*/ 902 w 9975"/>
                <a:gd name="connsiteY7" fmla="*/ 6610 h 10000"/>
                <a:gd name="connsiteX8" fmla="*/ 4091 w 9975"/>
                <a:gd name="connsiteY8" fmla="*/ 9421 h 10000"/>
                <a:gd name="connsiteX9" fmla="*/ 9733 w 9975"/>
                <a:gd name="connsiteY9" fmla="*/ 9965 h 10000"/>
                <a:gd name="connsiteX10" fmla="*/ 8404 w 9975"/>
                <a:gd name="connsiteY10" fmla="*/ 8583 h 10000"/>
                <a:gd name="connsiteX0" fmla="*/ 8425 w 10000"/>
                <a:gd name="connsiteY0" fmla="*/ 8583 h 10000"/>
                <a:gd name="connsiteX1" fmla="*/ 8590 w 10000"/>
                <a:gd name="connsiteY1" fmla="*/ 9012 h 10000"/>
                <a:gd name="connsiteX2" fmla="*/ 5133 w 10000"/>
                <a:gd name="connsiteY2" fmla="*/ 4849 h 10000"/>
                <a:gd name="connsiteX3" fmla="*/ 2582 w 10000"/>
                <a:gd name="connsiteY3" fmla="*/ 3772 h 10000"/>
                <a:gd name="connsiteX4" fmla="*/ 582 w 10000"/>
                <a:gd name="connsiteY4" fmla="*/ 2072 h 10000"/>
                <a:gd name="connsiteX5" fmla="*/ 0 w 10000"/>
                <a:gd name="connsiteY5" fmla="*/ 0 h 10000"/>
                <a:gd name="connsiteX6" fmla="*/ 904 w 10000"/>
                <a:gd name="connsiteY6" fmla="*/ 6610 h 10000"/>
                <a:gd name="connsiteX7" fmla="*/ 4101 w 10000"/>
                <a:gd name="connsiteY7" fmla="*/ 9421 h 10000"/>
                <a:gd name="connsiteX8" fmla="*/ 9757 w 10000"/>
                <a:gd name="connsiteY8" fmla="*/ 9965 h 10000"/>
                <a:gd name="connsiteX9" fmla="*/ 8425 w 10000"/>
                <a:gd name="connsiteY9" fmla="*/ 8583 h 10000"/>
                <a:gd name="connsiteX0" fmla="*/ 9757 w 10000"/>
                <a:gd name="connsiteY0" fmla="*/ 9965 h 10000"/>
                <a:gd name="connsiteX1" fmla="*/ 8590 w 10000"/>
                <a:gd name="connsiteY1" fmla="*/ 9012 h 10000"/>
                <a:gd name="connsiteX2" fmla="*/ 5133 w 10000"/>
                <a:gd name="connsiteY2" fmla="*/ 4849 h 10000"/>
                <a:gd name="connsiteX3" fmla="*/ 2582 w 10000"/>
                <a:gd name="connsiteY3" fmla="*/ 3772 h 10000"/>
                <a:gd name="connsiteX4" fmla="*/ 582 w 10000"/>
                <a:gd name="connsiteY4" fmla="*/ 2072 h 10000"/>
                <a:gd name="connsiteX5" fmla="*/ 0 w 10000"/>
                <a:gd name="connsiteY5" fmla="*/ 0 h 10000"/>
                <a:gd name="connsiteX6" fmla="*/ 904 w 10000"/>
                <a:gd name="connsiteY6" fmla="*/ 6610 h 10000"/>
                <a:gd name="connsiteX7" fmla="*/ 4101 w 10000"/>
                <a:gd name="connsiteY7" fmla="*/ 9421 h 10000"/>
                <a:gd name="connsiteX8" fmla="*/ 9757 w 10000"/>
                <a:gd name="connsiteY8" fmla="*/ 9965 h 10000"/>
                <a:gd name="connsiteX0" fmla="*/ 9757 w 9762"/>
                <a:gd name="connsiteY0" fmla="*/ 9965 h 10000"/>
                <a:gd name="connsiteX1" fmla="*/ 5133 w 9762"/>
                <a:gd name="connsiteY1" fmla="*/ 4849 h 10000"/>
                <a:gd name="connsiteX2" fmla="*/ 2582 w 9762"/>
                <a:gd name="connsiteY2" fmla="*/ 3772 h 10000"/>
                <a:gd name="connsiteX3" fmla="*/ 582 w 9762"/>
                <a:gd name="connsiteY3" fmla="*/ 2072 h 10000"/>
                <a:gd name="connsiteX4" fmla="*/ 0 w 9762"/>
                <a:gd name="connsiteY4" fmla="*/ 0 h 10000"/>
                <a:gd name="connsiteX5" fmla="*/ 904 w 9762"/>
                <a:gd name="connsiteY5" fmla="*/ 6610 h 10000"/>
                <a:gd name="connsiteX6" fmla="*/ 4101 w 9762"/>
                <a:gd name="connsiteY6" fmla="*/ 9421 h 10000"/>
                <a:gd name="connsiteX7" fmla="*/ 9757 w 9762"/>
                <a:gd name="connsiteY7" fmla="*/ 9965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762" h="10000">
                  <a:moveTo>
                    <a:pt x="9757" y="9965"/>
                  </a:moveTo>
                  <a:cubicBezTo>
                    <a:pt x="9929" y="9203"/>
                    <a:pt x="6329" y="5881"/>
                    <a:pt x="5133" y="4849"/>
                  </a:cubicBezTo>
                  <a:cubicBezTo>
                    <a:pt x="3937" y="3817"/>
                    <a:pt x="3341" y="4235"/>
                    <a:pt x="2582" y="3772"/>
                  </a:cubicBezTo>
                  <a:cubicBezTo>
                    <a:pt x="1825" y="3309"/>
                    <a:pt x="1656" y="3040"/>
                    <a:pt x="582" y="2072"/>
                  </a:cubicBezTo>
                  <a:cubicBezTo>
                    <a:pt x="521" y="2027"/>
                    <a:pt x="0" y="45"/>
                    <a:pt x="0" y="0"/>
                  </a:cubicBezTo>
                  <a:cubicBezTo>
                    <a:pt x="184" y="2311"/>
                    <a:pt x="228" y="5523"/>
                    <a:pt x="904" y="6610"/>
                  </a:cubicBezTo>
                  <a:cubicBezTo>
                    <a:pt x="1765" y="8152"/>
                    <a:pt x="1089" y="8832"/>
                    <a:pt x="4101" y="9421"/>
                  </a:cubicBezTo>
                  <a:cubicBezTo>
                    <a:pt x="6315" y="9829"/>
                    <a:pt x="8590" y="10100"/>
                    <a:pt x="9757" y="996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4" name="Freeform 203"/>
            <p:cNvSpPr>
              <a:spLocks/>
            </p:cNvSpPr>
            <p:nvPr/>
          </p:nvSpPr>
          <p:spPr bwMode="auto">
            <a:xfrm>
              <a:off x="3715" y="808"/>
              <a:ext cx="112" cy="301"/>
            </a:xfrm>
            <a:custGeom>
              <a:avLst/>
              <a:gdLst>
                <a:gd name="T0" fmla="*/ 41 w 60"/>
                <a:gd name="T1" fmla="*/ 0 h 189"/>
                <a:gd name="T2" fmla="*/ 23 w 60"/>
                <a:gd name="T3" fmla="*/ 109 h 189"/>
                <a:gd name="T4" fmla="*/ 0 w 60"/>
                <a:gd name="T5" fmla="*/ 153 h 189"/>
                <a:gd name="T6" fmla="*/ 16 w 60"/>
                <a:gd name="T7" fmla="*/ 176 h 189"/>
                <a:gd name="T8" fmla="*/ 53 w 60"/>
                <a:gd name="T9" fmla="*/ 119 h 189"/>
                <a:gd name="T10" fmla="*/ 41 w 60"/>
                <a:gd name="T11" fmla="*/ 0 h 189"/>
                <a:gd name="connsiteX0" fmla="*/ 5704 w 8939"/>
                <a:gd name="connsiteY0" fmla="*/ 0 h 9815"/>
                <a:gd name="connsiteX1" fmla="*/ 3833 w 8939"/>
                <a:gd name="connsiteY1" fmla="*/ 6124 h 9815"/>
                <a:gd name="connsiteX2" fmla="*/ 0 w 8939"/>
                <a:gd name="connsiteY2" fmla="*/ 8452 h 9815"/>
                <a:gd name="connsiteX3" fmla="*/ 2667 w 8939"/>
                <a:gd name="connsiteY3" fmla="*/ 9669 h 9815"/>
                <a:gd name="connsiteX4" fmla="*/ 8833 w 8939"/>
                <a:gd name="connsiteY4" fmla="*/ 6653 h 9815"/>
                <a:gd name="connsiteX5" fmla="*/ 5704 w 8939"/>
                <a:gd name="connsiteY5" fmla="*/ 0 h 9815"/>
                <a:gd name="connsiteX0" fmla="*/ 6381 w 10151"/>
                <a:gd name="connsiteY0" fmla="*/ 0 h 10000"/>
                <a:gd name="connsiteX1" fmla="*/ 4288 w 10151"/>
                <a:gd name="connsiteY1" fmla="*/ 6239 h 10000"/>
                <a:gd name="connsiteX2" fmla="*/ 0 w 10151"/>
                <a:gd name="connsiteY2" fmla="*/ 8611 h 10000"/>
                <a:gd name="connsiteX3" fmla="*/ 2984 w 10151"/>
                <a:gd name="connsiteY3" fmla="*/ 9851 h 10000"/>
                <a:gd name="connsiteX4" fmla="*/ 9881 w 10151"/>
                <a:gd name="connsiteY4" fmla="*/ 6778 h 10000"/>
                <a:gd name="connsiteX5" fmla="*/ 6381 w 10151"/>
                <a:gd name="connsiteY5" fmla="*/ 0 h 10000"/>
                <a:gd name="connsiteX0" fmla="*/ 6381 w 10151"/>
                <a:gd name="connsiteY0" fmla="*/ 0 h 10000"/>
                <a:gd name="connsiteX1" fmla="*/ 4288 w 10151"/>
                <a:gd name="connsiteY1" fmla="*/ 6239 h 10000"/>
                <a:gd name="connsiteX2" fmla="*/ 0 w 10151"/>
                <a:gd name="connsiteY2" fmla="*/ 8611 h 10000"/>
                <a:gd name="connsiteX3" fmla="*/ 2984 w 10151"/>
                <a:gd name="connsiteY3" fmla="*/ 9851 h 10000"/>
                <a:gd name="connsiteX4" fmla="*/ 9881 w 10151"/>
                <a:gd name="connsiteY4" fmla="*/ 6778 h 10000"/>
                <a:gd name="connsiteX5" fmla="*/ 6381 w 10151"/>
                <a:gd name="connsiteY5" fmla="*/ 0 h 10000"/>
                <a:gd name="connsiteX0" fmla="*/ 9159 w 12929"/>
                <a:gd name="connsiteY0" fmla="*/ 0 h 10000"/>
                <a:gd name="connsiteX1" fmla="*/ 7066 w 12929"/>
                <a:gd name="connsiteY1" fmla="*/ 6239 h 10000"/>
                <a:gd name="connsiteX2" fmla="*/ 0 w 12929"/>
                <a:gd name="connsiteY2" fmla="*/ 8247 h 10000"/>
                <a:gd name="connsiteX3" fmla="*/ 5762 w 12929"/>
                <a:gd name="connsiteY3" fmla="*/ 9851 h 10000"/>
                <a:gd name="connsiteX4" fmla="*/ 12659 w 12929"/>
                <a:gd name="connsiteY4" fmla="*/ 6778 h 10000"/>
                <a:gd name="connsiteX5" fmla="*/ 9159 w 12929"/>
                <a:gd name="connsiteY5" fmla="*/ 0 h 10000"/>
                <a:gd name="connsiteX0" fmla="*/ 9159 w 12929"/>
                <a:gd name="connsiteY0" fmla="*/ 0 h 10000"/>
                <a:gd name="connsiteX1" fmla="*/ 4791 w 12929"/>
                <a:gd name="connsiteY1" fmla="*/ 5948 h 10000"/>
                <a:gd name="connsiteX2" fmla="*/ 0 w 12929"/>
                <a:gd name="connsiteY2" fmla="*/ 8247 h 10000"/>
                <a:gd name="connsiteX3" fmla="*/ 5762 w 12929"/>
                <a:gd name="connsiteY3" fmla="*/ 9851 h 10000"/>
                <a:gd name="connsiteX4" fmla="*/ 12659 w 12929"/>
                <a:gd name="connsiteY4" fmla="*/ 6778 h 10000"/>
                <a:gd name="connsiteX5" fmla="*/ 9159 w 12929"/>
                <a:gd name="connsiteY5" fmla="*/ 0 h 10000"/>
                <a:gd name="connsiteX0" fmla="*/ 9159 w 12929"/>
                <a:gd name="connsiteY0" fmla="*/ 0 h 10069"/>
                <a:gd name="connsiteX1" fmla="*/ 4791 w 12929"/>
                <a:gd name="connsiteY1" fmla="*/ 5948 h 10069"/>
                <a:gd name="connsiteX2" fmla="*/ 0 w 12929"/>
                <a:gd name="connsiteY2" fmla="*/ 8247 h 10069"/>
                <a:gd name="connsiteX3" fmla="*/ 3993 w 12929"/>
                <a:gd name="connsiteY3" fmla="*/ 9924 h 10069"/>
                <a:gd name="connsiteX4" fmla="*/ 12659 w 12929"/>
                <a:gd name="connsiteY4" fmla="*/ 6778 h 10069"/>
                <a:gd name="connsiteX5" fmla="*/ 9159 w 12929"/>
                <a:gd name="connsiteY5" fmla="*/ 0 h 10069"/>
                <a:gd name="connsiteX0" fmla="*/ 9159 w 12929"/>
                <a:gd name="connsiteY0" fmla="*/ 0 h 9930"/>
                <a:gd name="connsiteX1" fmla="*/ 4791 w 12929"/>
                <a:gd name="connsiteY1" fmla="*/ 5948 h 9930"/>
                <a:gd name="connsiteX2" fmla="*/ 0 w 12929"/>
                <a:gd name="connsiteY2" fmla="*/ 8247 h 9930"/>
                <a:gd name="connsiteX3" fmla="*/ 3993 w 12929"/>
                <a:gd name="connsiteY3" fmla="*/ 9924 h 9930"/>
                <a:gd name="connsiteX4" fmla="*/ 12659 w 12929"/>
                <a:gd name="connsiteY4" fmla="*/ 6778 h 9930"/>
                <a:gd name="connsiteX5" fmla="*/ 9159 w 12929"/>
                <a:gd name="connsiteY5" fmla="*/ 0 h 9930"/>
                <a:gd name="connsiteX0" fmla="*/ 7084 w 10000"/>
                <a:gd name="connsiteY0" fmla="*/ 0 h 10072"/>
                <a:gd name="connsiteX1" fmla="*/ 3706 w 10000"/>
                <a:gd name="connsiteY1" fmla="*/ 5990 h 10072"/>
                <a:gd name="connsiteX2" fmla="*/ 0 w 10000"/>
                <a:gd name="connsiteY2" fmla="*/ 8305 h 10072"/>
                <a:gd name="connsiteX3" fmla="*/ 2893 w 10000"/>
                <a:gd name="connsiteY3" fmla="*/ 10067 h 10072"/>
                <a:gd name="connsiteX4" fmla="*/ 9791 w 10000"/>
                <a:gd name="connsiteY4" fmla="*/ 6826 h 10072"/>
                <a:gd name="connsiteX5" fmla="*/ 7084 w 10000"/>
                <a:gd name="connsiteY5" fmla="*/ 0 h 10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10072">
                  <a:moveTo>
                    <a:pt x="7084" y="0"/>
                  </a:moveTo>
                  <a:cubicBezTo>
                    <a:pt x="7084" y="1846"/>
                    <a:pt x="5293" y="4145"/>
                    <a:pt x="3706" y="5990"/>
                  </a:cubicBezTo>
                  <a:cubicBezTo>
                    <a:pt x="2840" y="7130"/>
                    <a:pt x="1442" y="7980"/>
                    <a:pt x="0" y="8305"/>
                  </a:cubicBezTo>
                  <a:cubicBezTo>
                    <a:pt x="2308" y="8305"/>
                    <a:pt x="-702" y="10191"/>
                    <a:pt x="2893" y="10067"/>
                  </a:cubicBezTo>
                  <a:cubicBezTo>
                    <a:pt x="6620" y="9967"/>
                    <a:pt x="9359" y="8726"/>
                    <a:pt x="9791" y="6826"/>
                  </a:cubicBezTo>
                  <a:cubicBezTo>
                    <a:pt x="10080" y="5143"/>
                    <a:pt x="10603" y="3909"/>
                    <a:pt x="70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5" name="Freeform 204"/>
            <p:cNvSpPr>
              <a:spLocks/>
            </p:cNvSpPr>
            <p:nvPr/>
          </p:nvSpPr>
          <p:spPr bwMode="auto">
            <a:xfrm>
              <a:off x="3484" y="427"/>
              <a:ext cx="310" cy="653"/>
            </a:xfrm>
            <a:custGeom>
              <a:avLst/>
              <a:gdLst>
                <a:gd name="T0" fmla="*/ 8 w 191"/>
                <a:gd name="T1" fmla="*/ 225 h 402"/>
                <a:gd name="T2" fmla="*/ 8 w 191"/>
                <a:gd name="T3" fmla="*/ 228 h 402"/>
                <a:gd name="T4" fmla="*/ 42 w 191"/>
                <a:gd name="T5" fmla="*/ 283 h 402"/>
                <a:gd name="T6" fmla="*/ 86 w 191"/>
                <a:gd name="T7" fmla="*/ 311 h 402"/>
                <a:gd name="T8" fmla="*/ 99 w 191"/>
                <a:gd name="T9" fmla="*/ 360 h 402"/>
                <a:gd name="T10" fmla="*/ 148 w 191"/>
                <a:gd name="T11" fmla="*/ 393 h 402"/>
                <a:gd name="T12" fmla="*/ 148 w 191"/>
                <a:gd name="T13" fmla="*/ 393 h 402"/>
                <a:gd name="T14" fmla="*/ 173 w 191"/>
                <a:gd name="T15" fmla="*/ 350 h 402"/>
                <a:gd name="T16" fmla="*/ 191 w 191"/>
                <a:gd name="T17" fmla="*/ 237 h 402"/>
                <a:gd name="T18" fmla="*/ 191 w 191"/>
                <a:gd name="T19" fmla="*/ 237 h 402"/>
                <a:gd name="T20" fmla="*/ 191 w 191"/>
                <a:gd name="T21" fmla="*/ 225 h 402"/>
                <a:gd name="T22" fmla="*/ 171 w 191"/>
                <a:gd name="T23" fmla="*/ 141 h 402"/>
                <a:gd name="T24" fmla="*/ 128 w 191"/>
                <a:gd name="T25" fmla="*/ 56 h 402"/>
                <a:gd name="T26" fmla="*/ 46 w 191"/>
                <a:gd name="T27" fmla="*/ 5 h 402"/>
                <a:gd name="T28" fmla="*/ 8 w 191"/>
                <a:gd name="T29" fmla="*/ 59 h 402"/>
                <a:gd name="T30" fmla="*/ 5 w 191"/>
                <a:gd name="T31" fmla="*/ 121 h 402"/>
                <a:gd name="T32" fmla="*/ 4 w 191"/>
                <a:gd name="T33" fmla="*/ 182 h 402"/>
                <a:gd name="T34" fmla="*/ 8 w 191"/>
                <a:gd name="T35" fmla="*/ 225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1" h="402">
                  <a:moveTo>
                    <a:pt x="8" y="225"/>
                  </a:moveTo>
                  <a:cubicBezTo>
                    <a:pt x="8" y="226"/>
                    <a:pt x="8" y="227"/>
                    <a:pt x="8" y="228"/>
                  </a:cubicBezTo>
                  <a:cubicBezTo>
                    <a:pt x="13" y="248"/>
                    <a:pt x="23" y="269"/>
                    <a:pt x="42" y="283"/>
                  </a:cubicBezTo>
                  <a:cubicBezTo>
                    <a:pt x="56" y="294"/>
                    <a:pt x="59" y="301"/>
                    <a:pt x="86" y="311"/>
                  </a:cubicBezTo>
                  <a:cubicBezTo>
                    <a:pt x="97" y="337"/>
                    <a:pt x="97" y="343"/>
                    <a:pt x="99" y="360"/>
                  </a:cubicBezTo>
                  <a:cubicBezTo>
                    <a:pt x="101" y="390"/>
                    <a:pt x="132" y="402"/>
                    <a:pt x="148" y="393"/>
                  </a:cubicBezTo>
                  <a:cubicBezTo>
                    <a:pt x="148" y="393"/>
                    <a:pt x="148" y="393"/>
                    <a:pt x="148" y="393"/>
                  </a:cubicBezTo>
                  <a:cubicBezTo>
                    <a:pt x="158" y="387"/>
                    <a:pt x="166" y="371"/>
                    <a:pt x="173" y="350"/>
                  </a:cubicBezTo>
                  <a:cubicBezTo>
                    <a:pt x="184" y="316"/>
                    <a:pt x="190" y="271"/>
                    <a:pt x="191" y="237"/>
                  </a:cubicBezTo>
                  <a:cubicBezTo>
                    <a:pt x="191" y="237"/>
                    <a:pt x="191" y="237"/>
                    <a:pt x="191" y="237"/>
                  </a:cubicBezTo>
                  <a:cubicBezTo>
                    <a:pt x="191" y="233"/>
                    <a:pt x="191" y="229"/>
                    <a:pt x="191" y="225"/>
                  </a:cubicBezTo>
                  <a:cubicBezTo>
                    <a:pt x="189" y="191"/>
                    <a:pt x="185" y="166"/>
                    <a:pt x="171" y="141"/>
                  </a:cubicBezTo>
                  <a:cubicBezTo>
                    <a:pt x="169" y="126"/>
                    <a:pt x="159" y="86"/>
                    <a:pt x="128" y="56"/>
                  </a:cubicBezTo>
                  <a:cubicBezTo>
                    <a:pt x="88" y="18"/>
                    <a:pt x="72" y="0"/>
                    <a:pt x="46" y="5"/>
                  </a:cubicBezTo>
                  <a:cubicBezTo>
                    <a:pt x="20" y="10"/>
                    <a:pt x="18" y="34"/>
                    <a:pt x="8" y="59"/>
                  </a:cubicBezTo>
                  <a:cubicBezTo>
                    <a:pt x="2" y="75"/>
                    <a:pt x="0" y="99"/>
                    <a:pt x="5" y="121"/>
                  </a:cubicBezTo>
                  <a:cubicBezTo>
                    <a:pt x="4" y="144"/>
                    <a:pt x="5" y="168"/>
                    <a:pt x="4" y="182"/>
                  </a:cubicBezTo>
                  <a:cubicBezTo>
                    <a:pt x="4" y="191"/>
                    <a:pt x="4" y="207"/>
                    <a:pt x="8" y="22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6" name="Freeform 205"/>
            <p:cNvSpPr>
              <a:spLocks/>
            </p:cNvSpPr>
            <p:nvPr/>
          </p:nvSpPr>
          <p:spPr bwMode="auto">
            <a:xfrm>
              <a:off x="3322" y="178"/>
              <a:ext cx="162" cy="491"/>
            </a:xfrm>
            <a:custGeom>
              <a:avLst/>
              <a:gdLst>
                <a:gd name="T0" fmla="*/ 97 w 100"/>
                <a:gd name="T1" fmla="*/ 233 h 302"/>
                <a:gd name="T2" fmla="*/ 94 w 100"/>
                <a:gd name="T3" fmla="*/ 221 h 302"/>
                <a:gd name="T4" fmla="*/ 90 w 100"/>
                <a:gd name="T5" fmla="*/ 200 h 302"/>
                <a:gd name="T6" fmla="*/ 90 w 100"/>
                <a:gd name="T7" fmla="*/ 200 h 302"/>
                <a:gd name="T8" fmla="*/ 89 w 100"/>
                <a:gd name="T9" fmla="*/ 197 h 302"/>
                <a:gd name="T10" fmla="*/ 90 w 100"/>
                <a:gd name="T11" fmla="*/ 197 h 302"/>
                <a:gd name="T12" fmla="*/ 87 w 100"/>
                <a:gd name="T13" fmla="*/ 173 h 302"/>
                <a:gd name="T14" fmla="*/ 86 w 100"/>
                <a:gd name="T15" fmla="*/ 167 h 302"/>
                <a:gd name="T16" fmla="*/ 85 w 100"/>
                <a:gd name="T17" fmla="*/ 145 h 302"/>
                <a:gd name="T18" fmla="*/ 85 w 100"/>
                <a:gd name="T19" fmla="*/ 140 h 302"/>
                <a:gd name="T20" fmla="*/ 86 w 100"/>
                <a:gd name="T21" fmla="*/ 139 h 302"/>
                <a:gd name="T22" fmla="*/ 85 w 100"/>
                <a:gd name="T23" fmla="*/ 116 h 302"/>
                <a:gd name="T24" fmla="*/ 85 w 100"/>
                <a:gd name="T25" fmla="*/ 114 h 302"/>
                <a:gd name="T26" fmla="*/ 85 w 100"/>
                <a:gd name="T27" fmla="*/ 91 h 302"/>
                <a:gd name="T28" fmla="*/ 85 w 100"/>
                <a:gd name="T29" fmla="*/ 82 h 302"/>
                <a:gd name="T30" fmla="*/ 86 w 100"/>
                <a:gd name="T31" fmla="*/ 61 h 302"/>
                <a:gd name="T32" fmla="*/ 86 w 100"/>
                <a:gd name="T33" fmla="*/ 57 h 302"/>
                <a:gd name="T34" fmla="*/ 87 w 100"/>
                <a:gd name="T35" fmla="*/ 33 h 302"/>
                <a:gd name="T36" fmla="*/ 87 w 100"/>
                <a:gd name="T37" fmla="*/ 27 h 302"/>
                <a:gd name="T38" fmla="*/ 89 w 100"/>
                <a:gd name="T39" fmla="*/ 4 h 302"/>
                <a:gd name="T40" fmla="*/ 56 w 100"/>
                <a:gd name="T41" fmla="*/ 0 h 302"/>
                <a:gd name="T42" fmla="*/ 25 w 100"/>
                <a:gd name="T43" fmla="*/ 6 h 302"/>
                <a:gd name="T44" fmla="*/ 27 w 100"/>
                <a:gd name="T45" fmla="*/ 28 h 302"/>
                <a:gd name="T46" fmla="*/ 27 w 100"/>
                <a:gd name="T47" fmla="*/ 34 h 302"/>
                <a:gd name="T48" fmla="*/ 26 w 100"/>
                <a:gd name="T49" fmla="*/ 34 h 302"/>
                <a:gd name="T50" fmla="*/ 28 w 100"/>
                <a:gd name="T51" fmla="*/ 54 h 302"/>
                <a:gd name="T52" fmla="*/ 28 w 100"/>
                <a:gd name="T53" fmla="*/ 61 h 302"/>
                <a:gd name="T54" fmla="*/ 28 w 100"/>
                <a:gd name="T55" fmla="*/ 83 h 302"/>
                <a:gd name="T56" fmla="*/ 28 w 100"/>
                <a:gd name="T57" fmla="*/ 83 h 302"/>
                <a:gd name="T58" fmla="*/ 28 w 100"/>
                <a:gd name="T59" fmla="*/ 88 h 302"/>
                <a:gd name="T60" fmla="*/ 28 w 100"/>
                <a:gd name="T61" fmla="*/ 111 h 302"/>
                <a:gd name="T62" fmla="*/ 29 w 100"/>
                <a:gd name="T63" fmla="*/ 111 h 302"/>
                <a:gd name="T64" fmla="*/ 29 w 100"/>
                <a:gd name="T65" fmla="*/ 116 h 302"/>
                <a:gd name="T66" fmla="*/ 28 w 100"/>
                <a:gd name="T67" fmla="*/ 139 h 302"/>
                <a:gd name="T68" fmla="*/ 28 w 100"/>
                <a:gd name="T69" fmla="*/ 139 h 302"/>
                <a:gd name="T70" fmla="*/ 28 w 100"/>
                <a:gd name="T71" fmla="*/ 145 h 302"/>
                <a:gd name="T72" fmla="*/ 27 w 100"/>
                <a:gd name="T73" fmla="*/ 166 h 302"/>
                <a:gd name="T74" fmla="*/ 26 w 100"/>
                <a:gd name="T75" fmla="*/ 171 h 302"/>
                <a:gd name="T76" fmla="*/ 26 w 100"/>
                <a:gd name="T77" fmla="*/ 171 h 302"/>
                <a:gd name="T78" fmla="*/ 24 w 100"/>
                <a:gd name="T79" fmla="*/ 195 h 302"/>
                <a:gd name="T80" fmla="*/ 23 w 100"/>
                <a:gd name="T81" fmla="*/ 203 h 302"/>
                <a:gd name="T82" fmla="*/ 19 w 100"/>
                <a:gd name="T83" fmla="*/ 209 h 302"/>
                <a:gd name="T84" fmla="*/ 20 w 100"/>
                <a:gd name="T85" fmla="*/ 216 h 302"/>
                <a:gd name="T86" fmla="*/ 20 w 100"/>
                <a:gd name="T87" fmla="*/ 217 h 302"/>
                <a:gd name="T88" fmla="*/ 20 w 100"/>
                <a:gd name="T89" fmla="*/ 218 h 302"/>
                <a:gd name="T90" fmla="*/ 18 w 100"/>
                <a:gd name="T91" fmla="*/ 246 h 302"/>
                <a:gd name="T92" fmla="*/ 2 w 100"/>
                <a:gd name="T93" fmla="*/ 302 h 302"/>
                <a:gd name="T94" fmla="*/ 32 w 100"/>
                <a:gd name="T95" fmla="*/ 276 h 302"/>
                <a:gd name="T96" fmla="*/ 32 w 100"/>
                <a:gd name="T97" fmla="*/ 276 h 302"/>
                <a:gd name="T98" fmla="*/ 48 w 100"/>
                <a:gd name="T99" fmla="*/ 264 h 302"/>
                <a:gd name="T100" fmla="*/ 56 w 100"/>
                <a:gd name="T101" fmla="*/ 262 h 302"/>
                <a:gd name="T102" fmla="*/ 65 w 100"/>
                <a:gd name="T103" fmla="*/ 264 h 302"/>
                <a:gd name="T104" fmla="*/ 81 w 100"/>
                <a:gd name="T105" fmla="*/ 276 h 302"/>
                <a:gd name="T106" fmla="*/ 99 w 100"/>
                <a:gd name="T107" fmla="*/ 294 h 302"/>
                <a:gd name="T108" fmla="*/ 100 w 100"/>
                <a:gd name="T109" fmla="*/ 274 h 302"/>
                <a:gd name="T110" fmla="*/ 97 w 100"/>
                <a:gd name="T111" fmla="*/ 233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0" h="302">
                  <a:moveTo>
                    <a:pt x="97" y="233"/>
                  </a:moveTo>
                  <a:cubicBezTo>
                    <a:pt x="96" y="230"/>
                    <a:pt x="95" y="225"/>
                    <a:pt x="94" y="221"/>
                  </a:cubicBezTo>
                  <a:cubicBezTo>
                    <a:pt x="98" y="214"/>
                    <a:pt x="93" y="202"/>
                    <a:pt x="90" y="200"/>
                  </a:cubicBezTo>
                  <a:cubicBezTo>
                    <a:pt x="90" y="200"/>
                    <a:pt x="90" y="200"/>
                    <a:pt x="90" y="200"/>
                  </a:cubicBezTo>
                  <a:cubicBezTo>
                    <a:pt x="90" y="199"/>
                    <a:pt x="90" y="198"/>
                    <a:pt x="89" y="197"/>
                  </a:cubicBezTo>
                  <a:cubicBezTo>
                    <a:pt x="89" y="197"/>
                    <a:pt x="90" y="197"/>
                    <a:pt x="90" y="197"/>
                  </a:cubicBezTo>
                  <a:cubicBezTo>
                    <a:pt x="94" y="187"/>
                    <a:pt x="90" y="175"/>
                    <a:pt x="87" y="173"/>
                  </a:cubicBezTo>
                  <a:cubicBezTo>
                    <a:pt x="87" y="171"/>
                    <a:pt x="87" y="169"/>
                    <a:pt x="86" y="167"/>
                  </a:cubicBezTo>
                  <a:cubicBezTo>
                    <a:pt x="90" y="160"/>
                    <a:pt x="88" y="148"/>
                    <a:pt x="85" y="145"/>
                  </a:cubicBezTo>
                  <a:cubicBezTo>
                    <a:pt x="85" y="143"/>
                    <a:pt x="85" y="142"/>
                    <a:pt x="85" y="140"/>
                  </a:cubicBezTo>
                  <a:cubicBezTo>
                    <a:pt x="85" y="140"/>
                    <a:pt x="86" y="140"/>
                    <a:pt x="86" y="139"/>
                  </a:cubicBezTo>
                  <a:cubicBezTo>
                    <a:pt x="91" y="132"/>
                    <a:pt x="88" y="118"/>
                    <a:pt x="85" y="116"/>
                  </a:cubicBezTo>
                  <a:cubicBezTo>
                    <a:pt x="85" y="115"/>
                    <a:pt x="85" y="115"/>
                    <a:pt x="85" y="114"/>
                  </a:cubicBezTo>
                  <a:cubicBezTo>
                    <a:pt x="87" y="106"/>
                    <a:pt x="87" y="95"/>
                    <a:pt x="85" y="91"/>
                  </a:cubicBezTo>
                  <a:cubicBezTo>
                    <a:pt x="85" y="88"/>
                    <a:pt x="85" y="85"/>
                    <a:pt x="85" y="82"/>
                  </a:cubicBezTo>
                  <a:cubicBezTo>
                    <a:pt x="89" y="76"/>
                    <a:pt x="88" y="63"/>
                    <a:pt x="86" y="61"/>
                  </a:cubicBezTo>
                  <a:cubicBezTo>
                    <a:pt x="86" y="60"/>
                    <a:pt x="86" y="59"/>
                    <a:pt x="86" y="57"/>
                  </a:cubicBezTo>
                  <a:cubicBezTo>
                    <a:pt x="91" y="49"/>
                    <a:pt x="90" y="35"/>
                    <a:pt x="87" y="33"/>
                  </a:cubicBezTo>
                  <a:cubicBezTo>
                    <a:pt x="87" y="31"/>
                    <a:pt x="87" y="29"/>
                    <a:pt x="87" y="27"/>
                  </a:cubicBezTo>
                  <a:cubicBezTo>
                    <a:pt x="92" y="21"/>
                    <a:pt x="91" y="6"/>
                    <a:pt x="89" y="4"/>
                  </a:cubicBezTo>
                  <a:cubicBezTo>
                    <a:pt x="80" y="7"/>
                    <a:pt x="67" y="0"/>
                    <a:pt x="56" y="0"/>
                  </a:cubicBezTo>
                  <a:cubicBezTo>
                    <a:pt x="41" y="1"/>
                    <a:pt x="29" y="8"/>
                    <a:pt x="25" y="6"/>
                  </a:cubicBezTo>
                  <a:cubicBezTo>
                    <a:pt x="22" y="11"/>
                    <a:pt x="22" y="21"/>
                    <a:pt x="27" y="28"/>
                  </a:cubicBezTo>
                  <a:cubicBezTo>
                    <a:pt x="27" y="30"/>
                    <a:pt x="27" y="32"/>
                    <a:pt x="27" y="34"/>
                  </a:cubicBezTo>
                  <a:cubicBezTo>
                    <a:pt x="27" y="34"/>
                    <a:pt x="26" y="34"/>
                    <a:pt x="26" y="34"/>
                  </a:cubicBezTo>
                  <a:cubicBezTo>
                    <a:pt x="26" y="38"/>
                    <a:pt x="23" y="45"/>
                    <a:pt x="28" y="54"/>
                  </a:cubicBezTo>
                  <a:cubicBezTo>
                    <a:pt x="28" y="56"/>
                    <a:pt x="28" y="58"/>
                    <a:pt x="28" y="61"/>
                  </a:cubicBezTo>
                  <a:cubicBezTo>
                    <a:pt x="23" y="65"/>
                    <a:pt x="26" y="76"/>
                    <a:pt x="28" y="83"/>
                  </a:cubicBezTo>
                  <a:cubicBezTo>
                    <a:pt x="28" y="83"/>
                    <a:pt x="28" y="83"/>
                    <a:pt x="28" y="83"/>
                  </a:cubicBezTo>
                  <a:cubicBezTo>
                    <a:pt x="28" y="84"/>
                    <a:pt x="28" y="86"/>
                    <a:pt x="28" y="88"/>
                  </a:cubicBezTo>
                  <a:cubicBezTo>
                    <a:pt x="26" y="93"/>
                    <a:pt x="21" y="104"/>
                    <a:pt x="28" y="111"/>
                  </a:cubicBezTo>
                  <a:cubicBezTo>
                    <a:pt x="28" y="111"/>
                    <a:pt x="28" y="111"/>
                    <a:pt x="29" y="111"/>
                  </a:cubicBezTo>
                  <a:cubicBezTo>
                    <a:pt x="29" y="113"/>
                    <a:pt x="29" y="114"/>
                    <a:pt x="29" y="116"/>
                  </a:cubicBezTo>
                  <a:cubicBezTo>
                    <a:pt x="21" y="122"/>
                    <a:pt x="21" y="132"/>
                    <a:pt x="28" y="139"/>
                  </a:cubicBezTo>
                  <a:cubicBezTo>
                    <a:pt x="28" y="139"/>
                    <a:pt x="28" y="139"/>
                    <a:pt x="28" y="139"/>
                  </a:cubicBezTo>
                  <a:cubicBezTo>
                    <a:pt x="28" y="141"/>
                    <a:pt x="28" y="143"/>
                    <a:pt x="28" y="145"/>
                  </a:cubicBezTo>
                  <a:cubicBezTo>
                    <a:pt x="21" y="150"/>
                    <a:pt x="21" y="159"/>
                    <a:pt x="27" y="166"/>
                  </a:cubicBezTo>
                  <a:cubicBezTo>
                    <a:pt x="27" y="168"/>
                    <a:pt x="26" y="170"/>
                    <a:pt x="26" y="171"/>
                  </a:cubicBezTo>
                  <a:cubicBezTo>
                    <a:pt x="26" y="171"/>
                    <a:pt x="26" y="171"/>
                    <a:pt x="26" y="171"/>
                  </a:cubicBezTo>
                  <a:cubicBezTo>
                    <a:pt x="22" y="173"/>
                    <a:pt x="20" y="189"/>
                    <a:pt x="24" y="195"/>
                  </a:cubicBezTo>
                  <a:cubicBezTo>
                    <a:pt x="23" y="198"/>
                    <a:pt x="23" y="201"/>
                    <a:pt x="23" y="203"/>
                  </a:cubicBezTo>
                  <a:cubicBezTo>
                    <a:pt x="21" y="204"/>
                    <a:pt x="20" y="206"/>
                    <a:pt x="19" y="209"/>
                  </a:cubicBezTo>
                  <a:cubicBezTo>
                    <a:pt x="20" y="211"/>
                    <a:pt x="20" y="213"/>
                    <a:pt x="20" y="216"/>
                  </a:cubicBezTo>
                  <a:cubicBezTo>
                    <a:pt x="20" y="216"/>
                    <a:pt x="20" y="216"/>
                    <a:pt x="20" y="217"/>
                  </a:cubicBezTo>
                  <a:cubicBezTo>
                    <a:pt x="20" y="217"/>
                    <a:pt x="20" y="217"/>
                    <a:pt x="20" y="218"/>
                  </a:cubicBezTo>
                  <a:cubicBezTo>
                    <a:pt x="20" y="226"/>
                    <a:pt x="19" y="235"/>
                    <a:pt x="18" y="246"/>
                  </a:cubicBezTo>
                  <a:cubicBezTo>
                    <a:pt x="15" y="281"/>
                    <a:pt x="0" y="279"/>
                    <a:pt x="2" y="302"/>
                  </a:cubicBezTo>
                  <a:cubicBezTo>
                    <a:pt x="13" y="293"/>
                    <a:pt x="25" y="282"/>
                    <a:pt x="32" y="276"/>
                  </a:cubicBezTo>
                  <a:cubicBezTo>
                    <a:pt x="32" y="276"/>
                    <a:pt x="32" y="276"/>
                    <a:pt x="32" y="276"/>
                  </a:cubicBezTo>
                  <a:cubicBezTo>
                    <a:pt x="35" y="273"/>
                    <a:pt x="48" y="267"/>
                    <a:pt x="48" y="264"/>
                  </a:cubicBezTo>
                  <a:cubicBezTo>
                    <a:pt x="51" y="263"/>
                    <a:pt x="54" y="262"/>
                    <a:pt x="56" y="262"/>
                  </a:cubicBezTo>
                  <a:cubicBezTo>
                    <a:pt x="59" y="262"/>
                    <a:pt x="62" y="263"/>
                    <a:pt x="65" y="264"/>
                  </a:cubicBezTo>
                  <a:cubicBezTo>
                    <a:pt x="65" y="267"/>
                    <a:pt x="78" y="273"/>
                    <a:pt x="81" y="276"/>
                  </a:cubicBezTo>
                  <a:cubicBezTo>
                    <a:pt x="87" y="282"/>
                    <a:pt x="94" y="289"/>
                    <a:pt x="99" y="294"/>
                  </a:cubicBezTo>
                  <a:cubicBezTo>
                    <a:pt x="99" y="287"/>
                    <a:pt x="99" y="281"/>
                    <a:pt x="100" y="274"/>
                  </a:cubicBezTo>
                  <a:cubicBezTo>
                    <a:pt x="96" y="261"/>
                    <a:pt x="96" y="246"/>
                    <a:pt x="97" y="23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87" name="heart_monocolor"/>
          <p:cNvGrpSpPr>
            <a:grpSpLocks noChangeAspect="1"/>
          </p:cNvGrpSpPr>
          <p:nvPr/>
        </p:nvGrpSpPr>
        <p:grpSpPr bwMode="auto">
          <a:xfrm>
            <a:off x="5944517" y="2650000"/>
            <a:ext cx="271182" cy="349399"/>
            <a:chOff x="1368" y="728"/>
            <a:chExt cx="1262" cy="1626"/>
          </a:xfrm>
        </p:grpSpPr>
        <p:sp>
          <p:nvSpPr>
            <p:cNvPr id="788" name="AutoShape 4"/>
            <p:cNvSpPr>
              <a:spLocks noChangeAspect="1" noChangeArrowheads="1" noTextEdit="1"/>
            </p:cNvSpPr>
            <p:nvPr/>
          </p:nvSpPr>
          <p:spPr bwMode="auto">
            <a:xfrm>
              <a:off x="1392" y="744"/>
              <a:ext cx="1162" cy="1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9" name="Freeform 6"/>
            <p:cNvSpPr>
              <a:spLocks/>
            </p:cNvSpPr>
            <p:nvPr/>
          </p:nvSpPr>
          <p:spPr bwMode="auto">
            <a:xfrm>
              <a:off x="1475" y="940"/>
              <a:ext cx="1155" cy="1414"/>
            </a:xfrm>
            <a:custGeom>
              <a:avLst/>
              <a:gdLst>
                <a:gd name="T0" fmla="*/ 159 w 486"/>
                <a:gd name="T1" fmla="*/ 20 h 596"/>
                <a:gd name="T2" fmla="*/ 163 w 486"/>
                <a:gd name="T3" fmla="*/ 26 h 596"/>
                <a:gd name="T4" fmla="*/ 145 w 486"/>
                <a:gd name="T5" fmla="*/ 60 h 596"/>
                <a:gd name="T6" fmla="*/ 139 w 486"/>
                <a:gd name="T7" fmla="*/ 56 h 596"/>
                <a:gd name="T8" fmla="*/ 94 w 486"/>
                <a:gd name="T9" fmla="*/ 48 h 596"/>
                <a:gd name="T10" fmla="*/ 52 w 486"/>
                <a:gd name="T11" fmla="*/ 59 h 596"/>
                <a:gd name="T12" fmla="*/ 44 w 486"/>
                <a:gd name="T13" fmla="*/ 74 h 596"/>
                <a:gd name="T14" fmla="*/ 44 w 486"/>
                <a:gd name="T15" fmla="*/ 189 h 596"/>
                <a:gd name="T16" fmla="*/ 45 w 486"/>
                <a:gd name="T17" fmla="*/ 195 h 596"/>
                <a:gd name="T18" fmla="*/ 35 w 486"/>
                <a:gd name="T19" fmla="*/ 207 h 596"/>
                <a:gd name="T20" fmla="*/ 1 w 486"/>
                <a:gd name="T21" fmla="*/ 297 h 596"/>
                <a:gd name="T22" fmla="*/ 1 w 486"/>
                <a:gd name="T23" fmla="*/ 297 h 596"/>
                <a:gd name="T24" fmla="*/ 21 w 486"/>
                <a:gd name="T25" fmla="*/ 364 h 596"/>
                <a:gd name="T26" fmla="*/ 36 w 486"/>
                <a:gd name="T27" fmla="*/ 403 h 596"/>
                <a:gd name="T28" fmla="*/ 40 w 486"/>
                <a:gd name="T29" fmla="*/ 413 h 596"/>
                <a:gd name="T30" fmla="*/ 37 w 486"/>
                <a:gd name="T31" fmla="*/ 423 h 596"/>
                <a:gd name="T32" fmla="*/ 188 w 486"/>
                <a:gd name="T33" fmla="*/ 558 h 596"/>
                <a:gd name="T34" fmla="*/ 373 w 486"/>
                <a:gd name="T35" fmla="*/ 596 h 596"/>
                <a:gd name="T36" fmla="*/ 451 w 486"/>
                <a:gd name="T37" fmla="*/ 562 h 596"/>
                <a:gd name="T38" fmla="*/ 453 w 486"/>
                <a:gd name="T39" fmla="*/ 551 h 596"/>
                <a:gd name="T40" fmla="*/ 457 w 486"/>
                <a:gd name="T41" fmla="*/ 546 h 596"/>
                <a:gd name="T42" fmla="*/ 456 w 486"/>
                <a:gd name="T43" fmla="*/ 344 h 596"/>
                <a:gd name="T44" fmla="*/ 413 w 486"/>
                <a:gd name="T45" fmla="*/ 275 h 596"/>
                <a:gd name="T46" fmla="*/ 411 w 486"/>
                <a:gd name="T47" fmla="*/ 225 h 596"/>
                <a:gd name="T48" fmla="*/ 373 w 486"/>
                <a:gd name="T49" fmla="*/ 187 h 596"/>
                <a:gd name="T50" fmla="*/ 335 w 486"/>
                <a:gd name="T51" fmla="*/ 165 h 596"/>
                <a:gd name="T52" fmla="*/ 337 w 486"/>
                <a:gd name="T53" fmla="*/ 162 h 596"/>
                <a:gd name="T54" fmla="*/ 375 w 486"/>
                <a:gd name="T55" fmla="*/ 155 h 596"/>
                <a:gd name="T56" fmla="*/ 420 w 486"/>
                <a:gd name="T57" fmla="*/ 159 h 596"/>
                <a:gd name="T58" fmla="*/ 437 w 486"/>
                <a:gd name="T59" fmla="*/ 151 h 596"/>
                <a:gd name="T60" fmla="*/ 438 w 486"/>
                <a:gd name="T61" fmla="*/ 94 h 596"/>
                <a:gd name="T62" fmla="*/ 433 w 486"/>
                <a:gd name="T63" fmla="*/ 89 h 596"/>
                <a:gd name="T64" fmla="*/ 434 w 486"/>
                <a:gd name="T65" fmla="*/ 82 h 596"/>
                <a:gd name="T66" fmla="*/ 396 w 486"/>
                <a:gd name="T67" fmla="*/ 36 h 596"/>
                <a:gd name="T68" fmla="*/ 376 w 486"/>
                <a:gd name="T69" fmla="*/ 44 h 596"/>
                <a:gd name="T70" fmla="*/ 370 w 486"/>
                <a:gd name="T71" fmla="*/ 51 h 596"/>
                <a:gd name="T72" fmla="*/ 317 w 486"/>
                <a:gd name="T73" fmla="*/ 0 h 596"/>
                <a:gd name="T74" fmla="*/ 148 w 486"/>
                <a:gd name="T75" fmla="*/ 0 h 596"/>
                <a:gd name="T76" fmla="*/ 159 w 486"/>
                <a:gd name="T77" fmla="*/ 20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86" h="596">
                  <a:moveTo>
                    <a:pt x="159" y="20"/>
                  </a:moveTo>
                  <a:cubicBezTo>
                    <a:pt x="160" y="22"/>
                    <a:pt x="162" y="24"/>
                    <a:pt x="163" y="26"/>
                  </a:cubicBezTo>
                  <a:cubicBezTo>
                    <a:pt x="158" y="34"/>
                    <a:pt x="150" y="47"/>
                    <a:pt x="145" y="60"/>
                  </a:cubicBezTo>
                  <a:cubicBezTo>
                    <a:pt x="143" y="58"/>
                    <a:pt x="141" y="57"/>
                    <a:pt x="139" y="56"/>
                  </a:cubicBezTo>
                  <a:cubicBezTo>
                    <a:pt x="123" y="51"/>
                    <a:pt x="108" y="48"/>
                    <a:pt x="94" y="48"/>
                  </a:cubicBezTo>
                  <a:cubicBezTo>
                    <a:pt x="68" y="48"/>
                    <a:pt x="54" y="57"/>
                    <a:pt x="52" y="59"/>
                  </a:cubicBezTo>
                  <a:cubicBezTo>
                    <a:pt x="47" y="62"/>
                    <a:pt x="44" y="68"/>
                    <a:pt x="44" y="74"/>
                  </a:cubicBezTo>
                  <a:cubicBezTo>
                    <a:pt x="44" y="189"/>
                    <a:pt x="44" y="189"/>
                    <a:pt x="44" y="189"/>
                  </a:cubicBezTo>
                  <a:cubicBezTo>
                    <a:pt x="44" y="191"/>
                    <a:pt x="44" y="193"/>
                    <a:pt x="45" y="195"/>
                  </a:cubicBezTo>
                  <a:cubicBezTo>
                    <a:pt x="41" y="199"/>
                    <a:pt x="38" y="203"/>
                    <a:pt x="35" y="207"/>
                  </a:cubicBezTo>
                  <a:cubicBezTo>
                    <a:pt x="15" y="234"/>
                    <a:pt x="0" y="261"/>
                    <a:pt x="1" y="297"/>
                  </a:cubicBezTo>
                  <a:cubicBezTo>
                    <a:pt x="1" y="297"/>
                    <a:pt x="1" y="297"/>
                    <a:pt x="1" y="297"/>
                  </a:cubicBezTo>
                  <a:cubicBezTo>
                    <a:pt x="2" y="321"/>
                    <a:pt x="12" y="344"/>
                    <a:pt x="21" y="364"/>
                  </a:cubicBezTo>
                  <a:cubicBezTo>
                    <a:pt x="28" y="378"/>
                    <a:pt x="34" y="392"/>
                    <a:pt x="36" y="403"/>
                  </a:cubicBezTo>
                  <a:cubicBezTo>
                    <a:pt x="36" y="407"/>
                    <a:pt x="38" y="410"/>
                    <a:pt x="40" y="413"/>
                  </a:cubicBezTo>
                  <a:cubicBezTo>
                    <a:pt x="38" y="416"/>
                    <a:pt x="37" y="419"/>
                    <a:pt x="37" y="423"/>
                  </a:cubicBezTo>
                  <a:cubicBezTo>
                    <a:pt x="37" y="427"/>
                    <a:pt x="42" y="515"/>
                    <a:pt x="188" y="558"/>
                  </a:cubicBezTo>
                  <a:cubicBezTo>
                    <a:pt x="278" y="584"/>
                    <a:pt x="333" y="596"/>
                    <a:pt x="373" y="596"/>
                  </a:cubicBezTo>
                  <a:cubicBezTo>
                    <a:pt x="412" y="596"/>
                    <a:pt x="437" y="584"/>
                    <a:pt x="451" y="562"/>
                  </a:cubicBezTo>
                  <a:cubicBezTo>
                    <a:pt x="453" y="558"/>
                    <a:pt x="454" y="555"/>
                    <a:pt x="453" y="551"/>
                  </a:cubicBezTo>
                  <a:cubicBezTo>
                    <a:pt x="455" y="550"/>
                    <a:pt x="456" y="548"/>
                    <a:pt x="457" y="546"/>
                  </a:cubicBezTo>
                  <a:cubicBezTo>
                    <a:pt x="477" y="513"/>
                    <a:pt x="486" y="420"/>
                    <a:pt x="456" y="344"/>
                  </a:cubicBezTo>
                  <a:cubicBezTo>
                    <a:pt x="446" y="317"/>
                    <a:pt x="431" y="293"/>
                    <a:pt x="413" y="275"/>
                  </a:cubicBezTo>
                  <a:cubicBezTo>
                    <a:pt x="415" y="267"/>
                    <a:pt x="420" y="246"/>
                    <a:pt x="411" y="225"/>
                  </a:cubicBezTo>
                  <a:cubicBezTo>
                    <a:pt x="405" y="209"/>
                    <a:pt x="392" y="196"/>
                    <a:pt x="373" y="187"/>
                  </a:cubicBezTo>
                  <a:cubicBezTo>
                    <a:pt x="368" y="177"/>
                    <a:pt x="355" y="165"/>
                    <a:pt x="335" y="165"/>
                  </a:cubicBezTo>
                  <a:cubicBezTo>
                    <a:pt x="335" y="164"/>
                    <a:pt x="336" y="163"/>
                    <a:pt x="337" y="162"/>
                  </a:cubicBezTo>
                  <a:cubicBezTo>
                    <a:pt x="339" y="160"/>
                    <a:pt x="348" y="155"/>
                    <a:pt x="375" y="155"/>
                  </a:cubicBezTo>
                  <a:cubicBezTo>
                    <a:pt x="388" y="155"/>
                    <a:pt x="403" y="157"/>
                    <a:pt x="420" y="159"/>
                  </a:cubicBezTo>
                  <a:cubicBezTo>
                    <a:pt x="427" y="160"/>
                    <a:pt x="434" y="156"/>
                    <a:pt x="437" y="151"/>
                  </a:cubicBezTo>
                  <a:cubicBezTo>
                    <a:pt x="451" y="128"/>
                    <a:pt x="444" y="105"/>
                    <a:pt x="438" y="94"/>
                  </a:cubicBezTo>
                  <a:cubicBezTo>
                    <a:pt x="436" y="92"/>
                    <a:pt x="435" y="90"/>
                    <a:pt x="433" y="89"/>
                  </a:cubicBezTo>
                  <a:cubicBezTo>
                    <a:pt x="434" y="87"/>
                    <a:pt x="434" y="84"/>
                    <a:pt x="434" y="82"/>
                  </a:cubicBezTo>
                  <a:cubicBezTo>
                    <a:pt x="432" y="54"/>
                    <a:pt x="409" y="40"/>
                    <a:pt x="396" y="36"/>
                  </a:cubicBezTo>
                  <a:cubicBezTo>
                    <a:pt x="388" y="34"/>
                    <a:pt x="380" y="37"/>
                    <a:pt x="376" y="44"/>
                  </a:cubicBezTo>
                  <a:cubicBezTo>
                    <a:pt x="374" y="46"/>
                    <a:pt x="372" y="48"/>
                    <a:pt x="370" y="51"/>
                  </a:cubicBezTo>
                  <a:cubicBezTo>
                    <a:pt x="364" y="41"/>
                    <a:pt x="345" y="17"/>
                    <a:pt x="317" y="0"/>
                  </a:cubicBezTo>
                  <a:cubicBezTo>
                    <a:pt x="148" y="0"/>
                    <a:pt x="148" y="0"/>
                    <a:pt x="148" y="0"/>
                  </a:cubicBezTo>
                  <a:cubicBezTo>
                    <a:pt x="148" y="11"/>
                    <a:pt x="156" y="18"/>
                    <a:pt x="159" y="20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0" name="Freeform 7"/>
            <p:cNvSpPr>
              <a:spLocks/>
            </p:cNvSpPr>
            <p:nvPr/>
          </p:nvSpPr>
          <p:spPr bwMode="auto">
            <a:xfrm>
              <a:off x="1539" y="1003"/>
              <a:ext cx="169" cy="313"/>
            </a:xfrm>
            <a:custGeom>
              <a:avLst/>
              <a:gdLst>
                <a:gd name="T0" fmla="*/ 71 w 71"/>
                <a:gd name="T1" fmla="*/ 16 h 132"/>
                <a:gd name="T2" fmla="*/ 71 w 71"/>
                <a:gd name="T3" fmla="*/ 123 h 132"/>
                <a:gd name="T4" fmla="*/ 0 w 71"/>
                <a:gd name="T5" fmla="*/ 132 h 132"/>
                <a:gd name="T6" fmla="*/ 0 w 71"/>
                <a:gd name="T7" fmla="*/ 17 h 132"/>
                <a:gd name="T8" fmla="*/ 71 w 71"/>
                <a:gd name="T9" fmla="*/ 16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132">
                  <a:moveTo>
                    <a:pt x="71" y="16"/>
                  </a:moveTo>
                  <a:cubicBezTo>
                    <a:pt x="71" y="123"/>
                    <a:pt x="71" y="123"/>
                    <a:pt x="71" y="123"/>
                  </a:cubicBezTo>
                  <a:cubicBezTo>
                    <a:pt x="71" y="123"/>
                    <a:pt x="23" y="103"/>
                    <a:pt x="0" y="132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7"/>
                    <a:pt x="24" y="0"/>
                    <a:pt x="71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1" name="Freeform 8"/>
            <p:cNvSpPr>
              <a:spLocks noEditPoints="1"/>
            </p:cNvSpPr>
            <p:nvPr/>
          </p:nvSpPr>
          <p:spPr bwMode="auto">
            <a:xfrm>
              <a:off x="1485" y="961"/>
              <a:ext cx="254" cy="377"/>
            </a:xfrm>
            <a:custGeom>
              <a:avLst/>
              <a:gdLst>
                <a:gd name="T0" fmla="*/ 18 w 107"/>
                <a:gd name="T1" fmla="*/ 159 h 159"/>
                <a:gd name="T2" fmla="*/ 11 w 107"/>
                <a:gd name="T3" fmla="*/ 158 h 159"/>
                <a:gd name="T4" fmla="*/ 0 w 107"/>
                <a:gd name="T5" fmla="*/ 141 h 159"/>
                <a:gd name="T6" fmla="*/ 0 w 107"/>
                <a:gd name="T7" fmla="*/ 26 h 159"/>
                <a:gd name="T8" fmla="*/ 8 w 107"/>
                <a:gd name="T9" fmla="*/ 11 h 159"/>
                <a:gd name="T10" fmla="*/ 50 w 107"/>
                <a:gd name="T11" fmla="*/ 0 h 159"/>
                <a:gd name="T12" fmla="*/ 95 w 107"/>
                <a:gd name="T13" fmla="*/ 8 h 159"/>
                <a:gd name="T14" fmla="*/ 107 w 107"/>
                <a:gd name="T15" fmla="*/ 25 h 159"/>
                <a:gd name="T16" fmla="*/ 107 w 107"/>
                <a:gd name="T17" fmla="*/ 132 h 159"/>
                <a:gd name="T18" fmla="*/ 99 w 107"/>
                <a:gd name="T19" fmla="*/ 147 h 159"/>
                <a:gd name="T20" fmla="*/ 82 w 107"/>
                <a:gd name="T21" fmla="*/ 149 h 159"/>
                <a:gd name="T22" fmla="*/ 55 w 107"/>
                <a:gd name="T23" fmla="*/ 143 h 159"/>
                <a:gd name="T24" fmla="*/ 31 w 107"/>
                <a:gd name="T25" fmla="*/ 152 h 159"/>
                <a:gd name="T26" fmla="*/ 18 w 107"/>
                <a:gd name="T27" fmla="*/ 159 h 159"/>
                <a:gd name="T28" fmla="*/ 36 w 107"/>
                <a:gd name="T29" fmla="*/ 38 h 159"/>
                <a:gd name="T30" fmla="*/ 36 w 107"/>
                <a:gd name="T31" fmla="*/ 109 h 159"/>
                <a:gd name="T32" fmla="*/ 55 w 107"/>
                <a:gd name="T33" fmla="*/ 107 h 159"/>
                <a:gd name="T34" fmla="*/ 71 w 107"/>
                <a:gd name="T35" fmla="*/ 109 h 159"/>
                <a:gd name="T36" fmla="*/ 71 w 107"/>
                <a:gd name="T37" fmla="*/ 39 h 159"/>
                <a:gd name="T38" fmla="*/ 50 w 107"/>
                <a:gd name="T39" fmla="*/ 36 h 159"/>
                <a:gd name="T40" fmla="*/ 36 w 107"/>
                <a:gd name="T41" fmla="*/ 38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7" h="159">
                  <a:moveTo>
                    <a:pt x="18" y="159"/>
                  </a:moveTo>
                  <a:cubicBezTo>
                    <a:pt x="15" y="159"/>
                    <a:pt x="13" y="158"/>
                    <a:pt x="11" y="158"/>
                  </a:cubicBezTo>
                  <a:cubicBezTo>
                    <a:pt x="4" y="155"/>
                    <a:pt x="0" y="148"/>
                    <a:pt x="0" y="141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0"/>
                    <a:pt x="3" y="14"/>
                    <a:pt x="8" y="11"/>
                  </a:cubicBezTo>
                  <a:cubicBezTo>
                    <a:pt x="10" y="9"/>
                    <a:pt x="24" y="0"/>
                    <a:pt x="50" y="0"/>
                  </a:cubicBezTo>
                  <a:cubicBezTo>
                    <a:pt x="64" y="0"/>
                    <a:pt x="79" y="3"/>
                    <a:pt x="95" y="8"/>
                  </a:cubicBezTo>
                  <a:cubicBezTo>
                    <a:pt x="102" y="11"/>
                    <a:pt x="107" y="18"/>
                    <a:pt x="107" y="25"/>
                  </a:cubicBezTo>
                  <a:cubicBezTo>
                    <a:pt x="107" y="132"/>
                    <a:pt x="107" y="132"/>
                    <a:pt x="107" y="132"/>
                  </a:cubicBezTo>
                  <a:cubicBezTo>
                    <a:pt x="107" y="138"/>
                    <a:pt x="104" y="144"/>
                    <a:pt x="99" y="147"/>
                  </a:cubicBezTo>
                  <a:cubicBezTo>
                    <a:pt x="94" y="150"/>
                    <a:pt x="88" y="151"/>
                    <a:pt x="82" y="149"/>
                  </a:cubicBezTo>
                  <a:cubicBezTo>
                    <a:pt x="82" y="149"/>
                    <a:pt x="69" y="143"/>
                    <a:pt x="55" y="143"/>
                  </a:cubicBezTo>
                  <a:cubicBezTo>
                    <a:pt x="39" y="143"/>
                    <a:pt x="33" y="150"/>
                    <a:pt x="31" y="152"/>
                  </a:cubicBezTo>
                  <a:cubicBezTo>
                    <a:pt x="28" y="156"/>
                    <a:pt x="23" y="159"/>
                    <a:pt x="18" y="159"/>
                  </a:cubicBezTo>
                  <a:close/>
                  <a:moveTo>
                    <a:pt x="36" y="38"/>
                  </a:moveTo>
                  <a:cubicBezTo>
                    <a:pt x="36" y="109"/>
                    <a:pt x="36" y="109"/>
                    <a:pt x="36" y="109"/>
                  </a:cubicBezTo>
                  <a:cubicBezTo>
                    <a:pt x="42" y="108"/>
                    <a:pt x="48" y="107"/>
                    <a:pt x="55" y="107"/>
                  </a:cubicBezTo>
                  <a:cubicBezTo>
                    <a:pt x="61" y="107"/>
                    <a:pt x="66" y="108"/>
                    <a:pt x="71" y="10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4" y="37"/>
                    <a:pt x="57" y="36"/>
                    <a:pt x="50" y="36"/>
                  </a:cubicBezTo>
                  <a:cubicBezTo>
                    <a:pt x="44" y="36"/>
                    <a:pt x="39" y="37"/>
                    <a:pt x="36" y="3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2" name="Freeform 9"/>
            <p:cNvSpPr>
              <a:spLocks/>
            </p:cNvSpPr>
            <p:nvPr/>
          </p:nvSpPr>
          <p:spPr bwMode="auto">
            <a:xfrm>
              <a:off x="1435" y="1273"/>
              <a:ext cx="477" cy="546"/>
            </a:xfrm>
            <a:custGeom>
              <a:avLst/>
              <a:gdLst>
                <a:gd name="T0" fmla="*/ 122 w 201"/>
                <a:gd name="T1" fmla="*/ 21 h 230"/>
                <a:gd name="T2" fmla="*/ 118 w 201"/>
                <a:gd name="T3" fmla="*/ 20 h 230"/>
                <a:gd name="T4" fmla="*/ 46 w 201"/>
                <a:gd name="T5" fmla="*/ 29 h 230"/>
                <a:gd name="T6" fmla="*/ 1 w 201"/>
                <a:gd name="T7" fmla="*/ 126 h 230"/>
                <a:gd name="T8" fmla="*/ 36 w 201"/>
                <a:gd name="T9" fmla="*/ 230 h 230"/>
                <a:gd name="T10" fmla="*/ 104 w 201"/>
                <a:gd name="T11" fmla="*/ 153 h 230"/>
                <a:gd name="T12" fmla="*/ 186 w 201"/>
                <a:gd name="T13" fmla="*/ 61 h 230"/>
                <a:gd name="T14" fmla="*/ 199 w 201"/>
                <a:gd name="T15" fmla="*/ 37 h 230"/>
                <a:gd name="T16" fmla="*/ 189 w 201"/>
                <a:gd name="T17" fmla="*/ 28 h 230"/>
                <a:gd name="T18" fmla="*/ 174 w 201"/>
                <a:gd name="T19" fmla="*/ 26 h 230"/>
                <a:gd name="T20" fmla="*/ 122 w 201"/>
                <a:gd name="T21" fmla="*/ 21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1" h="230">
                  <a:moveTo>
                    <a:pt x="122" y="21"/>
                  </a:moveTo>
                  <a:cubicBezTo>
                    <a:pt x="121" y="21"/>
                    <a:pt x="119" y="20"/>
                    <a:pt x="118" y="20"/>
                  </a:cubicBezTo>
                  <a:cubicBezTo>
                    <a:pt x="118" y="20"/>
                    <a:pt x="69" y="0"/>
                    <a:pt x="46" y="29"/>
                  </a:cubicBezTo>
                  <a:cubicBezTo>
                    <a:pt x="19" y="61"/>
                    <a:pt x="0" y="89"/>
                    <a:pt x="1" y="126"/>
                  </a:cubicBezTo>
                  <a:cubicBezTo>
                    <a:pt x="2" y="163"/>
                    <a:pt x="32" y="198"/>
                    <a:pt x="36" y="230"/>
                  </a:cubicBezTo>
                  <a:cubicBezTo>
                    <a:pt x="36" y="230"/>
                    <a:pt x="76" y="217"/>
                    <a:pt x="104" y="153"/>
                  </a:cubicBezTo>
                  <a:cubicBezTo>
                    <a:pt x="131" y="88"/>
                    <a:pt x="169" y="72"/>
                    <a:pt x="186" y="61"/>
                  </a:cubicBezTo>
                  <a:cubicBezTo>
                    <a:pt x="195" y="55"/>
                    <a:pt x="201" y="45"/>
                    <a:pt x="199" y="37"/>
                  </a:cubicBezTo>
                  <a:cubicBezTo>
                    <a:pt x="199" y="33"/>
                    <a:pt x="195" y="30"/>
                    <a:pt x="189" y="28"/>
                  </a:cubicBezTo>
                  <a:cubicBezTo>
                    <a:pt x="185" y="26"/>
                    <a:pt x="180" y="26"/>
                    <a:pt x="174" y="26"/>
                  </a:cubicBezTo>
                  <a:cubicBezTo>
                    <a:pt x="143" y="27"/>
                    <a:pt x="133" y="25"/>
                    <a:pt x="122" y="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3" name="Freeform 10"/>
            <p:cNvSpPr>
              <a:spLocks noEditPoints="1"/>
            </p:cNvSpPr>
            <p:nvPr/>
          </p:nvSpPr>
          <p:spPr bwMode="auto">
            <a:xfrm>
              <a:off x="1374" y="1307"/>
              <a:ext cx="566" cy="600"/>
            </a:xfrm>
            <a:custGeom>
              <a:avLst/>
              <a:gdLst>
                <a:gd name="T0" fmla="*/ 54 w 238"/>
                <a:gd name="T1" fmla="*/ 253 h 253"/>
                <a:gd name="T2" fmla="*/ 44 w 238"/>
                <a:gd name="T3" fmla="*/ 250 h 253"/>
                <a:gd name="T4" fmla="*/ 36 w 238"/>
                <a:gd name="T5" fmla="*/ 237 h 253"/>
                <a:gd name="T6" fmla="*/ 21 w 238"/>
                <a:gd name="T7" fmla="*/ 198 h 253"/>
                <a:gd name="T8" fmla="*/ 1 w 238"/>
                <a:gd name="T9" fmla="*/ 131 h 253"/>
                <a:gd name="T10" fmla="*/ 50 w 238"/>
                <a:gd name="T11" fmla="*/ 22 h 253"/>
                <a:gd name="T12" fmla="*/ 101 w 238"/>
                <a:gd name="T13" fmla="*/ 0 h 253"/>
                <a:gd name="T14" fmla="*/ 141 w 238"/>
                <a:gd name="T15" fmla="*/ 8 h 253"/>
                <a:gd name="T16" fmla="*/ 145 w 238"/>
                <a:gd name="T17" fmla="*/ 9 h 253"/>
                <a:gd name="T18" fmla="*/ 146 w 238"/>
                <a:gd name="T19" fmla="*/ 9 h 253"/>
                <a:gd name="T20" fmla="*/ 177 w 238"/>
                <a:gd name="T21" fmla="*/ 13 h 253"/>
                <a:gd name="T22" fmla="*/ 191 w 238"/>
                <a:gd name="T23" fmla="*/ 13 h 253"/>
                <a:gd name="T24" fmla="*/ 213 w 238"/>
                <a:gd name="T25" fmla="*/ 15 h 253"/>
                <a:gd name="T26" fmla="*/ 235 w 238"/>
                <a:gd name="T27" fmla="*/ 38 h 253"/>
                <a:gd name="T28" fmla="*/ 214 w 238"/>
                <a:gd name="T29" fmla="*/ 81 h 253"/>
                <a:gd name="T30" fmla="*/ 207 w 238"/>
                <a:gd name="T31" fmla="*/ 85 h 253"/>
                <a:gd name="T32" fmla="*/ 138 w 238"/>
                <a:gd name="T33" fmla="*/ 165 h 253"/>
                <a:gd name="T34" fmla="*/ 59 w 238"/>
                <a:gd name="T35" fmla="*/ 252 h 253"/>
                <a:gd name="T36" fmla="*/ 54 w 238"/>
                <a:gd name="T37" fmla="*/ 253 h 253"/>
                <a:gd name="T38" fmla="*/ 101 w 238"/>
                <a:gd name="T39" fmla="*/ 36 h 253"/>
                <a:gd name="T40" fmla="*/ 78 w 238"/>
                <a:gd name="T41" fmla="*/ 45 h 253"/>
                <a:gd name="T42" fmla="*/ 37 w 238"/>
                <a:gd name="T43" fmla="*/ 130 h 253"/>
                <a:gd name="T44" fmla="*/ 54 w 238"/>
                <a:gd name="T45" fmla="*/ 182 h 253"/>
                <a:gd name="T46" fmla="*/ 65 w 238"/>
                <a:gd name="T47" fmla="*/ 208 h 253"/>
                <a:gd name="T48" fmla="*/ 105 w 238"/>
                <a:gd name="T49" fmla="*/ 151 h 253"/>
                <a:gd name="T50" fmla="*/ 189 w 238"/>
                <a:gd name="T51" fmla="*/ 54 h 253"/>
                <a:gd name="T52" fmla="*/ 194 w 238"/>
                <a:gd name="T53" fmla="*/ 50 h 253"/>
                <a:gd name="T54" fmla="*/ 196 w 238"/>
                <a:gd name="T55" fmla="*/ 49 h 253"/>
                <a:gd name="T56" fmla="*/ 192 w 238"/>
                <a:gd name="T57" fmla="*/ 49 h 253"/>
                <a:gd name="T58" fmla="*/ 177 w 238"/>
                <a:gd name="T59" fmla="*/ 49 h 253"/>
                <a:gd name="T60" fmla="*/ 135 w 238"/>
                <a:gd name="T61" fmla="*/ 44 h 253"/>
                <a:gd name="T62" fmla="*/ 134 w 238"/>
                <a:gd name="T63" fmla="*/ 43 h 253"/>
                <a:gd name="T64" fmla="*/ 131 w 238"/>
                <a:gd name="T65" fmla="*/ 42 h 253"/>
                <a:gd name="T66" fmla="*/ 129 w 238"/>
                <a:gd name="T67" fmla="*/ 42 h 253"/>
                <a:gd name="T68" fmla="*/ 101 w 238"/>
                <a:gd name="T69" fmla="*/ 36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38" h="253">
                  <a:moveTo>
                    <a:pt x="54" y="253"/>
                  </a:moveTo>
                  <a:cubicBezTo>
                    <a:pt x="50" y="253"/>
                    <a:pt x="47" y="252"/>
                    <a:pt x="44" y="250"/>
                  </a:cubicBezTo>
                  <a:cubicBezTo>
                    <a:pt x="40" y="247"/>
                    <a:pt x="37" y="242"/>
                    <a:pt x="36" y="237"/>
                  </a:cubicBezTo>
                  <a:cubicBezTo>
                    <a:pt x="34" y="226"/>
                    <a:pt x="28" y="212"/>
                    <a:pt x="21" y="198"/>
                  </a:cubicBezTo>
                  <a:cubicBezTo>
                    <a:pt x="12" y="178"/>
                    <a:pt x="2" y="155"/>
                    <a:pt x="1" y="131"/>
                  </a:cubicBezTo>
                  <a:cubicBezTo>
                    <a:pt x="0" y="87"/>
                    <a:pt x="23" y="56"/>
                    <a:pt x="50" y="22"/>
                  </a:cubicBezTo>
                  <a:cubicBezTo>
                    <a:pt x="62" y="8"/>
                    <a:pt x="80" y="0"/>
                    <a:pt x="101" y="0"/>
                  </a:cubicBezTo>
                  <a:cubicBezTo>
                    <a:pt x="120" y="0"/>
                    <a:pt x="137" y="6"/>
                    <a:pt x="141" y="8"/>
                  </a:cubicBezTo>
                  <a:cubicBezTo>
                    <a:pt x="143" y="8"/>
                    <a:pt x="144" y="9"/>
                    <a:pt x="145" y="9"/>
                  </a:cubicBezTo>
                  <a:cubicBezTo>
                    <a:pt x="146" y="9"/>
                    <a:pt x="146" y="9"/>
                    <a:pt x="146" y="9"/>
                  </a:cubicBezTo>
                  <a:cubicBezTo>
                    <a:pt x="153" y="11"/>
                    <a:pt x="160" y="13"/>
                    <a:pt x="177" y="13"/>
                  </a:cubicBezTo>
                  <a:cubicBezTo>
                    <a:pt x="181" y="13"/>
                    <a:pt x="186" y="13"/>
                    <a:pt x="191" y="13"/>
                  </a:cubicBezTo>
                  <a:cubicBezTo>
                    <a:pt x="199" y="13"/>
                    <a:pt x="206" y="13"/>
                    <a:pt x="213" y="15"/>
                  </a:cubicBezTo>
                  <a:cubicBezTo>
                    <a:pt x="224" y="19"/>
                    <a:pt x="233" y="28"/>
                    <a:pt x="235" y="38"/>
                  </a:cubicBezTo>
                  <a:cubicBezTo>
                    <a:pt x="238" y="53"/>
                    <a:pt x="230" y="70"/>
                    <a:pt x="214" y="81"/>
                  </a:cubicBezTo>
                  <a:cubicBezTo>
                    <a:pt x="212" y="82"/>
                    <a:pt x="210" y="83"/>
                    <a:pt x="207" y="85"/>
                  </a:cubicBezTo>
                  <a:cubicBezTo>
                    <a:pt x="190" y="95"/>
                    <a:pt x="161" y="113"/>
                    <a:pt x="138" y="165"/>
                  </a:cubicBezTo>
                  <a:cubicBezTo>
                    <a:pt x="108" y="236"/>
                    <a:pt x="61" y="251"/>
                    <a:pt x="59" y="252"/>
                  </a:cubicBezTo>
                  <a:cubicBezTo>
                    <a:pt x="57" y="253"/>
                    <a:pt x="55" y="253"/>
                    <a:pt x="54" y="253"/>
                  </a:cubicBezTo>
                  <a:close/>
                  <a:moveTo>
                    <a:pt x="101" y="36"/>
                  </a:moveTo>
                  <a:cubicBezTo>
                    <a:pt x="85" y="36"/>
                    <a:pt x="80" y="43"/>
                    <a:pt x="78" y="45"/>
                  </a:cubicBezTo>
                  <a:cubicBezTo>
                    <a:pt x="50" y="79"/>
                    <a:pt x="36" y="101"/>
                    <a:pt x="37" y="130"/>
                  </a:cubicBezTo>
                  <a:cubicBezTo>
                    <a:pt x="38" y="147"/>
                    <a:pt x="46" y="165"/>
                    <a:pt x="54" y="182"/>
                  </a:cubicBezTo>
                  <a:cubicBezTo>
                    <a:pt x="58" y="191"/>
                    <a:pt x="62" y="199"/>
                    <a:pt x="65" y="208"/>
                  </a:cubicBezTo>
                  <a:cubicBezTo>
                    <a:pt x="77" y="198"/>
                    <a:pt x="92" y="181"/>
                    <a:pt x="105" y="151"/>
                  </a:cubicBezTo>
                  <a:cubicBezTo>
                    <a:pt x="132" y="88"/>
                    <a:pt x="169" y="66"/>
                    <a:pt x="189" y="54"/>
                  </a:cubicBezTo>
                  <a:cubicBezTo>
                    <a:pt x="191" y="53"/>
                    <a:pt x="193" y="52"/>
                    <a:pt x="194" y="50"/>
                  </a:cubicBezTo>
                  <a:cubicBezTo>
                    <a:pt x="195" y="50"/>
                    <a:pt x="196" y="49"/>
                    <a:pt x="196" y="49"/>
                  </a:cubicBezTo>
                  <a:cubicBezTo>
                    <a:pt x="195" y="49"/>
                    <a:pt x="194" y="49"/>
                    <a:pt x="192" y="49"/>
                  </a:cubicBezTo>
                  <a:cubicBezTo>
                    <a:pt x="187" y="49"/>
                    <a:pt x="182" y="49"/>
                    <a:pt x="177" y="49"/>
                  </a:cubicBezTo>
                  <a:cubicBezTo>
                    <a:pt x="154" y="49"/>
                    <a:pt x="144" y="46"/>
                    <a:pt x="135" y="44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3" y="43"/>
                    <a:pt x="132" y="43"/>
                    <a:pt x="131" y="42"/>
                  </a:cubicBezTo>
                  <a:cubicBezTo>
                    <a:pt x="130" y="42"/>
                    <a:pt x="129" y="42"/>
                    <a:pt x="129" y="42"/>
                  </a:cubicBezTo>
                  <a:cubicBezTo>
                    <a:pt x="129" y="42"/>
                    <a:pt x="115" y="36"/>
                    <a:pt x="101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4" name="Freeform 11"/>
            <p:cNvSpPr>
              <a:spLocks/>
            </p:cNvSpPr>
            <p:nvPr/>
          </p:nvSpPr>
          <p:spPr bwMode="auto">
            <a:xfrm>
              <a:off x="1435" y="1273"/>
              <a:ext cx="413" cy="299"/>
            </a:xfrm>
            <a:custGeom>
              <a:avLst/>
              <a:gdLst>
                <a:gd name="T0" fmla="*/ 81 w 174"/>
                <a:gd name="T1" fmla="*/ 80 h 126"/>
                <a:gd name="T2" fmla="*/ 174 w 174"/>
                <a:gd name="T3" fmla="*/ 26 h 126"/>
                <a:gd name="T4" fmla="*/ 122 w 174"/>
                <a:gd name="T5" fmla="*/ 21 h 126"/>
                <a:gd name="T6" fmla="*/ 118 w 174"/>
                <a:gd name="T7" fmla="*/ 20 h 126"/>
                <a:gd name="T8" fmla="*/ 46 w 174"/>
                <a:gd name="T9" fmla="*/ 29 h 126"/>
                <a:gd name="T10" fmla="*/ 1 w 174"/>
                <a:gd name="T11" fmla="*/ 126 h 126"/>
                <a:gd name="T12" fmla="*/ 81 w 174"/>
                <a:gd name="T13" fmla="*/ 8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4" h="126">
                  <a:moveTo>
                    <a:pt x="81" y="80"/>
                  </a:moveTo>
                  <a:cubicBezTo>
                    <a:pt x="117" y="113"/>
                    <a:pt x="174" y="26"/>
                    <a:pt x="174" y="26"/>
                  </a:cubicBezTo>
                  <a:cubicBezTo>
                    <a:pt x="143" y="27"/>
                    <a:pt x="133" y="25"/>
                    <a:pt x="122" y="21"/>
                  </a:cubicBezTo>
                  <a:cubicBezTo>
                    <a:pt x="121" y="21"/>
                    <a:pt x="119" y="20"/>
                    <a:pt x="118" y="20"/>
                  </a:cubicBezTo>
                  <a:cubicBezTo>
                    <a:pt x="118" y="20"/>
                    <a:pt x="69" y="0"/>
                    <a:pt x="46" y="29"/>
                  </a:cubicBezTo>
                  <a:cubicBezTo>
                    <a:pt x="19" y="61"/>
                    <a:pt x="0" y="89"/>
                    <a:pt x="1" y="126"/>
                  </a:cubicBezTo>
                  <a:cubicBezTo>
                    <a:pt x="1" y="126"/>
                    <a:pt x="45" y="47"/>
                    <a:pt x="81" y="8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5" name="Freeform 12"/>
            <p:cNvSpPr>
              <a:spLocks noEditPoints="1"/>
            </p:cNvSpPr>
            <p:nvPr/>
          </p:nvSpPr>
          <p:spPr bwMode="auto">
            <a:xfrm>
              <a:off x="1368" y="1261"/>
              <a:ext cx="501" cy="354"/>
            </a:xfrm>
            <a:custGeom>
              <a:avLst/>
              <a:gdLst>
                <a:gd name="T0" fmla="*/ 19 w 211"/>
                <a:gd name="T1" fmla="*/ 149 h 149"/>
                <a:gd name="T2" fmla="*/ 15 w 211"/>
                <a:gd name="T3" fmla="*/ 148 h 149"/>
                <a:gd name="T4" fmla="*/ 1 w 211"/>
                <a:gd name="T5" fmla="*/ 131 h 149"/>
                <a:gd name="T6" fmla="*/ 50 w 211"/>
                <a:gd name="T7" fmla="*/ 22 h 149"/>
                <a:gd name="T8" fmla="*/ 101 w 211"/>
                <a:gd name="T9" fmla="*/ 0 h 149"/>
                <a:gd name="T10" fmla="*/ 141 w 211"/>
                <a:gd name="T11" fmla="*/ 8 h 149"/>
                <a:gd name="T12" fmla="*/ 145 w 211"/>
                <a:gd name="T13" fmla="*/ 9 h 149"/>
                <a:gd name="T14" fmla="*/ 146 w 211"/>
                <a:gd name="T15" fmla="*/ 9 h 149"/>
                <a:gd name="T16" fmla="*/ 177 w 211"/>
                <a:gd name="T17" fmla="*/ 13 h 149"/>
                <a:gd name="T18" fmla="*/ 191 w 211"/>
                <a:gd name="T19" fmla="*/ 13 h 149"/>
                <a:gd name="T20" fmla="*/ 207 w 211"/>
                <a:gd name="T21" fmla="*/ 22 h 149"/>
                <a:gd name="T22" fmla="*/ 207 w 211"/>
                <a:gd name="T23" fmla="*/ 41 h 149"/>
                <a:gd name="T24" fmla="*/ 117 w 211"/>
                <a:gd name="T25" fmla="*/ 110 h 149"/>
                <a:gd name="T26" fmla="*/ 87 w 211"/>
                <a:gd name="T27" fmla="*/ 98 h 149"/>
                <a:gd name="T28" fmla="*/ 80 w 211"/>
                <a:gd name="T29" fmla="*/ 95 h 149"/>
                <a:gd name="T30" fmla="*/ 35 w 211"/>
                <a:gd name="T31" fmla="*/ 139 h 149"/>
                <a:gd name="T32" fmla="*/ 19 w 211"/>
                <a:gd name="T33" fmla="*/ 149 h 149"/>
                <a:gd name="T34" fmla="*/ 80 w 211"/>
                <a:gd name="T35" fmla="*/ 59 h 149"/>
                <a:gd name="T36" fmla="*/ 111 w 211"/>
                <a:gd name="T37" fmla="*/ 71 h 149"/>
                <a:gd name="T38" fmla="*/ 117 w 211"/>
                <a:gd name="T39" fmla="*/ 74 h 149"/>
                <a:gd name="T40" fmla="*/ 155 w 211"/>
                <a:gd name="T41" fmla="*/ 48 h 149"/>
                <a:gd name="T42" fmla="*/ 135 w 211"/>
                <a:gd name="T43" fmla="*/ 44 h 149"/>
                <a:gd name="T44" fmla="*/ 134 w 211"/>
                <a:gd name="T45" fmla="*/ 43 h 149"/>
                <a:gd name="T46" fmla="*/ 131 w 211"/>
                <a:gd name="T47" fmla="*/ 42 h 149"/>
                <a:gd name="T48" fmla="*/ 129 w 211"/>
                <a:gd name="T49" fmla="*/ 42 h 149"/>
                <a:gd name="T50" fmla="*/ 101 w 211"/>
                <a:gd name="T51" fmla="*/ 36 h 149"/>
                <a:gd name="T52" fmla="*/ 78 w 211"/>
                <a:gd name="T53" fmla="*/ 45 h 149"/>
                <a:gd name="T54" fmla="*/ 65 w 211"/>
                <a:gd name="T55" fmla="*/ 61 h 149"/>
                <a:gd name="T56" fmla="*/ 80 w 211"/>
                <a:gd name="T57" fmla="*/ 59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11" h="149">
                  <a:moveTo>
                    <a:pt x="19" y="149"/>
                  </a:moveTo>
                  <a:cubicBezTo>
                    <a:pt x="18" y="149"/>
                    <a:pt x="16" y="148"/>
                    <a:pt x="15" y="148"/>
                  </a:cubicBezTo>
                  <a:cubicBezTo>
                    <a:pt x="7" y="146"/>
                    <a:pt x="1" y="139"/>
                    <a:pt x="1" y="131"/>
                  </a:cubicBezTo>
                  <a:cubicBezTo>
                    <a:pt x="0" y="87"/>
                    <a:pt x="23" y="56"/>
                    <a:pt x="50" y="22"/>
                  </a:cubicBezTo>
                  <a:cubicBezTo>
                    <a:pt x="62" y="8"/>
                    <a:pt x="80" y="0"/>
                    <a:pt x="101" y="0"/>
                  </a:cubicBezTo>
                  <a:cubicBezTo>
                    <a:pt x="120" y="0"/>
                    <a:pt x="137" y="6"/>
                    <a:pt x="141" y="8"/>
                  </a:cubicBezTo>
                  <a:cubicBezTo>
                    <a:pt x="143" y="8"/>
                    <a:pt x="144" y="9"/>
                    <a:pt x="145" y="9"/>
                  </a:cubicBezTo>
                  <a:cubicBezTo>
                    <a:pt x="146" y="9"/>
                    <a:pt x="146" y="9"/>
                    <a:pt x="146" y="9"/>
                  </a:cubicBezTo>
                  <a:cubicBezTo>
                    <a:pt x="153" y="11"/>
                    <a:pt x="160" y="13"/>
                    <a:pt x="177" y="13"/>
                  </a:cubicBezTo>
                  <a:cubicBezTo>
                    <a:pt x="181" y="13"/>
                    <a:pt x="186" y="13"/>
                    <a:pt x="191" y="13"/>
                  </a:cubicBezTo>
                  <a:cubicBezTo>
                    <a:pt x="198" y="13"/>
                    <a:pt x="204" y="16"/>
                    <a:pt x="207" y="22"/>
                  </a:cubicBezTo>
                  <a:cubicBezTo>
                    <a:pt x="211" y="28"/>
                    <a:pt x="210" y="35"/>
                    <a:pt x="207" y="41"/>
                  </a:cubicBezTo>
                  <a:cubicBezTo>
                    <a:pt x="199" y="52"/>
                    <a:pt x="159" y="110"/>
                    <a:pt x="117" y="110"/>
                  </a:cubicBezTo>
                  <a:cubicBezTo>
                    <a:pt x="106" y="110"/>
                    <a:pt x="95" y="106"/>
                    <a:pt x="87" y="98"/>
                  </a:cubicBezTo>
                  <a:cubicBezTo>
                    <a:pt x="83" y="95"/>
                    <a:pt x="81" y="95"/>
                    <a:pt x="80" y="95"/>
                  </a:cubicBezTo>
                  <a:cubicBezTo>
                    <a:pt x="67" y="95"/>
                    <a:pt x="45" y="121"/>
                    <a:pt x="35" y="139"/>
                  </a:cubicBezTo>
                  <a:cubicBezTo>
                    <a:pt x="32" y="145"/>
                    <a:pt x="26" y="149"/>
                    <a:pt x="19" y="149"/>
                  </a:cubicBezTo>
                  <a:close/>
                  <a:moveTo>
                    <a:pt x="80" y="59"/>
                  </a:moveTo>
                  <a:cubicBezTo>
                    <a:pt x="91" y="59"/>
                    <a:pt x="102" y="63"/>
                    <a:pt x="111" y="71"/>
                  </a:cubicBezTo>
                  <a:cubicBezTo>
                    <a:pt x="114" y="74"/>
                    <a:pt x="116" y="74"/>
                    <a:pt x="117" y="74"/>
                  </a:cubicBezTo>
                  <a:cubicBezTo>
                    <a:pt x="127" y="74"/>
                    <a:pt x="142" y="62"/>
                    <a:pt x="155" y="48"/>
                  </a:cubicBezTo>
                  <a:cubicBezTo>
                    <a:pt x="146" y="47"/>
                    <a:pt x="141" y="45"/>
                    <a:pt x="135" y="44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3" y="43"/>
                    <a:pt x="132" y="43"/>
                    <a:pt x="131" y="42"/>
                  </a:cubicBezTo>
                  <a:cubicBezTo>
                    <a:pt x="130" y="42"/>
                    <a:pt x="129" y="42"/>
                    <a:pt x="129" y="42"/>
                  </a:cubicBezTo>
                  <a:cubicBezTo>
                    <a:pt x="129" y="42"/>
                    <a:pt x="115" y="36"/>
                    <a:pt x="101" y="36"/>
                  </a:cubicBezTo>
                  <a:cubicBezTo>
                    <a:pt x="85" y="36"/>
                    <a:pt x="80" y="43"/>
                    <a:pt x="78" y="45"/>
                  </a:cubicBezTo>
                  <a:cubicBezTo>
                    <a:pt x="73" y="51"/>
                    <a:pt x="69" y="56"/>
                    <a:pt x="65" y="61"/>
                  </a:cubicBezTo>
                  <a:cubicBezTo>
                    <a:pt x="70" y="59"/>
                    <a:pt x="75" y="59"/>
                    <a:pt x="80" y="5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6" name="Freeform 13"/>
            <p:cNvSpPr>
              <a:spLocks/>
            </p:cNvSpPr>
            <p:nvPr/>
          </p:nvSpPr>
          <p:spPr bwMode="auto">
            <a:xfrm>
              <a:off x="1663" y="1323"/>
              <a:ext cx="874" cy="818"/>
            </a:xfrm>
            <a:custGeom>
              <a:avLst/>
              <a:gdLst>
                <a:gd name="T0" fmla="*/ 216 w 368"/>
                <a:gd name="T1" fmla="*/ 54 h 345"/>
                <a:gd name="T2" fmla="*/ 196 w 368"/>
                <a:gd name="T3" fmla="*/ 30 h 345"/>
                <a:gd name="T4" fmla="*/ 110 w 368"/>
                <a:gd name="T5" fmla="*/ 12 h 345"/>
                <a:gd name="T6" fmla="*/ 112 w 368"/>
                <a:gd name="T7" fmla="*/ 23 h 345"/>
                <a:gd name="T8" fmla="*/ 98 w 368"/>
                <a:gd name="T9" fmla="*/ 46 h 345"/>
                <a:gd name="T10" fmla="*/ 16 w 368"/>
                <a:gd name="T11" fmla="*/ 138 h 345"/>
                <a:gd name="T12" fmla="*/ 136 w 368"/>
                <a:gd name="T13" fmla="*/ 218 h 345"/>
                <a:gd name="T14" fmla="*/ 328 w 368"/>
                <a:gd name="T15" fmla="*/ 345 h 345"/>
                <a:gd name="T16" fmla="*/ 216 w 368"/>
                <a:gd name="T17" fmla="*/ 54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8" h="345">
                  <a:moveTo>
                    <a:pt x="216" y="54"/>
                  </a:moveTo>
                  <a:cubicBezTo>
                    <a:pt x="216" y="54"/>
                    <a:pt x="209" y="42"/>
                    <a:pt x="196" y="30"/>
                  </a:cubicBezTo>
                  <a:cubicBezTo>
                    <a:pt x="179" y="15"/>
                    <a:pt x="151" y="0"/>
                    <a:pt x="110" y="12"/>
                  </a:cubicBezTo>
                  <a:cubicBezTo>
                    <a:pt x="112" y="23"/>
                    <a:pt x="112" y="23"/>
                    <a:pt x="112" y="23"/>
                  </a:cubicBezTo>
                  <a:cubicBezTo>
                    <a:pt x="113" y="30"/>
                    <a:pt x="107" y="40"/>
                    <a:pt x="98" y="46"/>
                  </a:cubicBezTo>
                  <a:cubicBezTo>
                    <a:pt x="81" y="57"/>
                    <a:pt x="43" y="74"/>
                    <a:pt x="16" y="138"/>
                  </a:cubicBezTo>
                  <a:cubicBezTo>
                    <a:pt x="16" y="138"/>
                    <a:pt x="0" y="213"/>
                    <a:pt x="136" y="218"/>
                  </a:cubicBezTo>
                  <a:cubicBezTo>
                    <a:pt x="272" y="223"/>
                    <a:pt x="328" y="345"/>
                    <a:pt x="328" y="345"/>
                  </a:cubicBezTo>
                  <a:cubicBezTo>
                    <a:pt x="352" y="304"/>
                    <a:pt x="368" y="99"/>
                    <a:pt x="216" y="5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7" name="Freeform 14"/>
            <p:cNvSpPr>
              <a:spLocks noEditPoints="1"/>
            </p:cNvSpPr>
            <p:nvPr/>
          </p:nvSpPr>
          <p:spPr bwMode="auto">
            <a:xfrm>
              <a:off x="1666" y="1309"/>
              <a:ext cx="901" cy="899"/>
            </a:xfrm>
            <a:custGeom>
              <a:avLst/>
              <a:gdLst>
                <a:gd name="T0" fmla="*/ 335 w 379"/>
                <a:gd name="T1" fmla="*/ 379 h 379"/>
                <a:gd name="T2" fmla="*/ 334 w 379"/>
                <a:gd name="T3" fmla="*/ 379 h 379"/>
                <a:gd name="T4" fmla="*/ 319 w 379"/>
                <a:gd name="T5" fmla="*/ 369 h 379"/>
                <a:gd name="T6" fmla="*/ 319 w 379"/>
                <a:gd name="T7" fmla="*/ 369 h 379"/>
                <a:gd name="T8" fmla="*/ 142 w 379"/>
                <a:gd name="T9" fmla="*/ 252 h 379"/>
                <a:gd name="T10" fmla="*/ 20 w 379"/>
                <a:gd name="T11" fmla="*/ 207 h 379"/>
                <a:gd name="T12" fmla="*/ 5 w 379"/>
                <a:gd name="T13" fmla="*/ 151 h 379"/>
                <a:gd name="T14" fmla="*/ 6 w 379"/>
                <a:gd name="T15" fmla="*/ 147 h 379"/>
                <a:gd name="T16" fmla="*/ 90 w 379"/>
                <a:gd name="T17" fmla="*/ 51 h 379"/>
                <a:gd name="T18" fmla="*/ 96 w 379"/>
                <a:gd name="T19" fmla="*/ 47 h 379"/>
                <a:gd name="T20" fmla="*/ 101 w 379"/>
                <a:gd name="T21" fmla="*/ 41 h 379"/>
                <a:gd name="T22" fmla="*/ 101 w 379"/>
                <a:gd name="T23" fmla="*/ 41 h 379"/>
                <a:gd name="T24" fmla="*/ 99 w 379"/>
                <a:gd name="T25" fmla="*/ 30 h 379"/>
                <a:gd name="T26" fmla="*/ 112 w 379"/>
                <a:gd name="T27" fmla="*/ 10 h 379"/>
                <a:gd name="T28" fmla="*/ 215 w 379"/>
                <a:gd name="T29" fmla="*/ 32 h 379"/>
                <a:gd name="T30" fmla="*/ 235 w 379"/>
                <a:gd name="T31" fmla="*/ 55 h 379"/>
                <a:gd name="T32" fmla="*/ 349 w 379"/>
                <a:gd name="T33" fmla="*/ 168 h 379"/>
                <a:gd name="T34" fmla="*/ 350 w 379"/>
                <a:gd name="T35" fmla="*/ 370 h 379"/>
                <a:gd name="T36" fmla="*/ 335 w 379"/>
                <a:gd name="T37" fmla="*/ 379 h 379"/>
                <a:gd name="T38" fmla="*/ 40 w 379"/>
                <a:gd name="T39" fmla="*/ 159 h 379"/>
                <a:gd name="T40" fmla="*/ 49 w 379"/>
                <a:gd name="T41" fmla="*/ 185 h 379"/>
                <a:gd name="T42" fmla="*/ 144 w 379"/>
                <a:gd name="T43" fmla="*/ 216 h 379"/>
                <a:gd name="T44" fmla="*/ 329 w 379"/>
                <a:gd name="T45" fmla="*/ 318 h 379"/>
                <a:gd name="T46" fmla="*/ 316 w 379"/>
                <a:gd name="T47" fmla="*/ 181 h 379"/>
                <a:gd name="T48" fmla="*/ 218 w 379"/>
                <a:gd name="T49" fmla="*/ 87 h 379"/>
                <a:gd name="T50" fmla="*/ 207 w 379"/>
                <a:gd name="T51" fmla="*/ 78 h 379"/>
                <a:gd name="T52" fmla="*/ 191 w 379"/>
                <a:gd name="T53" fmla="*/ 59 h 379"/>
                <a:gd name="T54" fmla="*/ 137 w 379"/>
                <a:gd name="T55" fmla="*/ 42 h 379"/>
                <a:gd name="T56" fmla="*/ 115 w 379"/>
                <a:gd name="T57" fmla="*/ 77 h 379"/>
                <a:gd name="T58" fmla="*/ 108 w 379"/>
                <a:gd name="T59" fmla="*/ 81 h 379"/>
                <a:gd name="T60" fmla="*/ 40 w 379"/>
                <a:gd name="T61" fmla="*/ 159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79" h="379">
                  <a:moveTo>
                    <a:pt x="335" y="379"/>
                  </a:moveTo>
                  <a:cubicBezTo>
                    <a:pt x="335" y="379"/>
                    <a:pt x="334" y="379"/>
                    <a:pt x="334" y="379"/>
                  </a:cubicBezTo>
                  <a:cubicBezTo>
                    <a:pt x="327" y="379"/>
                    <a:pt x="321" y="375"/>
                    <a:pt x="319" y="369"/>
                  </a:cubicBezTo>
                  <a:cubicBezTo>
                    <a:pt x="319" y="369"/>
                    <a:pt x="319" y="369"/>
                    <a:pt x="319" y="369"/>
                  </a:cubicBezTo>
                  <a:cubicBezTo>
                    <a:pt x="316" y="364"/>
                    <a:pt x="265" y="256"/>
                    <a:pt x="142" y="252"/>
                  </a:cubicBezTo>
                  <a:cubicBezTo>
                    <a:pt x="83" y="250"/>
                    <a:pt x="42" y="235"/>
                    <a:pt x="20" y="207"/>
                  </a:cubicBezTo>
                  <a:cubicBezTo>
                    <a:pt x="0" y="181"/>
                    <a:pt x="5" y="154"/>
                    <a:pt x="5" y="151"/>
                  </a:cubicBezTo>
                  <a:cubicBezTo>
                    <a:pt x="5" y="150"/>
                    <a:pt x="6" y="148"/>
                    <a:pt x="6" y="147"/>
                  </a:cubicBezTo>
                  <a:cubicBezTo>
                    <a:pt x="33" y="84"/>
                    <a:pt x="70" y="62"/>
                    <a:pt x="90" y="51"/>
                  </a:cubicBezTo>
                  <a:cubicBezTo>
                    <a:pt x="92" y="49"/>
                    <a:pt x="94" y="48"/>
                    <a:pt x="96" y="47"/>
                  </a:cubicBezTo>
                  <a:cubicBezTo>
                    <a:pt x="99" y="45"/>
                    <a:pt x="100" y="43"/>
                    <a:pt x="101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21"/>
                    <a:pt x="103" y="13"/>
                    <a:pt x="112" y="10"/>
                  </a:cubicBezTo>
                  <a:cubicBezTo>
                    <a:pt x="150" y="0"/>
                    <a:pt x="187" y="7"/>
                    <a:pt x="215" y="32"/>
                  </a:cubicBezTo>
                  <a:cubicBezTo>
                    <a:pt x="224" y="41"/>
                    <a:pt x="231" y="49"/>
                    <a:pt x="235" y="55"/>
                  </a:cubicBezTo>
                  <a:cubicBezTo>
                    <a:pt x="288" y="73"/>
                    <a:pt x="328" y="112"/>
                    <a:pt x="349" y="168"/>
                  </a:cubicBezTo>
                  <a:cubicBezTo>
                    <a:pt x="379" y="244"/>
                    <a:pt x="370" y="337"/>
                    <a:pt x="350" y="370"/>
                  </a:cubicBezTo>
                  <a:cubicBezTo>
                    <a:pt x="347" y="376"/>
                    <a:pt x="341" y="379"/>
                    <a:pt x="335" y="379"/>
                  </a:cubicBezTo>
                  <a:close/>
                  <a:moveTo>
                    <a:pt x="40" y="159"/>
                  </a:moveTo>
                  <a:cubicBezTo>
                    <a:pt x="40" y="163"/>
                    <a:pt x="40" y="174"/>
                    <a:pt x="49" y="185"/>
                  </a:cubicBezTo>
                  <a:cubicBezTo>
                    <a:pt x="60" y="198"/>
                    <a:pt x="85" y="214"/>
                    <a:pt x="144" y="216"/>
                  </a:cubicBezTo>
                  <a:cubicBezTo>
                    <a:pt x="241" y="219"/>
                    <a:pt x="300" y="278"/>
                    <a:pt x="329" y="318"/>
                  </a:cubicBezTo>
                  <a:cubicBezTo>
                    <a:pt x="335" y="283"/>
                    <a:pt x="335" y="229"/>
                    <a:pt x="316" y="181"/>
                  </a:cubicBezTo>
                  <a:cubicBezTo>
                    <a:pt x="297" y="133"/>
                    <a:pt x="264" y="101"/>
                    <a:pt x="218" y="87"/>
                  </a:cubicBezTo>
                  <a:cubicBezTo>
                    <a:pt x="213" y="86"/>
                    <a:pt x="209" y="83"/>
                    <a:pt x="207" y="78"/>
                  </a:cubicBezTo>
                  <a:cubicBezTo>
                    <a:pt x="207" y="78"/>
                    <a:pt x="202" y="69"/>
                    <a:pt x="191" y="59"/>
                  </a:cubicBezTo>
                  <a:cubicBezTo>
                    <a:pt x="175" y="46"/>
                    <a:pt x="157" y="40"/>
                    <a:pt x="137" y="42"/>
                  </a:cubicBezTo>
                  <a:cubicBezTo>
                    <a:pt x="137" y="55"/>
                    <a:pt x="129" y="69"/>
                    <a:pt x="115" y="77"/>
                  </a:cubicBezTo>
                  <a:cubicBezTo>
                    <a:pt x="113" y="79"/>
                    <a:pt x="111" y="80"/>
                    <a:pt x="108" y="81"/>
                  </a:cubicBezTo>
                  <a:cubicBezTo>
                    <a:pt x="91" y="92"/>
                    <a:pt x="62" y="109"/>
                    <a:pt x="40" y="15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8" name="Freeform 15"/>
            <p:cNvSpPr>
              <a:spLocks/>
            </p:cNvSpPr>
            <p:nvPr/>
          </p:nvSpPr>
          <p:spPr bwMode="auto">
            <a:xfrm>
              <a:off x="1523" y="1861"/>
              <a:ext cx="903" cy="413"/>
            </a:xfrm>
            <a:custGeom>
              <a:avLst/>
              <a:gdLst>
                <a:gd name="T0" fmla="*/ 143 w 380"/>
                <a:gd name="T1" fmla="*/ 108 h 174"/>
                <a:gd name="T2" fmla="*/ 7 w 380"/>
                <a:gd name="T3" fmla="*/ 0 h 174"/>
                <a:gd name="T4" fmla="*/ 0 w 380"/>
                <a:gd name="T5" fmla="*/ 3 h 174"/>
                <a:gd name="T6" fmla="*/ 138 w 380"/>
                <a:gd name="T7" fmla="*/ 122 h 174"/>
                <a:gd name="T8" fmla="*/ 380 w 380"/>
                <a:gd name="T9" fmla="*/ 133 h 174"/>
                <a:gd name="T10" fmla="*/ 378 w 380"/>
                <a:gd name="T11" fmla="*/ 129 h 174"/>
                <a:gd name="T12" fmla="*/ 143 w 380"/>
                <a:gd name="T13" fmla="*/ 108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0" h="174">
                  <a:moveTo>
                    <a:pt x="143" y="108"/>
                  </a:moveTo>
                  <a:cubicBezTo>
                    <a:pt x="38" y="77"/>
                    <a:pt x="13" y="23"/>
                    <a:pt x="7" y="0"/>
                  </a:cubicBezTo>
                  <a:cubicBezTo>
                    <a:pt x="3" y="3"/>
                    <a:pt x="0" y="3"/>
                    <a:pt x="0" y="3"/>
                  </a:cubicBezTo>
                  <a:cubicBezTo>
                    <a:pt x="0" y="3"/>
                    <a:pt x="3" y="82"/>
                    <a:pt x="138" y="122"/>
                  </a:cubicBezTo>
                  <a:cubicBezTo>
                    <a:pt x="274" y="162"/>
                    <a:pt x="356" y="174"/>
                    <a:pt x="380" y="133"/>
                  </a:cubicBezTo>
                  <a:cubicBezTo>
                    <a:pt x="380" y="133"/>
                    <a:pt x="380" y="132"/>
                    <a:pt x="378" y="129"/>
                  </a:cubicBezTo>
                  <a:cubicBezTo>
                    <a:pt x="347" y="158"/>
                    <a:pt x="268" y="145"/>
                    <a:pt x="143" y="10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9" name="Freeform 16"/>
            <p:cNvSpPr>
              <a:spLocks/>
            </p:cNvSpPr>
            <p:nvPr/>
          </p:nvSpPr>
          <p:spPr bwMode="auto">
            <a:xfrm>
              <a:off x="1500" y="1843"/>
              <a:ext cx="991" cy="462"/>
            </a:xfrm>
            <a:custGeom>
              <a:avLst/>
              <a:gdLst>
                <a:gd name="T0" fmla="*/ 336 w 417"/>
                <a:gd name="T1" fmla="*/ 195 h 195"/>
                <a:gd name="T2" fmla="*/ 151 w 417"/>
                <a:gd name="T3" fmla="*/ 157 h 195"/>
                <a:gd name="T4" fmla="*/ 0 w 417"/>
                <a:gd name="T5" fmla="*/ 22 h 195"/>
                <a:gd name="T6" fmla="*/ 13 w 417"/>
                <a:gd name="T7" fmla="*/ 4 h 195"/>
                <a:gd name="T8" fmla="*/ 13 w 417"/>
                <a:gd name="T9" fmla="*/ 4 h 195"/>
                <a:gd name="T10" fmla="*/ 17 w 417"/>
                <a:gd name="T11" fmla="*/ 2 h 195"/>
                <a:gd name="T12" fmla="*/ 32 w 417"/>
                <a:gd name="T13" fmla="*/ 2 h 195"/>
                <a:gd name="T14" fmla="*/ 43 w 417"/>
                <a:gd name="T15" fmla="*/ 14 h 195"/>
                <a:gd name="T16" fmla="*/ 166 w 417"/>
                <a:gd name="T17" fmla="*/ 109 h 195"/>
                <a:gd name="T18" fmla="*/ 341 w 417"/>
                <a:gd name="T19" fmla="*/ 145 h 195"/>
                <a:gd name="T20" fmla="*/ 384 w 417"/>
                <a:gd name="T21" fmla="*/ 134 h 195"/>
                <a:gd name="T22" fmla="*/ 399 w 417"/>
                <a:gd name="T23" fmla="*/ 129 h 195"/>
                <a:gd name="T24" fmla="*/ 412 w 417"/>
                <a:gd name="T25" fmla="*/ 138 h 195"/>
                <a:gd name="T26" fmla="*/ 415 w 417"/>
                <a:gd name="T27" fmla="*/ 144 h 195"/>
                <a:gd name="T28" fmla="*/ 414 w 417"/>
                <a:gd name="T29" fmla="*/ 161 h 195"/>
                <a:gd name="T30" fmla="*/ 336 w 417"/>
                <a:gd name="T31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17" h="195">
                  <a:moveTo>
                    <a:pt x="336" y="195"/>
                  </a:moveTo>
                  <a:cubicBezTo>
                    <a:pt x="296" y="195"/>
                    <a:pt x="241" y="183"/>
                    <a:pt x="151" y="157"/>
                  </a:cubicBezTo>
                  <a:cubicBezTo>
                    <a:pt x="5" y="114"/>
                    <a:pt x="0" y="26"/>
                    <a:pt x="0" y="22"/>
                  </a:cubicBezTo>
                  <a:cubicBezTo>
                    <a:pt x="0" y="14"/>
                    <a:pt x="5" y="7"/>
                    <a:pt x="13" y="4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4"/>
                    <a:pt x="15" y="4"/>
                    <a:pt x="17" y="2"/>
                  </a:cubicBezTo>
                  <a:cubicBezTo>
                    <a:pt x="22" y="0"/>
                    <a:pt x="27" y="0"/>
                    <a:pt x="32" y="2"/>
                  </a:cubicBezTo>
                  <a:cubicBezTo>
                    <a:pt x="37" y="4"/>
                    <a:pt x="41" y="9"/>
                    <a:pt x="43" y="14"/>
                  </a:cubicBezTo>
                  <a:cubicBezTo>
                    <a:pt x="48" y="33"/>
                    <a:pt x="70" y="80"/>
                    <a:pt x="166" y="109"/>
                  </a:cubicBezTo>
                  <a:cubicBezTo>
                    <a:pt x="251" y="134"/>
                    <a:pt x="305" y="145"/>
                    <a:pt x="341" y="145"/>
                  </a:cubicBezTo>
                  <a:cubicBezTo>
                    <a:pt x="361" y="145"/>
                    <a:pt x="376" y="141"/>
                    <a:pt x="384" y="134"/>
                  </a:cubicBezTo>
                  <a:cubicBezTo>
                    <a:pt x="388" y="130"/>
                    <a:pt x="393" y="128"/>
                    <a:pt x="399" y="129"/>
                  </a:cubicBezTo>
                  <a:cubicBezTo>
                    <a:pt x="404" y="130"/>
                    <a:pt x="409" y="133"/>
                    <a:pt x="412" y="138"/>
                  </a:cubicBezTo>
                  <a:cubicBezTo>
                    <a:pt x="414" y="142"/>
                    <a:pt x="415" y="144"/>
                    <a:pt x="415" y="144"/>
                  </a:cubicBezTo>
                  <a:cubicBezTo>
                    <a:pt x="417" y="149"/>
                    <a:pt x="417" y="155"/>
                    <a:pt x="414" y="161"/>
                  </a:cubicBezTo>
                  <a:cubicBezTo>
                    <a:pt x="400" y="183"/>
                    <a:pt x="375" y="195"/>
                    <a:pt x="336" y="19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0" name="Freeform 17"/>
            <p:cNvSpPr>
              <a:spLocks/>
            </p:cNvSpPr>
            <p:nvPr/>
          </p:nvSpPr>
          <p:spPr bwMode="auto">
            <a:xfrm>
              <a:off x="1539" y="1686"/>
              <a:ext cx="882" cy="550"/>
            </a:xfrm>
            <a:custGeom>
              <a:avLst/>
              <a:gdLst>
                <a:gd name="T0" fmla="*/ 136 w 371"/>
                <a:gd name="T1" fmla="*/ 182 h 232"/>
                <a:gd name="T2" fmla="*/ 371 w 371"/>
                <a:gd name="T3" fmla="*/ 203 h 232"/>
                <a:gd name="T4" fmla="*/ 181 w 371"/>
                <a:gd name="T5" fmla="*/ 80 h 232"/>
                <a:gd name="T6" fmla="*/ 61 w 371"/>
                <a:gd name="T7" fmla="*/ 0 h 232"/>
                <a:gd name="T8" fmla="*/ 0 w 371"/>
                <a:gd name="T9" fmla="*/ 74 h 232"/>
                <a:gd name="T10" fmla="*/ 136 w 371"/>
                <a:gd name="T11" fmla="*/ 18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1" h="232">
                  <a:moveTo>
                    <a:pt x="136" y="182"/>
                  </a:moveTo>
                  <a:cubicBezTo>
                    <a:pt x="261" y="219"/>
                    <a:pt x="340" y="232"/>
                    <a:pt x="371" y="203"/>
                  </a:cubicBezTo>
                  <a:cubicBezTo>
                    <a:pt x="359" y="180"/>
                    <a:pt x="301" y="84"/>
                    <a:pt x="181" y="80"/>
                  </a:cubicBezTo>
                  <a:cubicBezTo>
                    <a:pt x="46" y="75"/>
                    <a:pt x="61" y="0"/>
                    <a:pt x="61" y="0"/>
                  </a:cubicBezTo>
                  <a:cubicBezTo>
                    <a:pt x="41" y="49"/>
                    <a:pt x="13" y="68"/>
                    <a:pt x="0" y="74"/>
                  </a:cubicBezTo>
                  <a:cubicBezTo>
                    <a:pt x="6" y="97"/>
                    <a:pt x="31" y="151"/>
                    <a:pt x="136" y="18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1" name="Freeform 18"/>
            <p:cNvSpPr>
              <a:spLocks noEditPoints="1"/>
            </p:cNvSpPr>
            <p:nvPr/>
          </p:nvSpPr>
          <p:spPr bwMode="auto">
            <a:xfrm>
              <a:off x="1450" y="1638"/>
              <a:ext cx="974" cy="610"/>
            </a:xfrm>
            <a:custGeom>
              <a:avLst/>
              <a:gdLst>
                <a:gd name="T0" fmla="*/ 335 w 410"/>
                <a:gd name="T1" fmla="*/ 257 h 257"/>
                <a:gd name="T2" fmla="*/ 335 w 410"/>
                <a:gd name="T3" fmla="*/ 257 h 257"/>
                <a:gd name="T4" fmla="*/ 150 w 410"/>
                <a:gd name="T5" fmla="*/ 219 h 257"/>
                <a:gd name="T6" fmla="*/ 2 w 410"/>
                <a:gd name="T7" fmla="*/ 99 h 257"/>
                <a:gd name="T8" fmla="*/ 11 w 410"/>
                <a:gd name="T9" fmla="*/ 78 h 257"/>
                <a:gd name="T10" fmla="*/ 64 w 410"/>
                <a:gd name="T11" fmla="*/ 13 h 257"/>
                <a:gd name="T12" fmla="*/ 86 w 410"/>
                <a:gd name="T13" fmla="*/ 3 h 257"/>
                <a:gd name="T14" fmla="*/ 98 w 410"/>
                <a:gd name="T15" fmla="*/ 24 h 257"/>
                <a:gd name="T16" fmla="*/ 107 w 410"/>
                <a:gd name="T17" fmla="*/ 51 h 257"/>
                <a:gd name="T18" fmla="*/ 201 w 410"/>
                <a:gd name="T19" fmla="*/ 82 h 257"/>
                <a:gd name="T20" fmla="*/ 406 w 410"/>
                <a:gd name="T21" fmla="*/ 214 h 257"/>
                <a:gd name="T22" fmla="*/ 403 w 410"/>
                <a:gd name="T23" fmla="*/ 236 h 257"/>
                <a:gd name="T24" fmla="*/ 335 w 410"/>
                <a:gd name="T25" fmla="*/ 257 h 257"/>
                <a:gd name="T26" fmla="*/ 41 w 410"/>
                <a:gd name="T27" fmla="*/ 102 h 257"/>
                <a:gd name="T28" fmla="*/ 160 w 410"/>
                <a:gd name="T29" fmla="*/ 185 h 257"/>
                <a:gd name="T30" fmla="*/ 335 w 410"/>
                <a:gd name="T31" fmla="*/ 221 h 257"/>
                <a:gd name="T32" fmla="*/ 335 w 410"/>
                <a:gd name="T33" fmla="*/ 221 h 257"/>
                <a:gd name="T34" fmla="*/ 366 w 410"/>
                <a:gd name="T35" fmla="*/ 217 h 257"/>
                <a:gd name="T36" fmla="*/ 200 w 410"/>
                <a:gd name="T37" fmla="*/ 118 h 257"/>
                <a:gd name="T38" fmla="*/ 78 w 410"/>
                <a:gd name="T39" fmla="*/ 73 h 257"/>
                <a:gd name="T40" fmla="*/ 74 w 410"/>
                <a:gd name="T41" fmla="*/ 68 h 257"/>
                <a:gd name="T42" fmla="*/ 41 w 410"/>
                <a:gd name="T43" fmla="*/ 102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10" h="257">
                  <a:moveTo>
                    <a:pt x="335" y="257"/>
                  </a:moveTo>
                  <a:cubicBezTo>
                    <a:pt x="335" y="257"/>
                    <a:pt x="335" y="257"/>
                    <a:pt x="335" y="257"/>
                  </a:cubicBezTo>
                  <a:cubicBezTo>
                    <a:pt x="295" y="257"/>
                    <a:pt x="240" y="246"/>
                    <a:pt x="150" y="219"/>
                  </a:cubicBezTo>
                  <a:cubicBezTo>
                    <a:pt x="36" y="185"/>
                    <a:pt x="8" y="124"/>
                    <a:pt x="2" y="99"/>
                  </a:cubicBezTo>
                  <a:cubicBezTo>
                    <a:pt x="0" y="91"/>
                    <a:pt x="3" y="82"/>
                    <a:pt x="11" y="78"/>
                  </a:cubicBezTo>
                  <a:cubicBezTo>
                    <a:pt x="21" y="73"/>
                    <a:pt x="45" y="57"/>
                    <a:pt x="64" y="13"/>
                  </a:cubicBezTo>
                  <a:cubicBezTo>
                    <a:pt x="67" y="5"/>
                    <a:pt x="77" y="0"/>
                    <a:pt x="86" y="3"/>
                  </a:cubicBezTo>
                  <a:cubicBezTo>
                    <a:pt x="95" y="6"/>
                    <a:pt x="100" y="15"/>
                    <a:pt x="98" y="24"/>
                  </a:cubicBezTo>
                  <a:cubicBezTo>
                    <a:pt x="98" y="24"/>
                    <a:pt x="96" y="38"/>
                    <a:pt x="107" y="51"/>
                  </a:cubicBezTo>
                  <a:cubicBezTo>
                    <a:pt x="117" y="64"/>
                    <a:pt x="142" y="80"/>
                    <a:pt x="201" y="82"/>
                  </a:cubicBezTo>
                  <a:cubicBezTo>
                    <a:pt x="332" y="87"/>
                    <a:pt x="395" y="193"/>
                    <a:pt x="406" y="214"/>
                  </a:cubicBezTo>
                  <a:cubicBezTo>
                    <a:pt x="410" y="221"/>
                    <a:pt x="408" y="230"/>
                    <a:pt x="403" y="236"/>
                  </a:cubicBezTo>
                  <a:cubicBezTo>
                    <a:pt x="388" y="250"/>
                    <a:pt x="366" y="257"/>
                    <a:pt x="335" y="257"/>
                  </a:cubicBezTo>
                  <a:close/>
                  <a:moveTo>
                    <a:pt x="41" y="102"/>
                  </a:moveTo>
                  <a:cubicBezTo>
                    <a:pt x="51" y="125"/>
                    <a:pt x="80" y="161"/>
                    <a:pt x="160" y="185"/>
                  </a:cubicBezTo>
                  <a:cubicBezTo>
                    <a:pt x="245" y="210"/>
                    <a:pt x="299" y="221"/>
                    <a:pt x="335" y="221"/>
                  </a:cubicBezTo>
                  <a:cubicBezTo>
                    <a:pt x="335" y="221"/>
                    <a:pt x="335" y="221"/>
                    <a:pt x="335" y="221"/>
                  </a:cubicBezTo>
                  <a:cubicBezTo>
                    <a:pt x="347" y="221"/>
                    <a:pt x="358" y="219"/>
                    <a:pt x="366" y="217"/>
                  </a:cubicBezTo>
                  <a:cubicBezTo>
                    <a:pt x="345" y="185"/>
                    <a:pt x="292" y="121"/>
                    <a:pt x="200" y="118"/>
                  </a:cubicBezTo>
                  <a:cubicBezTo>
                    <a:pt x="141" y="116"/>
                    <a:pt x="100" y="101"/>
                    <a:pt x="78" y="73"/>
                  </a:cubicBezTo>
                  <a:cubicBezTo>
                    <a:pt x="77" y="71"/>
                    <a:pt x="75" y="70"/>
                    <a:pt x="74" y="68"/>
                  </a:cubicBezTo>
                  <a:cubicBezTo>
                    <a:pt x="63" y="84"/>
                    <a:pt x="51" y="95"/>
                    <a:pt x="41" y="1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2" name="Freeform 19"/>
            <p:cNvSpPr>
              <a:spLocks/>
            </p:cNvSpPr>
            <p:nvPr/>
          </p:nvSpPr>
          <p:spPr bwMode="auto">
            <a:xfrm>
              <a:off x="1905" y="993"/>
              <a:ext cx="518" cy="377"/>
            </a:xfrm>
            <a:custGeom>
              <a:avLst/>
              <a:gdLst>
                <a:gd name="T0" fmla="*/ 94 w 218"/>
                <a:gd name="T1" fmla="*/ 159 h 159"/>
                <a:gd name="T2" fmla="*/ 8 w 218"/>
                <a:gd name="T3" fmla="*/ 141 h 159"/>
                <a:gd name="T4" fmla="*/ 1 w 218"/>
                <a:gd name="T5" fmla="*/ 91 h 159"/>
                <a:gd name="T6" fmla="*/ 35 w 218"/>
                <a:gd name="T7" fmla="*/ 30 h 159"/>
                <a:gd name="T8" fmla="*/ 91 w 218"/>
                <a:gd name="T9" fmla="*/ 49 h 159"/>
                <a:gd name="T10" fmla="*/ 175 w 218"/>
                <a:gd name="T11" fmla="*/ 0 h 159"/>
                <a:gd name="T12" fmla="*/ 200 w 218"/>
                <a:gd name="T13" fmla="*/ 30 h 159"/>
                <a:gd name="T14" fmla="*/ 166 w 218"/>
                <a:gd name="T15" fmla="*/ 53 h 159"/>
                <a:gd name="T16" fmla="*/ 206 w 218"/>
                <a:gd name="T17" fmla="*/ 51 h 159"/>
                <a:gd name="T18" fmla="*/ 206 w 218"/>
                <a:gd name="T19" fmla="*/ 88 h 159"/>
                <a:gd name="T20" fmla="*/ 101 w 218"/>
                <a:gd name="T21" fmla="*/ 113 h 159"/>
                <a:gd name="T22" fmla="*/ 94 w 218"/>
                <a:gd name="T23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18" h="159">
                  <a:moveTo>
                    <a:pt x="94" y="159"/>
                  </a:moveTo>
                  <a:cubicBezTo>
                    <a:pt x="77" y="144"/>
                    <a:pt x="49" y="130"/>
                    <a:pt x="8" y="141"/>
                  </a:cubicBezTo>
                  <a:cubicBezTo>
                    <a:pt x="8" y="141"/>
                    <a:pt x="0" y="118"/>
                    <a:pt x="1" y="91"/>
                  </a:cubicBezTo>
                  <a:cubicBezTo>
                    <a:pt x="2" y="76"/>
                    <a:pt x="4" y="41"/>
                    <a:pt x="35" y="30"/>
                  </a:cubicBezTo>
                  <a:cubicBezTo>
                    <a:pt x="66" y="20"/>
                    <a:pt x="64" y="52"/>
                    <a:pt x="91" y="49"/>
                  </a:cubicBezTo>
                  <a:cubicBezTo>
                    <a:pt x="118" y="45"/>
                    <a:pt x="151" y="36"/>
                    <a:pt x="175" y="0"/>
                  </a:cubicBezTo>
                  <a:cubicBezTo>
                    <a:pt x="175" y="0"/>
                    <a:pt x="198" y="8"/>
                    <a:pt x="200" y="30"/>
                  </a:cubicBezTo>
                  <a:cubicBezTo>
                    <a:pt x="200" y="30"/>
                    <a:pt x="161" y="39"/>
                    <a:pt x="166" y="53"/>
                  </a:cubicBezTo>
                  <a:cubicBezTo>
                    <a:pt x="171" y="66"/>
                    <a:pt x="206" y="51"/>
                    <a:pt x="206" y="51"/>
                  </a:cubicBezTo>
                  <a:cubicBezTo>
                    <a:pt x="206" y="51"/>
                    <a:pt x="218" y="69"/>
                    <a:pt x="206" y="88"/>
                  </a:cubicBezTo>
                  <a:cubicBezTo>
                    <a:pt x="103" y="75"/>
                    <a:pt x="102" y="103"/>
                    <a:pt x="101" y="113"/>
                  </a:cubicBezTo>
                  <a:cubicBezTo>
                    <a:pt x="100" y="122"/>
                    <a:pt x="100" y="149"/>
                    <a:pt x="94" y="15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3" name="Freeform 20"/>
            <p:cNvSpPr>
              <a:spLocks noEditPoints="1"/>
            </p:cNvSpPr>
            <p:nvPr/>
          </p:nvSpPr>
          <p:spPr bwMode="auto">
            <a:xfrm>
              <a:off x="1883" y="952"/>
              <a:ext cx="601" cy="465"/>
            </a:xfrm>
            <a:custGeom>
              <a:avLst/>
              <a:gdLst>
                <a:gd name="T0" fmla="*/ 112 w 253"/>
                <a:gd name="T1" fmla="*/ 196 h 196"/>
                <a:gd name="T2" fmla="*/ 100 w 253"/>
                <a:gd name="T3" fmla="*/ 192 h 196"/>
                <a:gd name="T4" fmla="*/ 31 w 253"/>
                <a:gd name="T5" fmla="*/ 178 h 196"/>
                <a:gd name="T6" fmla="*/ 9 w 253"/>
                <a:gd name="T7" fmla="*/ 166 h 196"/>
                <a:gd name="T8" fmla="*/ 1 w 253"/>
                <a:gd name="T9" fmla="*/ 110 h 196"/>
                <a:gd name="T10" fmla="*/ 47 w 253"/>
                <a:gd name="T11" fmla="*/ 32 h 196"/>
                <a:gd name="T12" fmla="*/ 64 w 253"/>
                <a:gd name="T13" fmla="*/ 29 h 196"/>
                <a:gd name="T14" fmla="*/ 97 w 253"/>
                <a:gd name="T15" fmla="*/ 44 h 196"/>
                <a:gd name="T16" fmla="*/ 105 w 253"/>
                <a:gd name="T17" fmla="*/ 50 h 196"/>
                <a:gd name="T18" fmla="*/ 107 w 253"/>
                <a:gd name="T19" fmla="*/ 50 h 196"/>
                <a:gd name="T20" fmla="*/ 178 w 253"/>
                <a:gd name="T21" fmla="*/ 10 h 196"/>
                <a:gd name="T22" fmla="*/ 198 w 253"/>
                <a:gd name="T23" fmla="*/ 2 h 196"/>
                <a:gd name="T24" fmla="*/ 236 w 253"/>
                <a:gd name="T25" fmla="*/ 48 h 196"/>
                <a:gd name="T26" fmla="*/ 235 w 253"/>
                <a:gd name="T27" fmla="*/ 55 h 196"/>
                <a:gd name="T28" fmla="*/ 240 w 253"/>
                <a:gd name="T29" fmla="*/ 60 h 196"/>
                <a:gd name="T30" fmla="*/ 239 w 253"/>
                <a:gd name="T31" fmla="*/ 117 h 196"/>
                <a:gd name="T32" fmla="*/ 222 w 253"/>
                <a:gd name="T33" fmla="*/ 125 h 196"/>
                <a:gd name="T34" fmla="*/ 177 w 253"/>
                <a:gd name="T35" fmla="*/ 121 h 196"/>
                <a:gd name="T36" fmla="*/ 139 w 253"/>
                <a:gd name="T37" fmla="*/ 128 h 196"/>
                <a:gd name="T38" fmla="*/ 137 w 253"/>
                <a:gd name="T39" fmla="*/ 133 h 196"/>
                <a:gd name="T40" fmla="*/ 137 w 253"/>
                <a:gd name="T41" fmla="*/ 134 h 196"/>
                <a:gd name="T42" fmla="*/ 136 w 253"/>
                <a:gd name="T43" fmla="*/ 142 h 196"/>
                <a:gd name="T44" fmla="*/ 127 w 253"/>
                <a:gd name="T45" fmla="*/ 187 h 196"/>
                <a:gd name="T46" fmla="*/ 115 w 253"/>
                <a:gd name="T47" fmla="*/ 196 h 196"/>
                <a:gd name="T48" fmla="*/ 112 w 253"/>
                <a:gd name="T49" fmla="*/ 196 h 196"/>
                <a:gd name="T50" fmla="*/ 54 w 253"/>
                <a:gd name="T51" fmla="*/ 138 h 196"/>
                <a:gd name="T52" fmla="*/ 100 w 253"/>
                <a:gd name="T53" fmla="*/ 149 h 196"/>
                <a:gd name="T54" fmla="*/ 100 w 253"/>
                <a:gd name="T55" fmla="*/ 139 h 196"/>
                <a:gd name="T56" fmla="*/ 101 w 253"/>
                <a:gd name="T57" fmla="*/ 130 h 196"/>
                <a:gd name="T58" fmla="*/ 101 w 253"/>
                <a:gd name="T59" fmla="*/ 129 h 196"/>
                <a:gd name="T60" fmla="*/ 172 w 253"/>
                <a:gd name="T61" fmla="*/ 85 h 196"/>
                <a:gd name="T62" fmla="*/ 167 w 253"/>
                <a:gd name="T63" fmla="*/ 78 h 196"/>
                <a:gd name="T64" fmla="*/ 165 w 253"/>
                <a:gd name="T65" fmla="*/ 69 h 196"/>
                <a:gd name="T66" fmla="*/ 112 w 253"/>
                <a:gd name="T67" fmla="*/ 85 h 196"/>
                <a:gd name="T68" fmla="*/ 105 w 253"/>
                <a:gd name="T69" fmla="*/ 86 h 196"/>
                <a:gd name="T70" fmla="*/ 72 w 253"/>
                <a:gd name="T71" fmla="*/ 70 h 196"/>
                <a:gd name="T72" fmla="*/ 64 w 253"/>
                <a:gd name="T73" fmla="*/ 65 h 196"/>
                <a:gd name="T74" fmla="*/ 59 w 253"/>
                <a:gd name="T75" fmla="*/ 66 h 196"/>
                <a:gd name="T76" fmla="*/ 37 w 253"/>
                <a:gd name="T77" fmla="*/ 111 h 196"/>
                <a:gd name="T78" fmla="*/ 39 w 253"/>
                <a:gd name="T79" fmla="*/ 139 h 196"/>
                <a:gd name="T80" fmla="*/ 54 w 253"/>
                <a:gd name="T81" fmla="*/ 138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53" h="196">
                  <a:moveTo>
                    <a:pt x="112" y="196"/>
                  </a:moveTo>
                  <a:cubicBezTo>
                    <a:pt x="107" y="196"/>
                    <a:pt x="103" y="195"/>
                    <a:pt x="100" y="192"/>
                  </a:cubicBezTo>
                  <a:cubicBezTo>
                    <a:pt x="81" y="175"/>
                    <a:pt x="57" y="170"/>
                    <a:pt x="31" y="178"/>
                  </a:cubicBezTo>
                  <a:cubicBezTo>
                    <a:pt x="22" y="180"/>
                    <a:pt x="12" y="175"/>
                    <a:pt x="9" y="166"/>
                  </a:cubicBezTo>
                  <a:cubicBezTo>
                    <a:pt x="9" y="165"/>
                    <a:pt x="0" y="139"/>
                    <a:pt x="1" y="110"/>
                  </a:cubicBezTo>
                  <a:cubicBezTo>
                    <a:pt x="3" y="68"/>
                    <a:pt x="18" y="42"/>
                    <a:pt x="47" y="32"/>
                  </a:cubicBezTo>
                  <a:cubicBezTo>
                    <a:pt x="53" y="30"/>
                    <a:pt x="59" y="29"/>
                    <a:pt x="64" y="29"/>
                  </a:cubicBezTo>
                  <a:cubicBezTo>
                    <a:pt x="81" y="29"/>
                    <a:pt x="90" y="38"/>
                    <a:pt x="97" y="44"/>
                  </a:cubicBezTo>
                  <a:cubicBezTo>
                    <a:pt x="102" y="49"/>
                    <a:pt x="103" y="50"/>
                    <a:pt x="105" y="50"/>
                  </a:cubicBezTo>
                  <a:cubicBezTo>
                    <a:pt x="106" y="50"/>
                    <a:pt x="106" y="50"/>
                    <a:pt x="107" y="50"/>
                  </a:cubicBezTo>
                  <a:cubicBezTo>
                    <a:pt x="132" y="46"/>
                    <a:pt x="159" y="39"/>
                    <a:pt x="178" y="10"/>
                  </a:cubicBezTo>
                  <a:cubicBezTo>
                    <a:pt x="182" y="3"/>
                    <a:pt x="190" y="0"/>
                    <a:pt x="198" y="2"/>
                  </a:cubicBezTo>
                  <a:cubicBezTo>
                    <a:pt x="211" y="6"/>
                    <a:pt x="234" y="20"/>
                    <a:pt x="236" y="48"/>
                  </a:cubicBezTo>
                  <a:cubicBezTo>
                    <a:pt x="236" y="50"/>
                    <a:pt x="236" y="53"/>
                    <a:pt x="235" y="55"/>
                  </a:cubicBezTo>
                  <a:cubicBezTo>
                    <a:pt x="237" y="56"/>
                    <a:pt x="238" y="58"/>
                    <a:pt x="240" y="60"/>
                  </a:cubicBezTo>
                  <a:cubicBezTo>
                    <a:pt x="246" y="71"/>
                    <a:pt x="253" y="94"/>
                    <a:pt x="239" y="117"/>
                  </a:cubicBezTo>
                  <a:cubicBezTo>
                    <a:pt x="236" y="122"/>
                    <a:pt x="229" y="126"/>
                    <a:pt x="222" y="125"/>
                  </a:cubicBezTo>
                  <a:cubicBezTo>
                    <a:pt x="205" y="123"/>
                    <a:pt x="190" y="121"/>
                    <a:pt x="177" y="121"/>
                  </a:cubicBezTo>
                  <a:cubicBezTo>
                    <a:pt x="150" y="121"/>
                    <a:pt x="141" y="126"/>
                    <a:pt x="139" y="128"/>
                  </a:cubicBezTo>
                  <a:cubicBezTo>
                    <a:pt x="137" y="130"/>
                    <a:pt x="137" y="130"/>
                    <a:pt x="137" y="133"/>
                  </a:cubicBezTo>
                  <a:cubicBezTo>
                    <a:pt x="137" y="134"/>
                    <a:pt x="137" y="134"/>
                    <a:pt x="137" y="134"/>
                  </a:cubicBezTo>
                  <a:cubicBezTo>
                    <a:pt x="137" y="136"/>
                    <a:pt x="136" y="138"/>
                    <a:pt x="136" y="142"/>
                  </a:cubicBezTo>
                  <a:cubicBezTo>
                    <a:pt x="135" y="160"/>
                    <a:pt x="134" y="177"/>
                    <a:pt x="127" y="187"/>
                  </a:cubicBezTo>
                  <a:cubicBezTo>
                    <a:pt x="125" y="192"/>
                    <a:pt x="120" y="195"/>
                    <a:pt x="115" y="196"/>
                  </a:cubicBezTo>
                  <a:cubicBezTo>
                    <a:pt x="114" y="196"/>
                    <a:pt x="113" y="196"/>
                    <a:pt x="112" y="196"/>
                  </a:cubicBezTo>
                  <a:close/>
                  <a:moveTo>
                    <a:pt x="54" y="138"/>
                  </a:moveTo>
                  <a:cubicBezTo>
                    <a:pt x="70" y="138"/>
                    <a:pt x="86" y="142"/>
                    <a:pt x="100" y="149"/>
                  </a:cubicBezTo>
                  <a:cubicBezTo>
                    <a:pt x="100" y="145"/>
                    <a:pt x="100" y="142"/>
                    <a:pt x="100" y="139"/>
                  </a:cubicBezTo>
                  <a:cubicBezTo>
                    <a:pt x="101" y="135"/>
                    <a:pt x="101" y="132"/>
                    <a:pt x="101" y="130"/>
                  </a:cubicBezTo>
                  <a:cubicBezTo>
                    <a:pt x="101" y="129"/>
                    <a:pt x="101" y="129"/>
                    <a:pt x="101" y="129"/>
                  </a:cubicBezTo>
                  <a:cubicBezTo>
                    <a:pt x="104" y="101"/>
                    <a:pt x="127" y="87"/>
                    <a:pt x="172" y="85"/>
                  </a:cubicBezTo>
                  <a:cubicBezTo>
                    <a:pt x="169" y="83"/>
                    <a:pt x="168" y="80"/>
                    <a:pt x="167" y="78"/>
                  </a:cubicBezTo>
                  <a:cubicBezTo>
                    <a:pt x="166" y="75"/>
                    <a:pt x="165" y="72"/>
                    <a:pt x="165" y="69"/>
                  </a:cubicBezTo>
                  <a:cubicBezTo>
                    <a:pt x="147" y="79"/>
                    <a:pt x="128" y="83"/>
                    <a:pt x="112" y="85"/>
                  </a:cubicBezTo>
                  <a:cubicBezTo>
                    <a:pt x="110" y="86"/>
                    <a:pt x="107" y="86"/>
                    <a:pt x="105" y="86"/>
                  </a:cubicBezTo>
                  <a:cubicBezTo>
                    <a:pt x="88" y="86"/>
                    <a:pt x="78" y="77"/>
                    <a:pt x="72" y="70"/>
                  </a:cubicBezTo>
                  <a:cubicBezTo>
                    <a:pt x="67" y="66"/>
                    <a:pt x="66" y="65"/>
                    <a:pt x="64" y="65"/>
                  </a:cubicBezTo>
                  <a:cubicBezTo>
                    <a:pt x="63" y="65"/>
                    <a:pt x="62" y="65"/>
                    <a:pt x="59" y="66"/>
                  </a:cubicBezTo>
                  <a:cubicBezTo>
                    <a:pt x="45" y="71"/>
                    <a:pt x="38" y="85"/>
                    <a:pt x="37" y="111"/>
                  </a:cubicBezTo>
                  <a:cubicBezTo>
                    <a:pt x="37" y="121"/>
                    <a:pt x="38" y="131"/>
                    <a:pt x="39" y="139"/>
                  </a:cubicBezTo>
                  <a:cubicBezTo>
                    <a:pt x="44" y="139"/>
                    <a:pt x="49" y="138"/>
                    <a:pt x="54" y="13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4" name="Freeform 21"/>
            <p:cNvSpPr>
              <a:spLocks/>
            </p:cNvSpPr>
            <p:nvPr/>
          </p:nvSpPr>
          <p:spPr bwMode="auto">
            <a:xfrm>
              <a:off x="1722" y="784"/>
              <a:ext cx="521" cy="532"/>
            </a:xfrm>
            <a:custGeom>
              <a:avLst/>
              <a:gdLst>
                <a:gd name="T0" fmla="*/ 159 w 219"/>
                <a:gd name="T1" fmla="*/ 46 h 224"/>
                <a:gd name="T2" fmla="*/ 161 w 219"/>
                <a:gd name="T3" fmla="*/ 21 h 224"/>
                <a:gd name="T4" fmla="*/ 152 w 219"/>
                <a:gd name="T5" fmla="*/ 5 h 224"/>
                <a:gd name="T6" fmla="*/ 136 w 219"/>
                <a:gd name="T7" fmla="*/ 12 h 224"/>
                <a:gd name="T8" fmla="*/ 128 w 219"/>
                <a:gd name="T9" fmla="*/ 36 h 224"/>
                <a:gd name="T10" fmla="*/ 116 w 219"/>
                <a:gd name="T11" fmla="*/ 35 h 224"/>
                <a:gd name="T12" fmla="*/ 115 w 219"/>
                <a:gd name="T13" fmla="*/ 14 h 224"/>
                <a:gd name="T14" fmla="*/ 101 w 219"/>
                <a:gd name="T15" fmla="*/ 1 h 224"/>
                <a:gd name="T16" fmla="*/ 88 w 219"/>
                <a:gd name="T17" fmla="*/ 15 h 224"/>
                <a:gd name="T18" fmla="*/ 81 w 219"/>
                <a:gd name="T19" fmla="*/ 40 h 224"/>
                <a:gd name="T20" fmla="*/ 69 w 219"/>
                <a:gd name="T21" fmla="*/ 45 h 224"/>
                <a:gd name="T22" fmla="*/ 54 w 219"/>
                <a:gd name="T23" fmla="*/ 27 h 224"/>
                <a:gd name="T24" fmla="*/ 35 w 219"/>
                <a:gd name="T25" fmla="*/ 24 h 224"/>
                <a:gd name="T26" fmla="*/ 32 w 219"/>
                <a:gd name="T27" fmla="*/ 42 h 224"/>
                <a:gd name="T28" fmla="*/ 42 w 219"/>
                <a:gd name="T29" fmla="*/ 66 h 224"/>
                <a:gd name="T30" fmla="*/ 17 w 219"/>
                <a:gd name="T31" fmla="*/ 115 h 224"/>
                <a:gd name="T32" fmla="*/ 2 w 219"/>
                <a:gd name="T33" fmla="*/ 218 h 224"/>
                <a:gd name="T34" fmla="*/ 53 w 219"/>
                <a:gd name="T35" fmla="*/ 223 h 224"/>
                <a:gd name="T36" fmla="*/ 68 w 219"/>
                <a:gd name="T37" fmla="*/ 224 h 224"/>
                <a:gd name="T38" fmla="*/ 95 w 219"/>
                <a:gd name="T39" fmla="*/ 110 h 224"/>
                <a:gd name="T40" fmla="*/ 170 w 219"/>
                <a:gd name="T41" fmla="*/ 121 h 224"/>
                <a:gd name="T42" fmla="*/ 197 w 219"/>
                <a:gd name="T43" fmla="*/ 114 h 224"/>
                <a:gd name="T44" fmla="*/ 219 w 219"/>
                <a:gd name="T45" fmla="*/ 99 h 224"/>
                <a:gd name="T46" fmla="*/ 159 w 219"/>
                <a:gd name="T47" fmla="*/ 46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19" h="224">
                  <a:moveTo>
                    <a:pt x="159" y="46"/>
                  </a:moveTo>
                  <a:cubicBezTo>
                    <a:pt x="156" y="44"/>
                    <a:pt x="150" y="42"/>
                    <a:pt x="161" y="21"/>
                  </a:cubicBezTo>
                  <a:cubicBezTo>
                    <a:pt x="163" y="17"/>
                    <a:pt x="167" y="10"/>
                    <a:pt x="152" y="5"/>
                  </a:cubicBezTo>
                  <a:cubicBezTo>
                    <a:pt x="136" y="0"/>
                    <a:pt x="136" y="7"/>
                    <a:pt x="136" y="12"/>
                  </a:cubicBezTo>
                  <a:cubicBezTo>
                    <a:pt x="135" y="33"/>
                    <a:pt x="131" y="36"/>
                    <a:pt x="128" y="36"/>
                  </a:cubicBezTo>
                  <a:cubicBezTo>
                    <a:pt x="125" y="35"/>
                    <a:pt x="118" y="35"/>
                    <a:pt x="116" y="35"/>
                  </a:cubicBezTo>
                  <a:cubicBezTo>
                    <a:pt x="110" y="34"/>
                    <a:pt x="110" y="28"/>
                    <a:pt x="115" y="14"/>
                  </a:cubicBezTo>
                  <a:cubicBezTo>
                    <a:pt x="116" y="8"/>
                    <a:pt x="117" y="1"/>
                    <a:pt x="101" y="1"/>
                  </a:cubicBezTo>
                  <a:cubicBezTo>
                    <a:pt x="84" y="1"/>
                    <a:pt x="87" y="9"/>
                    <a:pt x="88" y="15"/>
                  </a:cubicBezTo>
                  <a:cubicBezTo>
                    <a:pt x="91" y="33"/>
                    <a:pt x="88" y="38"/>
                    <a:pt x="81" y="40"/>
                  </a:cubicBezTo>
                  <a:cubicBezTo>
                    <a:pt x="77" y="42"/>
                    <a:pt x="73" y="43"/>
                    <a:pt x="69" y="45"/>
                  </a:cubicBezTo>
                  <a:cubicBezTo>
                    <a:pt x="65" y="47"/>
                    <a:pt x="59" y="50"/>
                    <a:pt x="54" y="27"/>
                  </a:cubicBezTo>
                  <a:cubicBezTo>
                    <a:pt x="53" y="21"/>
                    <a:pt x="49" y="15"/>
                    <a:pt x="35" y="24"/>
                  </a:cubicBezTo>
                  <a:cubicBezTo>
                    <a:pt x="22" y="32"/>
                    <a:pt x="28" y="38"/>
                    <a:pt x="32" y="42"/>
                  </a:cubicBezTo>
                  <a:cubicBezTo>
                    <a:pt x="39" y="49"/>
                    <a:pt x="46" y="62"/>
                    <a:pt x="42" y="66"/>
                  </a:cubicBezTo>
                  <a:cubicBezTo>
                    <a:pt x="39" y="69"/>
                    <a:pt x="23" y="98"/>
                    <a:pt x="17" y="115"/>
                  </a:cubicBezTo>
                  <a:cubicBezTo>
                    <a:pt x="0" y="164"/>
                    <a:pt x="2" y="218"/>
                    <a:pt x="2" y="218"/>
                  </a:cubicBezTo>
                  <a:cubicBezTo>
                    <a:pt x="12" y="221"/>
                    <a:pt x="22" y="224"/>
                    <a:pt x="53" y="223"/>
                  </a:cubicBezTo>
                  <a:cubicBezTo>
                    <a:pt x="59" y="222"/>
                    <a:pt x="65" y="223"/>
                    <a:pt x="68" y="224"/>
                  </a:cubicBezTo>
                  <a:cubicBezTo>
                    <a:pt x="68" y="224"/>
                    <a:pt x="47" y="133"/>
                    <a:pt x="95" y="110"/>
                  </a:cubicBezTo>
                  <a:cubicBezTo>
                    <a:pt x="142" y="86"/>
                    <a:pt x="170" y="121"/>
                    <a:pt x="170" y="121"/>
                  </a:cubicBezTo>
                  <a:cubicBezTo>
                    <a:pt x="170" y="121"/>
                    <a:pt x="177" y="123"/>
                    <a:pt x="197" y="114"/>
                  </a:cubicBezTo>
                  <a:cubicBezTo>
                    <a:pt x="218" y="106"/>
                    <a:pt x="219" y="99"/>
                    <a:pt x="219" y="99"/>
                  </a:cubicBezTo>
                  <a:cubicBezTo>
                    <a:pt x="219" y="99"/>
                    <a:pt x="197" y="64"/>
                    <a:pt x="159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5" name="Freeform 22"/>
            <p:cNvSpPr>
              <a:spLocks noEditPoints="1"/>
            </p:cNvSpPr>
            <p:nvPr/>
          </p:nvSpPr>
          <p:spPr bwMode="auto">
            <a:xfrm>
              <a:off x="1680" y="728"/>
              <a:ext cx="608" cy="614"/>
            </a:xfrm>
            <a:custGeom>
              <a:avLst/>
              <a:gdLst>
                <a:gd name="T0" fmla="*/ 86 w 256"/>
                <a:gd name="T1" fmla="*/ 259 h 259"/>
                <a:gd name="T2" fmla="*/ 81 w 256"/>
                <a:gd name="T3" fmla="*/ 258 h 259"/>
                <a:gd name="T4" fmla="*/ 74 w 256"/>
                <a:gd name="T5" fmla="*/ 257 h 259"/>
                <a:gd name="T6" fmla="*/ 72 w 256"/>
                <a:gd name="T7" fmla="*/ 258 h 259"/>
                <a:gd name="T8" fmla="*/ 56 w 256"/>
                <a:gd name="T9" fmla="*/ 258 h 259"/>
                <a:gd name="T10" fmla="*/ 14 w 256"/>
                <a:gd name="T11" fmla="*/ 252 h 259"/>
                <a:gd name="T12" fmla="*/ 2 w 256"/>
                <a:gd name="T13" fmla="*/ 235 h 259"/>
                <a:gd name="T14" fmla="*/ 18 w 256"/>
                <a:gd name="T15" fmla="*/ 126 h 259"/>
                <a:gd name="T16" fmla="*/ 42 w 256"/>
                <a:gd name="T17" fmla="*/ 78 h 259"/>
                <a:gd name="T18" fmla="*/ 38 w 256"/>
                <a:gd name="T19" fmla="*/ 72 h 259"/>
                <a:gd name="T20" fmla="*/ 27 w 256"/>
                <a:gd name="T21" fmla="*/ 49 h 259"/>
                <a:gd name="T22" fmla="*/ 44 w 256"/>
                <a:gd name="T23" fmla="*/ 25 h 259"/>
                <a:gd name="T24" fmla="*/ 65 w 256"/>
                <a:gd name="T25" fmla="*/ 18 h 259"/>
                <a:gd name="T26" fmla="*/ 88 w 256"/>
                <a:gd name="T27" fmla="*/ 35 h 259"/>
                <a:gd name="T28" fmla="*/ 88 w 256"/>
                <a:gd name="T29" fmla="*/ 35 h 259"/>
                <a:gd name="T30" fmla="*/ 88 w 256"/>
                <a:gd name="T31" fmla="*/ 34 h 259"/>
                <a:gd name="T32" fmla="*/ 93 w 256"/>
                <a:gd name="T33" fmla="*/ 10 h 259"/>
                <a:gd name="T34" fmla="*/ 119 w 256"/>
                <a:gd name="T35" fmla="*/ 0 h 259"/>
                <a:gd name="T36" fmla="*/ 144 w 256"/>
                <a:gd name="T37" fmla="*/ 8 h 259"/>
                <a:gd name="T38" fmla="*/ 161 w 256"/>
                <a:gd name="T39" fmla="*/ 2 h 259"/>
                <a:gd name="T40" fmla="*/ 175 w 256"/>
                <a:gd name="T41" fmla="*/ 4 h 259"/>
                <a:gd name="T42" fmla="*/ 197 w 256"/>
                <a:gd name="T43" fmla="*/ 22 h 259"/>
                <a:gd name="T44" fmla="*/ 195 w 256"/>
                <a:gd name="T45" fmla="*/ 46 h 259"/>
                <a:gd name="T46" fmla="*/ 193 w 256"/>
                <a:gd name="T47" fmla="*/ 51 h 259"/>
                <a:gd name="T48" fmla="*/ 252 w 256"/>
                <a:gd name="T49" fmla="*/ 107 h 259"/>
                <a:gd name="T50" fmla="*/ 254 w 256"/>
                <a:gd name="T51" fmla="*/ 120 h 259"/>
                <a:gd name="T52" fmla="*/ 222 w 256"/>
                <a:gd name="T53" fmla="*/ 148 h 259"/>
                <a:gd name="T54" fmla="*/ 191 w 256"/>
                <a:gd name="T55" fmla="*/ 156 h 259"/>
                <a:gd name="T56" fmla="*/ 191 w 256"/>
                <a:gd name="T57" fmla="*/ 156 h 259"/>
                <a:gd name="T58" fmla="*/ 182 w 256"/>
                <a:gd name="T59" fmla="*/ 155 h 259"/>
                <a:gd name="T60" fmla="*/ 173 w 256"/>
                <a:gd name="T61" fmla="*/ 149 h 259"/>
                <a:gd name="T62" fmla="*/ 145 w 256"/>
                <a:gd name="T63" fmla="*/ 136 h 259"/>
                <a:gd name="T64" fmla="*/ 121 w 256"/>
                <a:gd name="T65" fmla="*/ 143 h 259"/>
                <a:gd name="T66" fmla="*/ 104 w 256"/>
                <a:gd name="T67" fmla="*/ 237 h 259"/>
                <a:gd name="T68" fmla="*/ 99 w 256"/>
                <a:gd name="T69" fmla="*/ 254 h 259"/>
                <a:gd name="T70" fmla="*/ 86 w 256"/>
                <a:gd name="T71" fmla="*/ 259 h 259"/>
                <a:gd name="T72" fmla="*/ 38 w 256"/>
                <a:gd name="T73" fmla="*/ 221 h 259"/>
                <a:gd name="T74" fmla="*/ 56 w 256"/>
                <a:gd name="T75" fmla="*/ 222 h 259"/>
                <a:gd name="T76" fmla="*/ 65 w 256"/>
                <a:gd name="T77" fmla="*/ 222 h 259"/>
                <a:gd name="T78" fmla="*/ 105 w 256"/>
                <a:gd name="T79" fmla="*/ 110 h 259"/>
                <a:gd name="T80" fmla="*/ 145 w 256"/>
                <a:gd name="T81" fmla="*/ 100 h 259"/>
                <a:gd name="T82" fmla="*/ 195 w 256"/>
                <a:gd name="T83" fmla="*/ 120 h 259"/>
                <a:gd name="T84" fmla="*/ 208 w 256"/>
                <a:gd name="T85" fmla="*/ 115 h 259"/>
                <a:gd name="T86" fmla="*/ 212 w 256"/>
                <a:gd name="T87" fmla="*/ 113 h 259"/>
                <a:gd name="T88" fmla="*/ 169 w 256"/>
                <a:gd name="T89" fmla="*/ 79 h 259"/>
                <a:gd name="T90" fmla="*/ 167 w 256"/>
                <a:gd name="T91" fmla="*/ 78 h 259"/>
                <a:gd name="T92" fmla="*/ 157 w 256"/>
                <a:gd name="T93" fmla="*/ 68 h 259"/>
                <a:gd name="T94" fmla="*/ 146 w 256"/>
                <a:gd name="T95" fmla="*/ 71 h 259"/>
                <a:gd name="T96" fmla="*/ 145 w 256"/>
                <a:gd name="T97" fmla="*/ 71 h 259"/>
                <a:gd name="T98" fmla="*/ 144 w 256"/>
                <a:gd name="T99" fmla="*/ 71 h 259"/>
                <a:gd name="T100" fmla="*/ 133 w 256"/>
                <a:gd name="T101" fmla="*/ 70 h 259"/>
                <a:gd name="T102" fmla="*/ 132 w 256"/>
                <a:gd name="T103" fmla="*/ 70 h 259"/>
                <a:gd name="T104" fmla="*/ 119 w 256"/>
                <a:gd name="T105" fmla="*/ 64 h 259"/>
                <a:gd name="T106" fmla="*/ 105 w 256"/>
                <a:gd name="T107" fmla="*/ 74 h 259"/>
                <a:gd name="T108" fmla="*/ 105 w 256"/>
                <a:gd name="T109" fmla="*/ 75 h 259"/>
                <a:gd name="T110" fmla="*/ 96 w 256"/>
                <a:gd name="T111" fmla="*/ 78 h 259"/>
                <a:gd name="T112" fmla="*/ 94 w 256"/>
                <a:gd name="T113" fmla="*/ 79 h 259"/>
                <a:gd name="T114" fmla="*/ 83 w 256"/>
                <a:gd name="T115" fmla="*/ 82 h 259"/>
                <a:gd name="T116" fmla="*/ 79 w 256"/>
                <a:gd name="T117" fmla="*/ 81 h 259"/>
                <a:gd name="T118" fmla="*/ 74 w 256"/>
                <a:gd name="T119" fmla="*/ 94 h 259"/>
                <a:gd name="T120" fmla="*/ 52 w 256"/>
                <a:gd name="T121" fmla="*/ 138 h 259"/>
                <a:gd name="T122" fmla="*/ 38 w 256"/>
                <a:gd name="T123" fmla="*/ 221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56" h="259">
                  <a:moveTo>
                    <a:pt x="86" y="259"/>
                  </a:moveTo>
                  <a:cubicBezTo>
                    <a:pt x="85" y="259"/>
                    <a:pt x="83" y="259"/>
                    <a:pt x="81" y="258"/>
                  </a:cubicBezTo>
                  <a:cubicBezTo>
                    <a:pt x="80" y="258"/>
                    <a:pt x="78" y="257"/>
                    <a:pt x="74" y="257"/>
                  </a:cubicBezTo>
                  <a:cubicBezTo>
                    <a:pt x="73" y="257"/>
                    <a:pt x="73" y="257"/>
                    <a:pt x="72" y="258"/>
                  </a:cubicBezTo>
                  <a:cubicBezTo>
                    <a:pt x="66" y="258"/>
                    <a:pt x="61" y="258"/>
                    <a:pt x="56" y="258"/>
                  </a:cubicBezTo>
                  <a:cubicBezTo>
                    <a:pt x="34" y="258"/>
                    <a:pt x="23" y="255"/>
                    <a:pt x="14" y="252"/>
                  </a:cubicBezTo>
                  <a:cubicBezTo>
                    <a:pt x="7" y="250"/>
                    <a:pt x="2" y="243"/>
                    <a:pt x="2" y="235"/>
                  </a:cubicBezTo>
                  <a:cubicBezTo>
                    <a:pt x="2" y="233"/>
                    <a:pt x="0" y="178"/>
                    <a:pt x="18" y="126"/>
                  </a:cubicBezTo>
                  <a:cubicBezTo>
                    <a:pt x="23" y="111"/>
                    <a:pt x="35" y="89"/>
                    <a:pt x="42" y="78"/>
                  </a:cubicBezTo>
                  <a:cubicBezTo>
                    <a:pt x="41" y="76"/>
                    <a:pt x="39" y="74"/>
                    <a:pt x="38" y="72"/>
                  </a:cubicBezTo>
                  <a:cubicBezTo>
                    <a:pt x="34" y="69"/>
                    <a:pt x="26" y="61"/>
                    <a:pt x="27" y="49"/>
                  </a:cubicBezTo>
                  <a:cubicBezTo>
                    <a:pt x="28" y="40"/>
                    <a:pt x="34" y="32"/>
                    <a:pt x="44" y="25"/>
                  </a:cubicBezTo>
                  <a:cubicBezTo>
                    <a:pt x="52" y="21"/>
                    <a:pt x="58" y="18"/>
                    <a:pt x="65" y="18"/>
                  </a:cubicBezTo>
                  <a:cubicBezTo>
                    <a:pt x="69" y="18"/>
                    <a:pt x="82" y="20"/>
                    <a:pt x="88" y="35"/>
                  </a:cubicBezTo>
                  <a:cubicBezTo>
                    <a:pt x="88" y="35"/>
                    <a:pt x="88" y="35"/>
                    <a:pt x="88" y="35"/>
                  </a:cubicBezTo>
                  <a:cubicBezTo>
                    <a:pt x="88" y="34"/>
                    <a:pt x="88" y="34"/>
                    <a:pt x="88" y="34"/>
                  </a:cubicBezTo>
                  <a:cubicBezTo>
                    <a:pt x="87" y="30"/>
                    <a:pt x="85" y="19"/>
                    <a:pt x="93" y="10"/>
                  </a:cubicBezTo>
                  <a:cubicBezTo>
                    <a:pt x="101" y="0"/>
                    <a:pt x="114" y="0"/>
                    <a:pt x="119" y="0"/>
                  </a:cubicBezTo>
                  <a:cubicBezTo>
                    <a:pt x="123" y="0"/>
                    <a:pt x="135" y="0"/>
                    <a:pt x="144" y="8"/>
                  </a:cubicBezTo>
                  <a:cubicBezTo>
                    <a:pt x="150" y="2"/>
                    <a:pt x="158" y="2"/>
                    <a:pt x="161" y="2"/>
                  </a:cubicBezTo>
                  <a:cubicBezTo>
                    <a:pt x="165" y="2"/>
                    <a:pt x="170" y="3"/>
                    <a:pt x="175" y="4"/>
                  </a:cubicBezTo>
                  <a:cubicBezTo>
                    <a:pt x="179" y="6"/>
                    <a:pt x="192" y="10"/>
                    <a:pt x="197" y="22"/>
                  </a:cubicBezTo>
                  <a:cubicBezTo>
                    <a:pt x="202" y="33"/>
                    <a:pt x="197" y="43"/>
                    <a:pt x="195" y="46"/>
                  </a:cubicBezTo>
                  <a:cubicBezTo>
                    <a:pt x="194" y="48"/>
                    <a:pt x="193" y="49"/>
                    <a:pt x="193" y="51"/>
                  </a:cubicBezTo>
                  <a:cubicBezTo>
                    <a:pt x="230" y="72"/>
                    <a:pt x="251" y="105"/>
                    <a:pt x="252" y="107"/>
                  </a:cubicBezTo>
                  <a:cubicBezTo>
                    <a:pt x="255" y="111"/>
                    <a:pt x="256" y="116"/>
                    <a:pt x="254" y="120"/>
                  </a:cubicBezTo>
                  <a:cubicBezTo>
                    <a:pt x="252" y="130"/>
                    <a:pt x="242" y="139"/>
                    <a:pt x="222" y="148"/>
                  </a:cubicBezTo>
                  <a:cubicBezTo>
                    <a:pt x="210" y="153"/>
                    <a:pt x="199" y="156"/>
                    <a:pt x="191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87" y="156"/>
                    <a:pt x="184" y="156"/>
                    <a:pt x="182" y="155"/>
                  </a:cubicBezTo>
                  <a:cubicBezTo>
                    <a:pt x="178" y="154"/>
                    <a:pt x="176" y="152"/>
                    <a:pt x="173" y="149"/>
                  </a:cubicBezTo>
                  <a:cubicBezTo>
                    <a:pt x="173" y="149"/>
                    <a:pt x="163" y="136"/>
                    <a:pt x="145" y="136"/>
                  </a:cubicBezTo>
                  <a:cubicBezTo>
                    <a:pt x="137" y="136"/>
                    <a:pt x="129" y="139"/>
                    <a:pt x="121" y="143"/>
                  </a:cubicBezTo>
                  <a:cubicBezTo>
                    <a:pt x="92" y="157"/>
                    <a:pt x="99" y="217"/>
                    <a:pt x="104" y="237"/>
                  </a:cubicBezTo>
                  <a:cubicBezTo>
                    <a:pt x="105" y="243"/>
                    <a:pt x="103" y="250"/>
                    <a:pt x="99" y="254"/>
                  </a:cubicBezTo>
                  <a:cubicBezTo>
                    <a:pt x="95" y="257"/>
                    <a:pt x="91" y="259"/>
                    <a:pt x="86" y="259"/>
                  </a:cubicBezTo>
                  <a:close/>
                  <a:moveTo>
                    <a:pt x="38" y="221"/>
                  </a:moveTo>
                  <a:cubicBezTo>
                    <a:pt x="42" y="221"/>
                    <a:pt x="48" y="222"/>
                    <a:pt x="56" y="222"/>
                  </a:cubicBezTo>
                  <a:cubicBezTo>
                    <a:pt x="59" y="222"/>
                    <a:pt x="62" y="222"/>
                    <a:pt x="65" y="222"/>
                  </a:cubicBezTo>
                  <a:cubicBezTo>
                    <a:pt x="61" y="189"/>
                    <a:pt x="62" y="132"/>
                    <a:pt x="105" y="110"/>
                  </a:cubicBezTo>
                  <a:cubicBezTo>
                    <a:pt x="118" y="104"/>
                    <a:pt x="132" y="100"/>
                    <a:pt x="145" y="100"/>
                  </a:cubicBezTo>
                  <a:cubicBezTo>
                    <a:pt x="167" y="100"/>
                    <a:pt x="185" y="111"/>
                    <a:pt x="195" y="120"/>
                  </a:cubicBezTo>
                  <a:cubicBezTo>
                    <a:pt x="198" y="119"/>
                    <a:pt x="202" y="118"/>
                    <a:pt x="208" y="115"/>
                  </a:cubicBezTo>
                  <a:cubicBezTo>
                    <a:pt x="209" y="114"/>
                    <a:pt x="211" y="114"/>
                    <a:pt x="212" y="113"/>
                  </a:cubicBezTo>
                  <a:cubicBezTo>
                    <a:pt x="203" y="103"/>
                    <a:pt x="188" y="88"/>
                    <a:pt x="169" y="79"/>
                  </a:cubicBezTo>
                  <a:cubicBezTo>
                    <a:pt x="168" y="78"/>
                    <a:pt x="168" y="78"/>
                    <a:pt x="167" y="78"/>
                  </a:cubicBezTo>
                  <a:cubicBezTo>
                    <a:pt x="162" y="75"/>
                    <a:pt x="159" y="71"/>
                    <a:pt x="157" y="68"/>
                  </a:cubicBezTo>
                  <a:cubicBezTo>
                    <a:pt x="154" y="70"/>
                    <a:pt x="150" y="71"/>
                    <a:pt x="146" y="71"/>
                  </a:cubicBezTo>
                  <a:cubicBezTo>
                    <a:pt x="146" y="71"/>
                    <a:pt x="145" y="71"/>
                    <a:pt x="145" y="71"/>
                  </a:cubicBezTo>
                  <a:cubicBezTo>
                    <a:pt x="144" y="71"/>
                    <a:pt x="144" y="71"/>
                    <a:pt x="144" y="71"/>
                  </a:cubicBezTo>
                  <a:cubicBezTo>
                    <a:pt x="142" y="70"/>
                    <a:pt x="137" y="70"/>
                    <a:pt x="133" y="70"/>
                  </a:cubicBezTo>
                  <a:cubicBezTo>
                    <a:pt x="133" y="70"/>
                    <a:pt x="132" y="70"/>
                    <a:pt x="132" y="70"/>
                  </a:cubicBezTo>
                  <a:cubicBezTo>
                    <a:pt x="127" y="69"/>
                    <a:pt x="123" y="67"/>
                    <a:pt x="119" y="64"/>
                  </a:cubicBezTo>
                  <a:cubicBezTo>
                    <a:pt x="116" y="68"/>
                    <a:pt x="112" y="72"/>
                    <a:pt x="105" y="74"/>
                  </a:cubicBezTo>
                  <a:cubicBezTo>
                    <a:pt x="105" y="75"/>
                    <a:pt x="105" y="75"/>
                    <a:pt x="105" y="75"/>
                  </a:cubicBezTo>
                  <a:cubicBezTo>
                    <a:pt x="101" y="76"/>
                    <a:pt x="98" y="77"/>
                    <a:pt x="96" y="78"/>
                  </a:cubicBezTo>
                  <a:cubicBezTo>
                    <a:pt x="95" y="79"/>
                    <a:pt x="95" y="79"/>
                    <a:pt x="94" y="79"/>
                  </a:cubicBezTo>
                  <a:cubicBezTo>
                    <a:pt x="92" y="80"/>
                    <a:pt x="88" y="82"/>
                    <a:pt x="83" y="82"/>
                  </a:cubicBezTo>
                  <a:cubicBezTo>
                    <a:pt x="82" y="82"/>
                    <a:pt x="80" y="81"/>
                    <a:pt x="79" y="81"/>
                  </a:cubicBezTo>
                  <a:cubicBezTo>
                    <a:pt x="79" y="86"/>
                    <a:pt x="77" y="90"/>
                    <a:pt x="74" y="94"/>
                  </a:cubicBezTo>
                  <a:cubicBezTo>
                    <a:pt x="71" y="99"/>
                    <a:pt x="57" y="123"/>
                    <a:pt x="52" y="138"/>
                  </a:cubicBezTo>
                  <a:cubicBezTo>
                    <a:pt x="41" y="169"/>
                    <a:pt x="38" y="203"/>
                    <a:pt x="38" y="2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6" name="Freeform 23"/>
            <p:cNvSpPr>
              <a:spLocks/>
            </p:cNvSpPr>
            <p:nvPr/>
          </p:nvSpPr>
          <p:spPr bwMode="auto">
            <a:xfrm>
              <a:off x="1751" y="910"/>
              <a:ext cx="375" cy="406"/>
            </a:xfrm>
            <a:custGeom>
              <a:avLst/>
              <a:gdLst>
                <a:gd name="T0" fmla="*/ 56 w 158"/>
                <a:gd name="T1" fmla="*/ 46 h 171"/>
                <a:gd name="T2" fmla="*/ 41 w 158"/>
                <a:gd name="T3" fmla="*/ 170 h 171"/>
                <a:gd name="T4" fmla="*/ 56 w 158"/>
                <a:gd name="T5" fmla="*/ 171 h 171"/>
                <a:gd name="T6" fmla="*/ 83 w 158"/>
                <a:gd name="T7" fmla="*/ 57 h 171"/>
                <a:gd name="T8" fmla="*/ 158 w 158"/>
                <a:gd name="T9" fmla="*/ 68 h 171"/>
                <a:gd name="T10" fmla="*/ 56 w 158"/>
                <a:gd name="T11" fmla="*/ 46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8" h="171">
                  <a:moveTo>
                    <a:pt x="56" y="46"/>
                  </a:moveTo>
                  <a:cubicBezTo>
                    <a:pt x="0" y="92"/>
                    <a:pt x="41" y="170"/>
                    <a:pt x="41" y="170"/>
                  </a:cubicBezTo>
                  <a:cubicBezTo>
                    <a:pt x="47" y="169"/>
                    <a:pt x="53" y="170"/>
                    <a:pt x="56" y="171"/>
                  </a:cubicBezTo>
                  <a:cubicBezTo>
                    <a:pt x="56" y="171"/>
                    <a:pt x="35" y="80"/>
                    <a:pt x="83" y="57"/>
                  </a:cubicBezTo>
                  <a:cubicBezTo>
                    <a:pt x="130" y="33"/>
                    <a:pt x="158" y="68"/>
                    <a:pt x="158" y="68"/>
                  </a:cubicBezTo>
                  <a:cubicBezTo>
                    <a:pt x="158" y="68"/>
                    <a:pt x="112" y="0"/>
                    <a:pt x="56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7" name="Freeform 24"/>
            <p:cNvSpPr>
              <a:spLocks/>
            </p:cNvSpPr>
            <p:nvPr/>
          </p:nvSpPr>
          <p:spPr bwMode="auto">
            <a:xfrm>
              <a:off x="1729" y="939"/>
              <a:ext cx="445" cy="419"/>
            </a:xfrm>
            <a:custGeom>
              <a:avLst/>
              <a:gdLst>
                <a:gd name="T0" fmla="*/ 65 w 187"/>
                <a:gd name="T1" fmla="*/ 177 h 177"/>
                <a:gd name="T2" fmla="*/ 60 w 187"/>
                <a:gd name="T3" fmla="*/ 176 h 177"/>
                <a:gd name="T4" fmla="*/ 53 w 187"/>
                <a:gd name="T5" fmla="*/ 175 h 177"/>
                <a:gd name="T6" fmla="*/ 51 w 187"/>
                <a:gd name="T7" fmla="*/ 176 h 177"/>
                <a:gd name="T8" fmla="*/ 34 w 187"/>
                <a:gd name="T9" fmla="*/ 166 h 177"/>
                <a:gd name="T10" fmla="*/ 54 w 187"/>
                <a:gd name="T11" fmla="*/ 20 h 177"/>
                <a:gd name="T12" fmla="*/ 105 w 187"/>
                <a:gd name="T13" fmla="*/ 0 h 177"/>
                <a:gd name="T14" fmla="*/ 182 w 187"/>
                <a:gd name="T15" fmla="*/ 46 h 177"/>
                <a:gd name="T16" fmla="*/ 177 w 187"/>
                <a:gd name="T17" fmla="*/ 71 h 177"/>
                <a:gd name="T18" fmla="*/ 152 w 187"/>
                <a:gd name="T19" fmla="*/ 67 h 177"/>
                <a:gd name="T20" fmla="*/ 124 w 187"/>
                <a:gd name="T21" fmla="*/ 54 h 177"/>
                <a:gd name="T22" fmla="*/ 100 w 187"/>
                <a:gd name="T23" fmla="*/ 61 h 177"/>
                <a:gd name="T24" fmla="*/ 83 w 187"/>
                <a:gd name="T25" fmla="*/ 155 h 177"/>
                <a:gd name="T26" fmla="*/ 78 w 187"/>
                <a:gd name="T27" fmla="*/ 172 h 177"/>
                <a:gd name="T28" fmla="*/ 65 w 187"/>
                <a:gd name="T29" fmla="*/ 177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177">
                  <a:moveTo>
                    <a:pt x="65" y="177"/>
                  </a:moveTo>
                  <a:cubicBezTo>
                    <a:pt x="64" y="177"/>
                    <a:pt x="62" y="177"/>
                    <a:pt x="60" y="176"/>
                  </a:cubicBezTo>
                  <a:cubicBezTo>
                    <a:pt x="59" y="176"/>
                    <a:pt x="57" y="175"/>
                    <a:pt x="53" y="175"/>
                  </a:cubicBezTo>
                  <a:cubicBezTo>
                    <a:pt x="52" y="175"/>
                    <a:pt x="52" y="175"/>
                    <a:pt x="51" y="176"/>
                  </a:cubicBezTo>
                  <a:cubicBezTo>
                    <a:pt x="44" y="176"/>
                    <a:pt x="37" y="172"/>
                    <a:pt x="34" y="166"/>
                  </a:cubicBezTo>
                  <a:cubicBezTo>
                    <a:pt x="17" y="135"/>
                    <a:pt x="0" y="64"/>
                    <a:pt x="54" y="20"/>
                  </a:cubicBezTo>
                  <a:cubicBezTo>
                    <a:pt x="70" y="7"/>
                    <a:pt x="87" y="0"/>
                    <a:pt x="105" y="0"/>
                  </a:cubicBezTo>
                  <a:cubicBezTo>
                    <a:pt x="150" y="0"/>
                    <a:pt x="180" y="44"/>
                    <a:pt x="182" y="46"/>
                  </a:cubicBezTo>
                  <a:cubicBezTo>
                    <a:pt x="187" y="54"/>
                    <a:pt x="185" y="65"/>
                    <a:pt x="177" y="71"/>
                  </a:cubicBezTo>
                  <a:cubicBezTo>
                    <a:pt x="169" y="76"/>
                    <a:pt x="158" y="75"/>
                    <a:pt x="152" y="67"/>
                  </a:cubicBezTo>
                  <a:cubicBezTo>
                    <a:pt x="152" y="67"/>
                    <a:pt x="142" y="54"/>
                    <a:pt x="124" y="54"/>
                  </a:cubicBezTo>
                  <a:cubicBezTo>
                    <a:pt x="116" y="54"/>
                    <a:pt x="108" y="57"/>
                    <a:pt x="100" y="61"/>
                  </a:cubicBezTo>
                  <a:cubicBezTo>
                    <a:pt x="71" y="75"/>
                    <a:pt x="78" y="135"/>
                    <a:pt x="83" y="155"/>
                  </a:cubicBezTo>
                  <a:cubicBezTo>
                    <a:pt x="84" y="161"/>
                    <a:pt x="82" y="168"/>
                    <a:pt x="78" y="172"/>
                  </a:cubicBezTo>
                  <a:cubicBezTo>
                    <a:pt x="74" y="175"/>
                    <a:pt x="70" y="177"/>
                    <a:pt x="65" y="1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8" name="Freeform 25"/>
            <p:cNvSpPr>
              <a:spLocks/>
            </p:cNvSpPr>
            <p:nvPr/>
          </p:nvSpPr>
          <p:spPr bwMode="auto">
            <a:xfrm>
              <a:off x="2148" y="1287"/>
              <a:ext cx="230" cy="223"/>
            </a:xfrm>
            <a:custGeom>
              <a:avLst/>
              <a:gdLst>
                <a:gd name="T0" fmla="*/ 0 w 97"/>
                <a:gd name="T1" fmla="*/ 42 h 94"/>
                <a:gd name="T2" fmla="*/ 19 w 97"/>
                <a:gd name="T3" fmla="*/ 63 h 94"/>
                <a:gd name="T4" fmla="*/ 77 w 97"/>
                <a:gd name="T5" fmla="*/ 94 h 94"/>
                <a:gd name="T6" fmla="*/ 42 w 97"/>
                <a:gd name="T7" fmla="*/ 24 h 94"/>
                <a:gd name="T8" fmla="*/ 5 w 97"/>
                <a:gd name="T9" fmla="*/ 8 h 94"/>
                <a:gd name="T10" fmla="*/ 0 w 97"/>
                <a:gd name="T11" fmla="*/ 42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" h="94">
                  <a:moveTo>
                    <a:pt x="0" y="42"/>
                  </a:moveTo>
                  <a:cubicBezTo>
                    <a:pt x="13" y="47"/>
                    <a:pt x="19" y="63"/>
                    <a:pt x="19" y="63"/>
                  </a:cubicBezTo>
                  <a:cubicBezTo>
                    <a:pt x="19" y="63"/>
                    <a:pt x="54" y="70"/>
                    <a:pt x="77" y="94"/>
                  </a:cubicBezTo>
                  <a:cubicBezTo>
                    <a:pt x="77" y="94"/>
                    <a:pt x="97" y="46"/>
                    <a:pt x="42" y="24"/>
                  </a:cubicBezTo>
                  <a:cubicBezTo>
                    <a:pt x="42" y="24"/>
                    <a:pt x="36" y="0"/>
                    <a:pt x="5" y="8"/>
                  </a:cubicBezTo>
                  <a:cubicBezTo>
                    <a:pt x="5" y="8"/>
                    <a:pt x="3" y="37"/>
                    <a:pt x="0" y="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9" name="Freeform 26"/>
            <p:cNvSpPr>
              <a:spLocks noEditPoints="1"/>
            </p:cNvSpPr>
            <p:nvPr/>
          </p:nvSpPr>
          <p:spPr bwMode="auto">
            <a:xfrm>
              <a:off x="2125" y="1251"/>
              <a:ext cx="290" cy="294"/>
            </a:xfrm>
            <a:custGeom>
              <a:avLst/>
              <a:gdLst>
                <a:gd name="T0" fmla="*/ 95 w 122"/>
                <a:gd name="T1" fmla="*/ 124 h 124"/>
                <a:gd name="T2" fmla="*/ 82 w 122"/>
                <a:gd name="T3" fmla="*/ 118 h 124"/>
                <a:gd name="T4" fmla="*/ 34 w 122"/>
                <a:gd name="T5" fmla="*/ 93 h 124"/>
                <a:gd name="T6" fmla="*/ 20 w 122"/>
                <a:gd name="T7" fmla="*/ 81 h 124"/>
                <a:gd name="T8" fmla="*/ 11 w 122"/>
                <a:gd name="T9" fmla="*/ 70 h 124"/>
                <a:gd name="T10" fmla="*/ 1 w 122"/>
                <a:gd name="T11" fmla="*/ 59 h 124"/>
                <a:gd name="T12" fmla="*/ 2 w 122"/>
                <a:gd name="T13" fmla="*/ 47 h 124"/>
                <a:gd name="T14" fmla="*/ 5 w 122"/>
                <a:gd name="T15" fmla="*/ 19 h 124"/>
                <a:gd name="T16" fmla="*/ 18 w 122"/>
                <a:gd name="T17" fmla="*/ 2 h 124"/>
                <a:gd name="T18" fmla="*/ 35 w 122"/>
                <a:gd name="T19" fmla="*/ 0 h 124"/>
                <a:gd name="T20" fmla="*/ 73 w 122"/>
                <a:gd name="T21" fmla="*/ 22 h 124"/>
                <a:gd name="T22" fmla="*/ 111 w 122"/>
                <a:gd name="T23" fmla="*/ 60 h 124"/>
                <a:gd name="T24" fmla="*/ 111 w 122"/>
                <a:gd name="T25" fmla="*/ 113 h 124"/>
                <a:gd name="T26" fmla="*/ 98 w 122"/>
                <a:gd name="T27" fmla="*/ 124 h 124"/>
                <a:gd name="T28" fmla="*/ 95 w 122"/>
                <a:gd name="T29" fmla="*/ 124 h 124"/>
                <a:gd name="T30" fmla="*/ 50 w 122"/>
                <a:gd name="T31" fmla="*/ 60 h 124"/>
                <a:gd name="T32" fmla="*/ 77 w 122"/>
                <a:gd name="T33" fmla="*/ 70 h 124"/>
                <a:gd name="T34" fmla="*/ 53 w 122"/>
                <a:gd name="T35" fmla="*/ 53 h 124"/>
                <a:gd name="T36" fmla="*/ 43 w 122"/>
                <a:gd name="T37" fmla="*/ 41 h 124"/>
                <a:gd name="T38" fmla="*/ 39 w 122"/>
                <a:gd name="T39" fmla="*/ 37 h 124"/>
                <a:gd name="T40" fmla="*/ 39 w 122"/>
                <a:gd name="T41" fmla="*/ 46 h 124"/>
                <a:gd name="T42" fmla="*/ 50 w 122"/>
                <a:gd name="T43" fmla="*/ 6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2" h="124">
                  <a:moveTo>
                    <a:pt x="95" y="124"/>
                  </a:moveTo>
                  <a:cubicBezTo>
                    <a:pt x="90" y="124"/>
                    <a:pt x="85" y="122"/>
                    <a:pt x="82" y="118"/>
                  </a:cubicBezTo>
                  <a:cubicBezTo>
                    <a:pt x="64" y="99"/>
                    <a:pt x="34" y="93"/>
                    <a:pt x="34" y="93"/>
                  </a:cubicBezTo>
                  <a:cubicBezTo>
                    <a:pt x="28" y="92"/>
                    <a:pt x="22" y="87"/>
                    <a:pt x="20" y="81"/>
                  </a:cubicBezTo>
                  <a:cubicBezTo>
                    <a:pt x="19" y="78"/>
                    <a:pt x="15" y="72"/>
                    <a:pt x="11" y="70"/>
                  </a:cubicBezTo>
                  <a:cubicBezTo>
                    <a:pt x="7" y="68"/>
                    <a:pt x="3" y="64"/>
                    <a:pt x="1" y="59"/>
                  </a:cubicBezTo>
                  <a:cubicBezTo>
                    <a:pt x="0" y="55"/>
                    <a:pt x="0" y="51"/>
                    <a:pt x="2" y="47"/>
                  </a:cubicBezTo>
                  <a:cubicBezTo>
                    <a:pt x="3" y="43"/>
                    <a:pt x="4" y="30"/>
                    <a:pt x="5" y="19"/>
                  </a:cubicBezTo>
                  <a:cubicBezTo>
                    <a:pt x="5" y="11"/>
                    <a:pt x="10" y="4"/>
                    <a:pt x="18" y="2"/>
                  </a:cubicBezTo>
                  <a:cubicBezTo>
                    <a:pt x="24" y="1"/>
                    <a:pt x="29" y="0"/>
                    <a:pt x="35" y="0"/>
                  </a:cubicBezTo>
                  <a:cubicBezTo>
                    <a:pt x="55" y="0"/>
                    <a:pt x="68" y="12"/>
                    <a:pt x="73" y="22"/>
                  </a:cubicBezTo>
                  <a:cubicBezTo>
                    <a:pt x="92" y="31"/>
                    <a:pt x="105" y="44"/>
                    <a:pt x="111" y="60"/>
                  </a:cubicBezTo>
                  <a:cubicBezTo>
                    <a:pt x="122" y="86"/>
                    <a:pt x="113" y="110"/>
                    <a:pt x="111" y="113"/>
                  </a:cubicBezTo>
                  <a:cubicBezTo>
                    <a:pt x="109" y="119"/>
                    <a:pt x="104" y="123"/>
                    <a:pt x="98" y="124"/>
                  </a:cubicBezTo>
                  <a:cubicBezTo>
                    <a:pt x="97" y="124"/>
                    <a:pt x="96" y="124"/>
                    <a:pt x="95" y="124"/>
                  </a:cubicBezTo>
                  <a:close/>
                  <a:moveTo>
                    <a:pt x="50" y="60"/>
                  </a:moveTo>
                  <a:cubicBezTo>
                    <a:pt x="56" y="62"/>
                    <a:pt x="66" y="65"/>
                    <a:pt x="77" y="70"/>
                  </a:cubicBezTo>
                  <a:cubicBezTo>
                    <a:pt x="73" y="64"/>
                    <a:pt x="66" y="58"/>
                    <a:pt x="53" y="53"/>
                  </a:cubicBezTo>
                  <a:cubicBezTo>
                    <a:pt x="48" y="50"/>
                    <a:pt x="44" y="47"/>
                    <a:pt x="43" y="41"/>
                  </a:cubicBezTo>
                  <a:cubicBezTo>
                    <a:pt x="42" y="39"/>
                    <a:pt x="41" y="38"/>
                    <a:pt x="39" y="37"/>
                  </a:cubicBezTo>
                  <a:cubicBezTo>
                    <a:pt x="39" y="40"/>
                    <a:pt x="39" y="43"/>
                    <a:pt x="39" y="46"/>
                  </a:cubicBezTo>
                  <a:cubicBezTo>
                    <a:pt x="43" y="50"/>
                    <a:pt x="47" y="55"/>
                    <a:pt x="50" y="6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0" name="Freeform 27"/>
            <p:cNvSpPr>
              <a:spLocks/>
            </p:cNvSpPr>
            <p:nvPr/>
          </p:nvSpPr>
          <p:spPr bwMode="auto">
            <a:xfrm>
              <a:off x="1539" y="1003"/>
              <a:ext cx="169" cy="313"/>
            </a:xfrm>
            <a:custGeom>
              <a:avLst/>
              <a:gdLst>
                <a:gd name="T0" fmla="*/ 71 w 71"/>
                <a:gd name="T1" fmla="*/ 16 h 132"/>
                <a:gd name="T2" fmla="*/ 71 w 71"/>
                <a:gd name="T3" fmla="*/ 123 h 132"/>
                <a:gd name="T4" fmla="*/ 0 w 71"/>
                <a:gd name="T5" fmla="*/ 132 h 132"/>
                <a:gd name="T6" fmla="*/ 0 w 71"/>
                <a:gd name="T7" fmla="*/ 17 h 132"/>
                <a:gd name="T8" fmla="*/ 71 w 71"/>
                <a:gd name="T9" fmla="*/ 16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132">
                  <a:moveTo>
                    <a:pt x="71" y="16"/>
                  </a:moveTo>
                  <a:cubicBezTo>
                    <a:pt x="71" y="123"/>
                    <a:pt x="71" y="123"/>
                    <a:pt x="71" y="123"/>
                  </a:cubicBezTo>
                  <a:cubicBezTo>
                    <a:pt x="71" y="123"/>
                    <a:pt x="23" y="103"/>
                    <a:pt x="0" y="132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7"/>
                    <a:pt x="24" y="0"/>
                    <a:pt x="71" y="1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1" name="Freeform 30"/>
            <p:cNvSpPr>
              <a:spLocks/>
            </p:cNvSpPr>
            <p:nvPr/>
          </p:nvSpPr>
          <p:spPr bwMode="auto">
            <a:xfrm>
              <a:off x="1437" y="1235"/>
              <a:ext cx="1044" cy="1036"/>
            </a:xfrm>
            <a:custGeom>
              <a:avLst/>
              <a:gdLst>
                <a:gd name="T0" fmla="*/ 216 w 368"/>
                <a:gd name="T1" fmla="*/ 54 h 345"/>
                <a:gd name="T2" fmla="*/ 196 w 368"/>
                <a:gd name="T3" fmla="*/ 30 h 345"/>
                <a:gd name="T4" fmla="*/ 110 w 368"/>
                <a:gd name="T5" fmla="*/ 12 h 345"/>
                <a:gd name="T6" fmla="*/ 112 w 368"/>
                <a:gd name="T7" fmla="*/ 23 h 345"/>
                <a:gd name="T8" fmla="*/ 98 w 368"/>
                <a:gd name="T9" fmla="*/ 46 h 345"/>
                <a:gd name="T10" fmla="*/ 16 w 368"/>
                <a:gd name="T11" fmla="*/ 138 h 345"/>
                <a:gd name="T12" fmla="*/ 136 w 368"/>
                <a:gd name="T13" fmla="*/ 218 h 345"/>
                <a:gd name="T14" fmla="*/ 328 w 368"/>
                <a:gd name="T15" fmla="*/ 345 h 345"/>
                <a:gd name="T16" fmla="*/ 216 w 368"/>
                <a:gd name="T17" fmla="*/ 54 h 345"/>
                <a:gd name="connsiteX0" fmla="*/ 5463 w 8924"/>
                <a:gd name="connsiteY0" fmla="*/ 1344 h 9779"/>
                <a:gd name="connsiteX1" fmla="*/ 4919 w 8924"/>
                <a:gd name="connsiteY1" fmla="*/ 649 h 9779"/>
                <a:gd name="connsiteX2" fmla="*/ 2582 w 8924"/>
                <a:gd name="connsiteY2" fmla="*/ 127 h 9779"/>
                <a:gd name="connsiteX3" fmla="*/ 2636 w 8924"/>
                <a:gd name="connsiteY3" fmla="*/ 446 h 9779"/>
                <a:gd name="connsiteX4" fmla="*/ 1783 w 8924"/>
                <a:gd name="connsiteY4" fmla="*/ 943 h 9779"/>
                <a:gd name="connsiteX5" fmla="*/ 28 w 8924"/>
                <a:gd name="connsiteY5" fmla="*/ 3779 h 9779"/>
                <a:gd name="connsiteX6" fmla="*/ 3289 w 8924"/>
                <a:gd name="connsiteY6" fmla="*/ 6098 h 9779"/>
                <a:gd name="connsiteX7" fmla="*/ 8506 w 8924"/>
                <a:gd name="connsiteY7" fmla="*/ 9779 h 9779"/>
                <a:gd name="connsiteX8" fmla="*/ 5463 w 8924"/>
                <a:gd name="connsiteY8" fmla="*/ 1344 h 9779"/>
                <a:gd name="connsiteX0" fmla="*/ 6354 w 10233"/>
                <a:gd name="connsiteY0" fmla="*/ 1374 h 10000"/>
                <a:gd name="connsiteX1" fmla="*/ 5744 w 10233"/>
                <a:gd name="connsiteY1" fmla="*/ 664 h 10000"/>
                <a:gd name="connsiteX2" fmla="*/ 3125 w 10233"/>
                <a:gd name="connsiteY2" fmla="*/ 130 h 10000"/>
                <a:gd name="connsiteX3" fmla="*/ 3186 w 10233"/>
                <a:gd name="connsiteY3" fmla="*/ 456 h 10000"/>
                <a:gd name="connsiteX4" fmla="*/ 2230 w 10233"/>
                <a:gd name="connsiteY4" fmla="*/ 964 h 10000"/>
                <a:gd name="connsiteX5" fmla="*/ 27 w 10233"/>
                <a:gd name="connsiteY5" fmla="*/ 3692 h 10000"/>
                <a:gd name="connsiteX6" fmla="*/ 3918 w 10233"/>
                <a:gd name="connsiteY6" fmla="*/ 6236 h 10000"/>
                <a:gd name="connsiteX7" fmla="*/ 9764 w 10233"/>
                <a:gd name="connsiteY7" fmla="*/ 10000 h 10000"/>
                <a:gd name="connsiteX8" fmla="*/ 6354 w 10233"/>
                <a:gd name="connsiteY8" fmla="*/ 1374 h 10000"/>
                <a:gd name="connsiteX0" fmla="*/ 6529 w 10408"/>
                <a:gd name="connsiteY0" fmla="*/ 1374 h 10000"/>
                <a:gd name="connsiteX1" fmla="*/ 5919 w 10408"/>
                <a:gd name="connsiteY1" fmla="*/ 664 h 10000"/>
                <a:gd name="connsiteX2" fmla="*/ 3300 w 10408"/>
                <a:gd name="connsiteY2" fmla="*/ 130 h 10000"/>
                <a:gd name="connsiteX3" fmla="*/ 3361 w 10408"/>
                <a:gd name="connsiteY3" fmla="*/ 456 h 10000"/>
                <a:gd name="connsiteX4" fmla="*/ 2405 w 10408"/>
                <a:gd name="connsiteY4" fmla="*/ 964 h 10000"/>
                <a:gd name="connsiteX5" fmla="*/ 25 w 10408"/>
                <a:gd name="connsiteY5" fmla="*/ 4037 h 10000"/>
                <a:gd name="connsiteX6" fmla="*/ 4093 w 10408"/>
                <a:gd name="connsiteY6" fmla="*/ 6236 h 10000"/>
                <a:gd name="connsiteX7" fmla="*/ 9939 w 10408"/>
                <a:gd name="connsiteY7" fmla="*/ 10000 h 10000"/>
                <a:gd name="connsiteX8" fmla="*/ 6529 w 10408"/>
                <a:gd name="connsiteY8" fmla="*/ 1374 h 10000"/>
                <a:gd name="connsiteX0" fmla="*/ 6527 w 10406"/>
                <a:gd name="connsiteY0" fmla="*/ 1374 h 10000"/>
                <a:gd name="connsiteX1" fmla="*/ 5917 w 10406"/>
                <a:gd name="connsiteY1" fmla="*/ 664 h 10000"/>
                <a:gd name="connsiteX2" fmla="*/ 3298 w 10406"/>
                <a:gd name="connsiteY2" fmla="*/ 130 h 10000"/>
                <a:gd name="connsiteX3" fmla="*/ 3359 w 10406"/>
                <a:gd name="connsiteY3" fmla="*/ 456 h 10000"/>
                <a:gd name="connsiteX4" fmla="*/ 2403 w 10406"/>
                <a:gd name="connsiteY4" fmla="*/ 964 h 10000"/>
                <a:gd name="connsiteX5" fmla="*/ 23 w 10406"/>
                <a:gd name="connsiteY5" fmla="*/ 4037 h 10000"/>
                <a:gd name="connsiteX6" fmla="*/ 3973 w 10406"/>
                <a:gd name="connsiteY6" fmla="*/ 6868 h 10000"/>
                <a:gd name="connsiteX7" fmla="*/ 9937 w 10406"/>
                <a:gd name="connsiteY7" fmla="*/ 10000 h 10000"/>
                <a:gd name="connsiteX8" fmla="*/ 6527 w 10406"/>
                <a:gd name="connsiteY8" fmla="*/ 1374 h 10000"/>
                <a:gd name="connsiteX0" fmla="*/ 6527 w 10197"/>
                <a:gd name="connsiteY0" fmla="*/ 1374 h 10517"/>
                <a:gd name="connsiteX1" fmla="*/ 5917 w 10197"/>
                <a:gd name="connsiteY1" fmla="*/ 664 h 10517"/>
                <a:gd name="connsiteX2" fmla="*/ 3298 w 10197"/>
                <a:gd name="connsiteY2" fmla="*/ 130 h 10517"/>
                <a:gd name="connsiteX3" fmla="*/ 3359 w 10197"/>
                <a:gd name="connsiteY3" fmla="*/ 456 h 10517"/>
                <a:gd name="connsiteX4" fmla="*/ 2403 w 10197"/>
                <a:gd name="connsiteY4" fmla="*/ 964 h 10517"/>
                <a:gd name="connsiteX5" fmla="*/ 23 w 10197"/>
                <a:gd name="connsiteY5" fmla="*/ 4037 h 10517"/>
                <a:gd name="connsiteX6" fmla="*/ 3973 w 10197"/>
                <a:gd name="connsiteY6" fmla="*/ 6868 h 10517"/>
                <a:gd name="connsiteX7" fmla="*/ 9642 w 10197"/>
                <a:gd name="connsiteY7" fmla="*/ 10517 h 10517"/>
                <a:gd name="connsiteX8" fmla="*/ 6527 w 10197"/>
                <a:gd name="connsiteY8" fmla="*/ 1374 h 10517"/>
                <a:gd name="connsiteX0" fmla="*/ 6552 w 10222"/>
                <a:gd name="connsiteY0" fmla="*/ 1374 h 10517"/>
                <a:gd name="connsiteX1" fmla="*/ 5942 w 10222"/>
                <a:gd name="connsiteY1" fmla="*/ 664 h 10517"/>
                <a:gd name="connsiteX2" fmla="*/ 3323 w 10222"/>
                <a:gd name="connsiteY2" fmla="*/ 130 h 10517"/>
                <a:gd name="connsiteX3" fmla="*/ 3384 w 10222"/>
                <a:gd name="connsiteY3" fmla="*/ 456 h 10517"/>
                <a:gd name="connsiteX4" fmla="*/ 1898 w 10222"/>
                <a:gd name="connsiteY4" fmla="*/ 1079 h 10517"/>
                <a:gd name="connsiteX5" fmla="*/ 48 w 10222"/>
                <a:gd name="connsiteY5" fmla="*/ 4037 h 10517"/>
                <a:gd name="connsiteX6" fmla="*/ 3998 w 10222"/>
                <a:gd name="connsiteY6" fmla="*/ 6868 h 10517"/>
                <a:gd name="connsiteX7" fmla="*/ 9667 w 10222"/>
                <a:gd name="connsiteY7" fmla="*/ 10517 h 10517"/>
                <a:gd name="connsiteX8" fmla="*/ 6552 w 10222"/>
                <a:gd name="connsiteY8" fmla="*/ 1374 h 10517"/>
                <a:gd name="connsiteX0" fmla="*/ 6548 w 10218"/>
                <a:gd name="connsiteY0" fmla="*/ 1374 h 10517"/>
                <a:gd name="connsiteX1" fmla="*/ 5938 w 10218"/>
                <a:gd name="connsiteY1" fmla="*/ 664 h 10517"/>
                <a:gd name="connsiteX2" fmla="*/ 3319 w 10218"/>
                <a:gd name="connsiteY2" fmla="*/ 130 h 10517"/>
                <a:gd name="connsiteX3" fmla="*/ 3380 w 10218"/>
                <a:gd name="connsiteY3" fmla="*/ 456 h 10517"/>
                <a:gd name="connsiteX4" fmla="*/ 1894 w 10218"/>
                <a:gd name="connsiteY4" fmla="*/ 1079 h 10517"/>
                <a:gd name="connsiteX5" fmla="*/ 44 w 10218"/>
                <a:gd name="connsiteY5" fmla="*/ 4037 h 10517"/>
                <a:gd name="connsiteX6" fmla="*/ 3857 w 10218"/>
                <a:gd name="connsiteY6" fmla="*/ 7806 h 10517"/>
                <a:gd name="connsiteX7" fmla="*/ 9663 w 10218"/>
                <a:gd name="connsiteY7" fmla="*/ 10517 h 10517"/>
                <a:gd name="connsiteX8" fmla="*/ 6548 w 10218"/>
                <a:gd name="connsiteY8" fmla="*/ 1374 h 10517"/>
                <a:gd name="connsiteX0" fmla="*/ 7873 w 11543"/>
                <a:gd name="connsiteY0" fmla="*/ 2523 h 11666"/>
                <a:gd name="connsiteX1" fmla="*/ 7263 w 11543"/>
                <a:gd name="connsiteY1" fmla="*/ 1813 h 11666"/>
                <a:gd name="connsiteX2" fmla="*/ 4644 w 11543"/>
                <a:gd name="connsiteY2" fmla="*/ 1279 h 11666"/>
                <a:gd name="connsiteX3" fmla="*/ 4705 w 11543"/>
                <a:gd name="connsiteY3" fmla="*/ 1605 h 11666"/>
                <a:gd name="connsiteX4" fmla="*/ 169 w 11543"/>
                <a:gd name="connsiteY4" fmla="*/ 116 h 11666"/>
                <a:gd name="connsiteX5" fmla="*/ 1369 w 11543"/>
                <a:gd name="connsiteY5" fmla="*/ 5186 h 11666"/>
                <a:gd name="connsiteX6" fmla="*/ 5182 w 11543"/>
                <a:gd name="connsiteY6" fmla="*/ 8955 h 11666"/>
                <a:gd name="connsiteX7" fmla="*/ 10988 w 11543"/>
                <a:gd name="connsiteY7" fmla="*/ 11666 h 11666"/>
                <a:gd name="connsiteX8" fmla="*/ 7873 w 11543"/>
                <a:gd name="connsiteY8" fmla="*/ 2523 h 11666"/>
                <a:gd name="connsiteX0" fmla="*/ 9685 w 13355"/>
                <a:gd name="connsiteY0" fmla="*/ 2510 h 11653"/>
                <a:gd name="connsiteX1" fmla="*/ 9075 w 13355"/>
                <a:gd name="connsiteY1" fmla="*/ 1800 h 11653"/>
                <a:gd name="connsiteX2" fmla="*/ 6456 w 13355"/>
                <a:gd name="connsiteY2" fmla="*/ 1266 h 11653"/>
                <a:gd name="connsiteX3" fmla="*/ 6517 w 13355"/>
                <a:gd name="connsiteY3" fmla="*/ 1592 h 11653"/>
                <a:gd name="connsiteX4" fmla="*/ 1981 w 13355"/>
                <a:gd name="connsiteY4" fmla="*/ 103 h 11653"/>
                <a:gd name="connsiteX5" fmla="*/ 240 w 13355"/>
                <a:gd name="connsiteY5" fmla="*/ 4902 h 11653"/>
                <a:gd name="connsiteX6" fmla="*/ 6994 w 13355"/>
                <a:gd name="connsiteY6" fmla="*/ 8942 h 11653"/>
                <a:gd name="connsiteX7" fmla="*/ 12800 w 13355"/>
                <a:gd name="connsiteY7" fmla="*/ 11653 h 11653"/>
                <a:gd name="connsiteX8" fmla="*/ 9685 w 13355"/>
                <a:gd name="connsiteY8" fmla="*/ 2510 h 11653"/>
                <a:gd name="connsiteX0" fmla="*/ 9583 w 13253"/>
                <a:gd name="connsiteY0" fmla="*/ 2510 h 11653"/>
                <a:gd name="connsiteX1" fmla="*/ 8973 w 13253"/>
                <a:gd name="connsiteY1" fmla="*/ 1800 h 11653"/>
                <a:gd name="connsiteX2" fmla="*/ 6354 w 13253"/>
                <a:gd name="connsiteY2" fmla="*/ 1266 h 11653"/>
                <a:gd name="connsiteX3" fmla="*/ 6415 w 13253"/>
                <a:gd name="connsiteY3" fmla="*/ 1592 h 11653"/>
                <a:gd name="connsiteX4" fmla="*/ 1879 w 13253"/>
                <a:gd name="connsiteY4" fmla="*/ 103 h 11653"/>
                <a:gd name="connsiteX5" fmla="*/ 138 w 13253"/>
                <a:gd name="connsiteY5" fmla="*/ 4902 h 11653"/>
                <a:gd name="connsiteX6" fmla="*/ 5227 w 13253"/>
                <a:gd name="connsiteY6" fmla="*/ 10729 h 11653"/>
                <a:gd name="connsiteX7" fmla="*/ 12698 w 13253"/>
                <a:gd name="connsiteY7" fmla="*/ 11653 h 11653"/>
                <a:gd name="connsiteX8" fmla="*/ 9583 w 13253"/>
                <a:gd name="connsiteY8" fmla="*/ 2510 h 11653"/>
                <a:gd name="connsiteX0" fmla="*/ 9583 w 13253"/>
                <a:gd name="connsiteY0" fmla="*/ 2510 h 12746"/>
                <a:gd name="connsiteX1" fmla="*/ 8973 w 13253"/>
                <a:gd name="connsiteY1" fmla="*/ 1800 h 12746"/>
                <a:gd name="connsiteX2" fmla="*/ 6354 w 13253"/>
                <a:gd name="connsiteY2" fmla="*/ 1266 h 12746"/>
                <a:gd name="connsiteX3" fmla="*/ 6415 w 13253"/>
                <a:gd name="connsiteY3" fmla="*/ 1592 h 12746"/>
                <a:gd name="connsiteX4" fmla="*/ 1879 w 13253"/>
                <a:gd name="connsiteY4" fmla="*/ 103 h 12746"/>
                <a:gd name="connsiteX5" fmla="*/ 138 w 13253"/>
                <a:gd name="connsiteY5" fmla="*/ 4902 h 12746"/>
                <a:gd name="connsiteX6" fmla="*/ 5227 w 13253"/>
                <a:gd name="connsiteY6" fmla="*/ 10729 h 12746"/>
                <a:gd name="connsiteX7" fmla="*/ 10008 w 13253"/>
                <a:gd name="connsiteY7" fmla="*/ 12598 h 12746"/>
                <a:gd name="connsiteX8" fmla="*/ 12698 w 13253"/>
                <a:gd name="connsiteY8" fmla="*/ 11653 h 12746"/>
                <a:gd name="connsiteX9" fmla="*/ 9583 w 13253"/>
                <a:gd name="connsiteY9" fmla="*/ 2510 h 12746"/>
                <a:gd name="connsiteX0" fmla="*/ 9583 w 13253"/>
                <a:gd name="connsiteY0" fmla="*/ 2510 h 12717"/>
                <a:gd name="connsiteX1" fmla="*/ 8973 w 13253"/>
                <a:gd name="connsiteY1" fmla="*/ 1800 h 12717"/>
                <a:gd name="connsiteX2" fmla="*/ 6354 w 13253"/>
                <a:gd name="connsiteY2" fmla="*/ 1266 h 12717"/>
                <a:gd name="connsiteX3" fmla="*/ 6415 w 13253"/>
                <a:gd name="connsiteY3" fmla="*/ 1592 h 12717"/>
                <a:gd name="connsiteX4" fmla="*/ 1879 w 13253"/>
                <a:gd name="connsiteY4" fmla="*/ 103 h 12717"/>
                <a:gd name="connsiteX5" fmla="*/ 138 w 13253"/>
                <a:gd name="connsiteY5" fmla="*/ 4902 h 12717"/>
                <a:gd name="connsiteX6" fmla="*/ 5227 w 13253"/>
                <a:gd name="connsiteY6" fmla="*/ 10729 h 12717"/>
                <a:gd name="connsiteX7" fmla="*/ 10008 w 13253"/>
                <a:gd name="connsiteY7" fmla="*/ 12598 h 12717"/>
                <a:gd name="connsiteX8" fmla="*/ 12698 w 13253"/>
                <a:gd name="connsiteY8" fmla="*/ 11653 h 12717"/>
                <a:gd name="connsiteX9" fmla="*/ 9583 w 13253"/>
                <a:gd name="connsiteY9" fmla="*/ 2510 h 12717"/>
                <a:gd name="connsiteX0" fmla="*/ 9583 w 13253"/>
                <a:gd name="connsiteY0" fmla="*/ 2510 h 12740"/>
                <a:gd name="connsiteX1" fmla="*/ 8973 w 13253"/>
                <a:gd name="connsiteY1" fmla="*/ 1800 h 12740"/>
                <a:gd name="connsiteX2" fmla="*/ 6354 w 13253"/>
                <a:gd name="connsiteY2" fmla="*/ 1266 h 12740"/>
                <a:gd name="connsiteX3" fmla="*/ 6415 w 13253"/>
                <a:gd name="connsiteY3" fmla="*/ 1592 h 12740"/>
                <a:gd name="connsiteX4" fmla="*/ 1879 w 13253"/>
                <a:gd name="connsiteY4" fmla="*/ 103 h 12740"/>
                <a:gd name="connsiteX5" fmla="*/ 138 w 13253"/>
                <a:gd name="connsiteY5" fmla="*/ 4902 h 12740"/>
                <a:gd name="connsiteX6" fmla="*/ 5227 w 13253"/>
                <a:gd name="connsiteY6" fmla="*/ 10729 h 12740"/>
                <a:gd name="connsiteX7" fmla="*/ 10008 w 13253"/>
                <a:gd name="connsiteY7" fmla="*/ 12598 h 12740"/>
                <a:gd name="connsiteX8" fmla="*/ 10397 w 13253"/>
                <a:gd name="connsiteY8" fmla="*/ 12491 h 12740"/>
                <a:gd name="connsiteX9" fmla="*/ 12698 w 13253"/>
                <a:gd name="connsiteY9" fmla="*/ 11653 h 12740"/>
                <a:gd name="connsiteX10" fmla="*/ 9583 w 13253"/>
                <a:gd name="connsiteY10" fmla="*/ 2510 h 12740"/>
                <a:gd name="connsiteX0" fmla="*/ 9583 w 13572"/>
                <a:gd name="connsiteY0" fmla="*/ 2510 h 12740"/>
                <a:gd name="connsiteX1" fmla="*/ 8973 w 13572"/>
                <a:gd name="connsiteY1" fmla="*/ 1800 h 12740"/>
                <a:gd name="connsiteX2" fmla="*/ 6354 w 13572"/>
                <a:gd name="connsiteY2" fmla="*/ 1266 h 12740"/>
                <a:gd name="connsiteX3" fmla="*/ 6415 w 13572"/>
                <a:gd name="connsiteY3" fmla="*/ 1592 h 12740"/>
                <a:gd name="connsiteX4" fmla="*/ 1879 w 13572"/>
                <a:gd name="connsiteY4" fmla="*/ 103 h 12740"/>
                <a:gd name="connsiteX5" fmla="*/ 138 w 13572"/>
                <a:gd name="connsiteY5" fmla="*/ 4902 h 12740"/>
                <a:gd name="connsiteX6" fmla="*/ 5227 w 13572"/>
                <a:gd name="connsiteY6" fmla="*/ 10729 h 12740"/>
                <a:gd name="connsiteX7" fmla="*/ 10008 w 13572"/>
                <a:gd name="connsiteY7" fmla="*/ 12598 h 12740"/>
                <a:gd name="connsiteX8" fmla="*/ 10397 w 13572"/>
                <a:gd name="connsiteY8" fmla="*/ 12491 h 12740"/>
                <a:gd name="connsiteX9" fmla="*/ 13142 w 13572"/>
                <a:gd name="connsiteY9" fmla="*/ 11328 h 12740"/>
                <a:gd name="connsiteX10" fmla="*/ 9583 w 13572"/>
                <a:gd name="connsiteY10" fmla="*/ 2510 h 12740"/>
                <a:gd name="connsiteX0" fmla="*/ 9583 w 13572"/>
                <a:gd name="connsiteY0" fmla="*/ 2510 h 12740"/>
                <a:gd name="connsiteX1" fmla="*/ 8973 w 13572"/>
                <a:gd name="connsiteY1" fmla="*/ 1800 h 12740"/>
                <a:gd name="connsiteX2" fmla="*/ 6354 w 13572"/>
                <a:gd name="connsiteY2" fmla="*/ 1266 h 12740"/>
                <a:gd name="connsiteX3" fmla="*/ 6415 w 13572"/>
                <a:gd name="connsiteY3" fmla="*/ 1592 h 12740"/>
                <a:gd name="connsiteX4" fmla="*/ 1879 w 13572"/>
                <a:gd name="connsiteY4" fmla="*/ 103 h 12740"/>
                <a:gd name="connsiteX5" fmla="*/ 138 w 13572"/>
                <a:gd name="connsiteY5" fmla="*/ 4902 h 12740"/>
                <a:gd name="connsiteX6" fmla="*/ 5227 w 13572"/>
                <a:gd name="connsiteY6" fmla="*/ 10729 h 12740"/>
                <a:gd name="connsiteX7" fmla="*/ 10008 w 13572"/>
                <a:gd name="connsiteY7" fmla="*/ 12598 h 12740"/>
                <a:gd name="connsiteX8" fmla="*/ 10397 w 13572"/>
                <a:gd name="connsiteY8" fmla="*/ 12491 h 12740"/>
                <a:gd name="connsiteX9" fmla="*/ 13142 w 13572"/>
                <a:gd name="connsiteY9" fmla="*/ 11328 h 12740"/>
                <a:gd name="connsiteX10" fmla="*/ 9583 w 13572"/>
                <a:gd name="connsiteY10" fmla="*/ 2510 h 12740"/>
                <a:gd name="connsiteX0" fmla="*/ 9583 w 13615"/>
                <a:gd name="connsiteY0" fmla="*/ 2510 h 12740"/>
                <a:gd name="connsiteX1" fmla="*/ 8973 w 13615"/>
                <a:gd name="connsiteY1" fmla="*/ 1800 h 12740"/>
                <a:gd name="connsiteX2" fmla="*/ 6354 w 13615"/>
                <a:gd name="connsiteY2" fmla="*/ 1266 h 12740"/>
                <a:gd name="connsiteX3" fmla="*/ 6415 w 13615"/>
                <a:gd name="connsiteY3" fmla="*/ 1592 h 12740"/>
                <a:gd name="connsiteX4" fmla="*/ 1879 w 13615"/>
                <a:gd name="connsiteY4" fmla="*/ 103 h 12740"/>
                <a:gd name="connsiteX5" fmla="*/ 138 w 13615"/>
                <a:gd name="connsiteY5" fmla="*/ 4902 h 12740"/>
                <a:gd name="connsiteX6" fmla="*/ 5227 w 13615"/>
                <a:gd name="connsiteY6" fmla="*/ 10729 h 12740"/>
                <a:gd name="connsiteX7" fmla="*/ 10008 w 13615"/>
                <a:gd name="connsiteY7" fmla="*/ 12598 h 12740"/>
                <a:gd name="connsiteX8" fmla="*/ 10397 w 13615"/>
                <a:gd name="connsiteY8" fmla="*/ 12491 h 12740"/>
                <a:gd name="connsiteX9" fmla="*/ 13198 w 13615"/>
                <a:gd name="connsiteY9" fmla="*/ 11653 h 12740"/>
                <a:gd name="connsiteX10" fmla="*/ 9583 w 13615"/>
                <a:gd name="connsiteY10" fmla="*/ 2510 h 12740"/>
                <a:gd name="connsiteX0" fmla="*/ 9583 w 13615"/>
                <a:gd name="connsiteY0" fmla="*/ 2510 h 12982"/>
                <a:gd name="connsiteX1" fmla="*/ 8973 w 13615"/>
                <a:gd name="connsiteY1" fmla="*/ 1800 h 12982"/>
                <a:gd name="connsiteX2" fmla="*/ 6354 w 13615"/>
                <a:gd name="connsiteY2" fmla="*/ 1266 h 12982"/>
                <a:gd name="connsiteX3" fmla="*/ 6415 w 13615"/>
                <a:gd name="connsiteY3" fmla="*/ 1592 h 12982"/>
                <a:gd name="connsiteX4" fmla="*/ 1879 w 13615"/>
                <a:gd name="connsiteY4" fmla="*/ 103 h 12982"/>
                <a:gd name="connsiteX5" fmla="*/ 138 w 13615"/>
                <a:gd name="connsiteY5" fmla="*/ 4902 h 12982"/>
                <a:gd name="connsiteX6" fmla="*/ 5227 w 13615"/>
                <a:gd name="connsiteY6" fmla="*/ 10729 h 12982"/>
                <a:gd name="connsiteX7" fmla="*/ 10008 w 13615"/>
                <a:gd name="connsiteY7" fmla="*/ 12598 h 12982"/>
                <a:gd name="connsiteX8" fmla="*/ 11452 w 13615"/>
                <a:gd name="connsiteY8" fmla="*/ 12924 h 12982"/>
                <a:gd name="connsiteX9" fmla="*/ 13198 w 13615"/>
                <a:gd name="connsiteY9" fmla="*/ 11653 h 12982"/>
                <a:gd name="connsiteX10" fmla="*/ 9583 w 13615"/>
                <a:gd name="connsiteY10" fmla="*/ 2510 h 12982"/>
                <a:gd name="connsiteX0" fmla="*/ 9583 w 13615"/>
                <a:gd name="connsiteY0" fmla="*/ 2510 h 12820"/>
                <a:gd name="connsiteX1" fmla="*/ 8973 w 13615"/>
                <a:gd name="connsiteY1" fmla="*/ 1800 h 12820"/>
                <a:gd name="connsiteX2" fmla="*/ 6354 w 13615"/>
                <a:gd name="connsiteY2" fmla="*/ 1266 h 12820"/>
                <a:gd name="connsiteX3" fmla="*/ 6415 w 13615"/>
                <a:gd name="connsiteY3" fmla="*/ 1592 h 12820"/>
                <a:gd name="connsiteX4" fmla="*/ 1879 w 13615"/>
                <a:gd name="connsiteY4" fmla="*/ 103 h 12820"/>
                <a:gd name="connsiteX5" fmla="*/ 138 w 13615"/>
                <a:gd name="connsiteY5" fmla="*/ 4902 h 12820"/>
                <a:gd name="connsiteX6" fmla="*/ 5227 w 13615"/>
                <a:gd name="connsiteY6" fmla="*/ 10729 h 12820"/>
                <a:gd name="connsiteX7" fmla="*/ 10008 w 13615"/>
                <a:gd name="connsiteY7" fmla="*/ 12598 h 12820"/>
                <a:gd name="connsiteX8" fmla="*/ 13198 w 13615"/>
                <a:gd name="connsiteY8" fmla="*/ 11653 h 12820"/>
                <a:gd name="connsiteX9" fmla="*/ 9583 w 13615"/>
                <a:gd name="connsiteY9" fmla="*/ 2510 h 12820"/>
                <a:gd name="connsiteX0" fmla="*/ 9583 w 13615"/>
                <a:gd name="connsiteY0" fmla="*/ 2510 h 12790"/>
                <a:gd name="connsiteX1" fmla="*/ 8973 w 13615"/>
                <a:gd name="connsiteY1" fmla="*/ 1800 h 12790"/>
                <a:gd name="connsiteX2" fmla="*/ 6354 w 13615"/>
                <a:gd name="connsiteY2" fmla="*/ 1266 h 12790"/>
                <a:gd name="connsiteX3" fmla="*/ 6415 w 13615"/>
                <a:gd name="connsiteY3" fmla="*/ 1592 h 12790"/>
                <a:gd name="connsiteX4" fmla="*/ 1879 w 13615"/>
                <a:gd name="connsiteY4" fmla="*/ 103 h 12790"/>
                <a:gd name="connsiteX5" fmla="*/ 138 w 13615"/>
                <a:gd name="connsiteY5" fmla="*/ 4902 h 12790"/>
                <a:gd name="connsiteX6" fmla="*/ 5227 w 13615"/>
                <a:gd name="connsiteY6" fmla="*/ 10729 h 12790"/>
                <a:gd name="connsiteX7" fmla="*/ 9342 w 13615"/>
                <a:gd name="connsiteY7" fmla="*/ 12544 h 12790"/>
                <a:gd name="connsiteX8" fmla="*/ 13198 w 13615"/>
                <a:gd name="connsiteY8" fmla="*/ 11653 h 12790"/>
                <a:gd name="connsiteX9" fmla="*/ 9583 w 13615"/>
                <a:gd name="connsiteY9" fmla="*/ 2510 h 12790"/>
                <a:gd name="connsiteX0" fmla="*/ 9583 w 13531"/>
                <a:gd name="connsiteY0" fmla="*/ 2510 h 12724"/>
                <a:gd name="connsiteX1" fmla="*/ 8973 w 13531"/>
                <a:gd name="connsiteY1" fmla="*/ 1800 h 12724"/>
                <a:gd name="connsiteX2" fmla="*/ 6354 w 13531"/>
                <a:gd name="connsiteY2" fmla="*/ 1266 h 12724"/>
                <a:gd name="connsiteX3" fmla="*/ 6415 w 13531"/>
                <a:gd name="connsiteY3" fmla="*/ 1592 h 12724"/>
                <a:gd name="connsiteX4" fmla="*/ 1879 w 13531"/>
                <a:gd name="connsiteY4" fmla="*/ 103 h 12724"/>
                <a:gd name="connsiteX5" fmla="*/ 138 w 13531"/>
                <a:gd name="connsiteY5" fmla="*/ 4902 h 12724"/>
                <a:gd name="connsiteX6" fmla="*/ 5227 w 13531"/>
                <a:gd name="connsiteY6" fmla="*/ 10729 h 12724"/>
                <a:gd name="connsiteX7" fmla="*/ 9342 w 13531"/>
                <a:gd name="connsiteY7" fmla="*/ 12544 h 12724"/>
                <a:gd name="connsiteX8" fmla="*/ 13087 w 13531"/>
                <a:gd name="connsiteY8" fmla="*/ 11491 h 12724"/>
                <a:gd name="connsiteX9" fmla="*/ 9583 w 13531"/>
                <a:gd name="connsiteY9" fmla="*/ 2510 h 12724"/>
                <a:gd name="connsiteX0" fmla="*/ 9583 w 13531"/>
                <a:gd name="connsiteY0" fmla="*/ 2510 h 12652"/>
                <a:gd name="connsiteX1" fmla="*/ 8973 w 13531"/>
                <a:gd name="connsiteY1" fmla="*/ 1800 h 12652"/>
                <a:gd name="connsiteX2" fmla="*/ 6354 w 13531"/>
                <a:gd name="connsiteY2" fmla="*/ 1266 h 12652"/>
                <a:gd name="connsiteX3" fmla="*/ 6415 w 13531"/>
                <a:gd name="connsiteY3" fmla="*/ 1592 h 12652"/>
                <a:gd name="connsiteX4" fmla="*/ 1879 w 13531"/>
                <a:gd name="connsiteY4" fmla="*/ 103 h 12652"/>
                <a:gd name="connsiteX5" fmla="*/ 138 w 13531"/>
                <a:gd name="connsiteY5" fmla="*/ 4902 h 12652"/>
                <a:gd name="connsiteX6" fmla="*/ 5227 w 13531"/>
                <a:gd name="connsiteY6" fmla="*/ 10729 h 12652"/>
                <a:gd name="connsiteX7" fmla="*/ 9342 w 13531"/>
                <a:gd name="connsiteY7" fmla="*/ 12544 h 12652"/>
                <a:gd name="connsiteX8" fmla="*/ 13087 w 13531"/>
                <a:gd name="connsiteY8" fmla="*/ 11491 h 12652"/>
                <a:gd name="connsiteX9" fmla="*/ 9583 w 13531"/>
                <a:gd name="connsiteY9" fmla="*/ 2510 h 12652"/>
                <a:gd name="connsiteX0" fmla="*/ 9583 w 13490"/>
                <a:gd name="connsiteY0" fmla="*/ 2510 h 12768"/>
                <a:gd name="connsiteX1" fmla="*/ 8973 w 13490"/>
                <a:gd name="connsiteY1" fmla="*/ 1800 h 12768"/>
                <a:gd name="connsiteX2" fmla="*/ 6354 w 13490"/>
                <a:gd name="connsiteY2" fmla="*/ 1266 h 12768"/>
                <a:gd name="connsiteX3" fmla="*/ 6415 w 13490"/>
                <a:gd name="connsiteY3" fmla="*/ 1592 h 12768"/>
                <a:gd name="connsiteX4" fmla="*/ 1879 w 13490"/>
                <a:gd name="connsiteY4" fmla="*/ 103 h 12768"/>
                <a:gd name="connsiteX5" fmla="*/ 138 w 13490"/>
                <a:gd name="connsiteY5" fmla="*/ 4902 h 12768"/>
                <a:gd name="connsiteX6" fmla="*/ 5227 w 13490"/>
                <a:gd name="connsiteY6" fmla="*/ 10729 h 12768"/>
                <a:gd name="connsiteX7" fmla="*/ 9342 w 13490"/>
                <a:gd name="connsiteY7" fmla="*/ 12544 h 12768"/>
                <a:gd name="connsiteX8" fmla="*/ 13031 w 13490"/>
                <a:gd name="connsiteY8" fmla="*/ 11816 h 12768"/>
                <a:gd name="connsiteX9" fmla="*/ 9583 w 13490"/>
                <a:gd name="connsiteY9" fmla="*/ 2510 h 12768"/>
                <a:gd name="connsiteX0" fmla="*/ 9487 w 13394"/>
                <a:gd name="connsiteY0" fmla="*/ 2510 h 12768"/>
                <a:gd name="connsiteX1" fmla="*/ 8877 w 13394"/>
                <a:gd name="connsiteY1" fmla="*/ 1800 h 12768"/>
                <a:gd name="connsiteX2" fmla="*/ 6258 w 13394"/>
                <a:gd name="connsiteY2" fmla="*/ 1266 h 12768"/>
                <a:gd name="connsiteX3" fmla="*/ 6319 w 13394"/>
                <a:gd name="connsiteY3" fmla="*/ 1592 h 12768"/>
                <a:gd name="connsiteX4" fmla="*/ 1783 w 13394"/>
                <a:gd name="connsiteY4" fmla="*/ 103 h 12768"/>
                <a:gd name="connsiteX5" fmla="*/ 42 w 13394"/>
                <a:gd name="connsiteY5" fmla="*/ 4902 h 12768"/>
                <a:gd name="connsiteX6" fmla="*/ 3298 w 13394"/>
                <a:gd name="connsiteY6" fmla="*/ 10404 h 12768"/>
                <a:gd name="connsiteX7" fmla="*/ 9246 w 13394"/>
                <a:gd name="connsiteY7" fmla="*/ 12544 h 12768"/>
                <a:gd name="connsiteX8" fmla="*/ 12935 w 13394"/>
                <a:gd name="connsiteY8" fmla="*/ 11816 h 12768"/>
                <a:gd name="connsiteX9" fmla="*/ 9487 w 13394"/>
                <a:gd name="connsiteY9" fmla="*/ 2510 h 12768"/>
                <a:gd name="connsiteX0" fmla="*/ 9882 w 13789"/>
                <a:gd name="connsiteY0" fmla="*/ 2522 h 12780"/>
                <a:gd name="connsiteX1" fmla="*/ 9272 w 13789"/>
                <a:gd name="connsiteY1" fmla="*/ 1812 h 12780"/>
                <a:gd name="connsiteX2" fmla="*/ 6653 w 13789"/>
                <a:gd name="connsiteY2" fmla="*/ 1278 h 12780"/>
                <a:gd name="connsiteX3" fmla="*/ 6714 w 13789"/>
                <a:gd name="connsiteY3" fmla="*/ 1604 h 12780"/>
                <a:gd name="connsiteX4" fmla="*/ 2178 w 13789"/>
                <a:gd name="connsiteY4" fmla="*/ 115 h 12780"/>
                <a:gd name="connsiteX5" fmla="*/ 32 w 13789"/>
                <a:gd name="connsiteY5" fmla="*/ 5178 h 12780"/>
                <a:gd name="connsiteX6" fmla="*/ 3693 w 13789"/>
                <a:gd name="connsiteY6" fmla="*/ 10416 h 12780"/>
                <a:gd name="connsiteX7" fmla="*/ 9641 w 13789"/>
                <a:gd name="connsiteY7" fmla="*/ 12556 h 12780"/>
                <a:gd name="connsiteX8" fmla="*/ 13330 w 13789"/>
                <a:gd name="connsiteY8" fmla="*/ 11828 h 12780"/>
                <a:gd name="connsiteX9" fmla="*/ 9882 w 13789"/>
                <a:gd name="connsiteY9" fmla="*/ 2522 h 12780"/>
                <a:gd name="connsiteX0" fmla="*/ 9870 w 13777"/>
                <a:gd name="connsiteY0" fmla="*/ 1901 h 12159"/>
                <a:gd name="connsiteX1" fmla="*/ 9260 w 13777"/>
                <a:gd name="connsiteY1" fmla="*/ 1191 h 12159"/>
                <a:gd name="connsiteX2" fmla="*/ 6641 w 13777"/>
                <a:gd name="connsiteY2" fmla="*/ 657 h 12159"/>
                <a:gd name="connsiteX3" fmla="*/ 6702 w 13777"/>
                <a:gd name="connsiteY3" fmla="*/ 983 h 12159"/>
                <a:gd name="connsiteX4" fmla="*/ 2436 w 13777"/>
                <a:gd name="connsiteY4" fmla="*/ 153 h 12159"/>
                <a:gd name="connsiteX5" fmla="*/ 20 w 13777"/>
                <a:gd name="connsiteY5" fmla="*/ 4557 h 12159"/>
                <a:gd name="connsiteX6" fmla="*/ 3681 w 13777"/>
                <a:gd name="connsiteY6" fmla="*/ 9795 h 12159"/>
                <a:gd name="connsiteX7" fmla="*/ 9629 w 13777"/>
                <a:gd name="connsiteY7" fmla="*/ 11935 h 12159"/>
                <a:gd name="connsiteX8" fmla="*/ 13318 w 13777"/>
                <a:gd name="connsiteY8" fmla="*/ 11207 h 12159"/>
                <a:gd name="connsiteX9" fmla="*/ 9870 w 13777"/>
                <a:gd name="connsiteY9" fmla="*/ 1901 h 12159"/>
                <a:gd name="connsiteX0" fmla="*/ 9865 w 13772"/>
                <a:gd name="connsiteY0" fmla="*/ 2522 h 12780"/>
                <a:gd name="connsiteX1" fmla="*/ 9255 w 13772"/>
                <a:gd name="connsiteY1" fmla="*/ 1812 h 12780"/>
                <a:gd name="connsiteX2" fmla="*/ 6636 w 13772"/>
                <a:gd name="connsiteY2" fmla="*/ 1278 h 12780"/>
                <a:gd name="connsiteX3" fmla="*/ 6697 w 13772"/>
                <a:gd name="connsiteY3" fmla="*/ 1604 h 12780"/>
                <a:gd name="connsiteX4" fmla="*/ 2566 w 13772"/>
                <a:gd name="connsiteY4" fmla="*/ 115 h 12780"/>
                <a:gd name="connsiteX5" fmla="*/ 15 w 13772"/>
                <a:gd name="connsiteY5" fmla="*/ 5178 h 12780"/>
                <a:gd name="connsiteX6" fmla="*/ 3676 w 13772"/>
                <a:gd name="connsiteY6" fmla="*/ 10416 h 12780"/>
                <a:gd name="connsiteX7" fmla="*/ 9624 w 13772"/>
                <a:gd name="connsiteY7" fmla="*/ 12556 h 12780"/>
                <a:gd name="connsiteX8" fmla="*/ 13313 w 13772"/>
                <a:gd name="connsiteY8" fmla="*/ 11828 h 12780"/>
                <a:gd name="connsiteX9" fmla="*/ 9865 w 13772"/>
                <a:gd name="connsiteY9" fmla="*/ 2522 h 12780"/>
                <a:gd name="connsiteX0" fmla="*/ 9865 w 13772"/>
                <a:gd name="connsiteY0" fmla="*/ 2422 h 12680"/>
                <a:gd name="connsiteX1" fmla="*/ 9255 w 13772"/>
                <a:gd name="connsiteY1" fmla="*/ 1712 h 12680"/>
                <a:gd name="connsiteX2" fmla="*/ 6636 w 13772"/>
                <a:gd name="connsiteY2" fmla="*/ 1178 h 12680"/>
                <a:gd name="connsiteX3" fmla="*/ 6427 w 13772"/>
                <a:gd name="connsiteY3" fmla="*/ 3481 h 12680"/>
                <a:gd name="connsiteX4" fmla="*/ 2566 w 13772"/>
                <a:gd name="connsiteY4" fmla="*/ 15 h 12680"/>
                <a:gd name="connsiteX5" fmla="*/ 15 w 13772"/>
                <a:gd name="connsiteY5" fmla="*/ 5078 h 12680"/>
                <a:gd name="connsiteX6" fmla="*/ 3676 w 13772"/>
                <a:gd name="connsiteY6" fmla="*/ 10316 h 12680"/>
                <a:gd name="connsiteX7" fmla="*/ 9624 w 13772"/>
                <a:gd name="connsiteY7" fmla="*/ 12456 h 12680"/>
                <a:gd name="connsiteX8" fmla="*/ 13313 w 13772"/>
                <a:gd name="connsiteY8" fmla="*/ 11728 h 12680"/>
                <a:gd name="connsiteX9" fmla="*/ 9865 w 13772"/>
                <a:gd name="connsiteY9" fmla="*/ 2422 h 12680"/>
                <a:gd name="connsiteX0" fmla="*/ 9865 w 13772"/>
                <a:gd name="connsiteY0" fmla="*/ 2566 h 12824"/>
                <a:gd name="connsiteX1" fmla="*/ 9255 w 13772"/>
                <a:gd name="connsiteY1" fmla="*/ 1856 h 12824"/>
                <a:gd name="connsiteX2" fmla="*/ 6636 w 13772"/>
                <a:gd name="connsiteY2" fmla="*/ 1322 h 12824"/>
                <a:gd name="connsiteX3" fmla="*/ 2566 w 13772"/>
                <a:gd name="connsiteY3" fmla="*/ 159 h 12824"/>
                <a:gd name="connsiteX4" fmla="*/ 15 w 13772"/>
                <a:gd name="connsiteY4" fmla="*/ 5222 h 12824"/>
                <a:gd name="connsiteX5" fmla="*/ 3676 w 13772"/>
                <a:gd name="connsiteY5" fmla="*/ 10460 h 12824"/>
                <a:gd name="connsiteX6" fmla="*/ 9624 w 13772"/>
                <a:gd name="connsiteY6" fmla="*/ 12600 h 12824"/>
                <a:gd name="connsiteX7" fmla="*/ 13313 w 13772"/>
                <a:gd name="connsiteY7" fmla="*/ 11872 h 12824"/>
                <a:gd name="connsiteX8" fmla="*/ 9865 w 13772"/>
                <a:gd name="connsiteY8" fmla="*/ 2566 h 12824"/>
                <a:gd name="connsiteX0" fmla="*/ 9865 w 13772"/>
                <a:gd name="connsiteY0" fmla="*/ 2724 h 12982"/>
                <a:gd name="connsiteX1" fmla="*/ 9255 w 13772"/>
                <a:gd name="connsiteY1" fmla="*/ 2014 h 12982"/>
                <a:gd name="connsiteX2" fmla="*/ 6636 w 13772"/>
                <a:gd name="connsiteY2" fmla="*/ 690 h 12982"/>
                <a:gd name="connsiteX3" fmla="*/ 2566 w 13772"/>
                <a:gd name="connsiteY3" fmla="*/ 317 h 12982"/>
                <a:gd name="connsiteX4" fmla="*/ 15 w 13772"/>
                <a:gd name="connsiteY4" fmla="*/ 5380 h 12982"/>
                <a:gd name="connsiteX5" fmla="*/ 3676 w 13772"/>
                <a:gd name="connsiteY5" fmla="*/ 10618 h 12982"/>
                <a:gd name="connsiteX6" fmla="*/ 9624 w 13772"/>
                <a:gd name="connsiteY6" fmla="*/ 12758 h 12982"/>
                <a:gd name="connsiteX7" fmla="*/ 13313 w 13772"/>
                <a:gd name="connsiteY7" fmla="*/ 12030 h 12982"/>
                <a:gd name="connsiteX8" fmla="*/ 9865 w 13772"/>
                <a:gd name="connsiteY8" fmla="*/ 2724 h 12982"/>
                <a:gd name="connsiteX0" fmla="*/ 9865 w 13772"/>
                <a:gd name="connsiteY0" fmla="*/ 2724 h 12982"/>
                <a:gd name="connsiteX1" fmla="*/ 9255 w 13772"/>
                <a:gd name="connsiteY1" fmla="*/ 2014 h 12982"/>
                <a:gd name="connsiteX2" fmla="*/ 6636 w 13772"/>
                <a:gd name="connsiteY2" fmla="*/ 690 h 12982"/>
                <a:gd name="connsiteX3" fmla="*/ 2566 w 13772"/>
                <a:gd name="connsiteY3" fmla="*/ 317 h 12982"/>
                <a:gd name="connsiteX4" fmla="*/ 15 w 13772"/>
                <a:gd name="connsiteY4" fmla="*/ 5380 h 12982"/>
                <a:gd name="connsiteX5" fmla="*/ 3676 w 13772"/>
                <a:gd name="connsiteY5" fmla="*/ 10618 h 12982"/>
                <a:gd name="connsiteX6" fmla="*/ 9624 w 13772"/>
                <a:gd name="connsiteY6" fmla="*/ 12758 h 12982"/>
                <a:gd name="connsiteX7" fmla="*/ 13313 w 13772"/>
                <a:gd name="connsiteY7" fmla="*/ 12030 h 12982"/>
                <a:gd name="connsiteX8" fmla="*/ 9865 w 13772"/>
                <a:gd name="connsiteY8" fmla="*/ 2724 h 12982"/>
                <a:gd name="connsiteX0" fmla="*/ 9865 w 13772"/>
                <a:gd name="connsiteY0" fmla="*/ 2724 h 12982"/>
                <a:gd name="connsiteX1" fmla="*/ 9255 w 13772"/>
                <a:gd name="connsiteY1" fmla="*/ 2014 h 12982"/>
                <a:gd name="connsiteX2" fmla="*/ 6636 w 13772"/>
                <a:gd name="connsiteY2" fmla="*/ 690 h 12982"/>
                <a:gd name="connsiteX3" fmla="*/ 2566 w 13772"/>
                <a:gd name="connsiteY3" fmla="*/ 317 h 12982"/>
                <a:gd name="connsiteX4" fmla="*/ 15 w 13772"/>
                <a:gd name="connsiteY4" fmla="*/ 5380 h 12982"/>
                <a:gd name="connsiteX5" fmla="*/ 3676 w 13772"/>
                <a:gd name="connsiteY5" fmla="*/ 10618 h 12982"/>
                <a:gd name="connsiteX6" fmla="*/ 9624 w 13772"/>
                <a:gd name="connsiteY6" fmla="*/ 12758 h 12982"/>
                <a:gd name="connsiteX7" fmla="*/ 13313 w 13772"/>
                <a:gd name="connsiteY7" fmla="*/ 12030 h 12982"/>
                <a:gd name="connsiteX8" fmla="*/ 9865 w 13772"/>
                <a:gd name="connsiteY8" fmla="*/ 2724 h 12982"/>
                <a:gd name="connsiteX0" fmla="*/ 9463 w 13370"/>
                <a:gd name="connsiteY0" fmla="*/ 2687 h 12945"/>
                <a:gd name="connsiteX1" fmla="*/ 8853 w 13370"/>
                <a:gd name="connsiteY1" fmla="*/ 1977 h 12945"/>
                <a:gd name="connsiteX2" fmla="*/ 6234 w 13370"/>
                <a:gd name="connsiteY2" fmla="*/ 653 h 12945"/>
                <a:gd name="connsiteX3" fmla="*/ 2164 w 13370"/>
                <a:gd name="connsiteY3" fmla="*/ 280 h 12945"/>
                <a:gd name="connsiteX4" fmla="*/ 18 w 13370"/>
                <a:gd name="connsiteY4" fmla="*/ 4816 h 12945"/>
                <a:gd name="connsiteX5" fmla="*/ 3274 w 13370"/>
                <a:gd name="connsiteY5" fmla="*/ 10581 h 12945"/>
                <a:gd name="connsiteX6" fmla="*/ 9222 w 13370"/>
                <a:gd name="connsiteY6" fmla="*/ 12721 h 12945"/>
                <a:gd name="connsiteX7" fmla="*/ 12911 w 13370"/>
                <a:gd name="connsiteY7" fmla="*/ 11993 h 12945"/>
                <a:gd name="connsiteX8" fmla="*/ 9463 w 13370"/>
                <a:gd name="connsiteY8" fmla="*/ 2687 h 12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370" h="12945">
                  <a:moveTo>
                    <a:pt x="9463" y="2687"/>
                  </a:moveTo>
                  <a:cubicBezTo>
                    <a:pt x="9463" y="2687"/>
                    <a:pt x="9249" y="2332"/>
                    <a:pt x="8853" y="1977"/>
                  </a:cubicBezTo>
                  <a:cubicBezTo>
                    <a:pt x="8335" y="1532"/>
                    <a:pt x="8158" y="1745"/>
                    <a:pt x="6234" y="653"/>
                  </a:cubicBezTo>
                  <a:cubicBezTo>
                    <a:pt x="4174" y="370"/>
                    <a:pt x="3200" y="-414"/>
                    <a:pt x="2164" y="280"/>
                  </a:cubicBezTo>
                  <a:cubicBezTo>
                    <a:pt x="1128" y="974"/>
                    <a:pt x="-167" y="3099"/>
                    <a:pt x="18" y="4816"/>
                  </a:cubicBezTo>
                  <a:cubicBezTo>
                    <a:pt x="203" y="6533"/>
                    <a:pt x="1601" y="9542"/>
                    <a:pt x="3274" y="10581"/>
                  </a:cubicBezTo>
                  <a:cubicBezTo>
                    <a:pt x="4947" y="11620"/>
                    <a:pt x="7894" y="12567"/>
                    <a:pt x="9222" y="12721"/>
                  </a:cubicBezTo>
                  <a:cubicBezTo>
                    <a:pt x="10550" y="12875"/>
                    <a:pt x="12149" y="13403"/>
                    <a:pt x="12911" y="11993"/>
                  </a:cubicBezTo>
                  <a:cubicBezTo>
                    <a:pt x="13641" y="10778"/>
                    <a:pt x="14091" y="4022"/>
                    <a:pt x="9463" y="268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12" name="Freeform 33"/>
            <p:cNvSpPr>
              <a:spLocks/>
            </p:cNvSpPr>
            <p:nvPr/>
          </p:nvSpPr>
          <p:spPr bwMode="auto">
            <a:xfrm>
              <a:off x="1798" y="989"/>
              <a:ext cx="609" cy="463"/>
            </a:xfrm>
            <a:custGeom>
              <a:avLst/>
              <a:gdLst>
                <a:gd name="T0" fmla="*/ 94 w 218"/>
                <a:gd name="T1" fmla="*/ 159 h 159"/>
                <a:gd name="T2" fmla="*/ 8 w 218"/>
                <a:gd name="T3" fmla="*/ 141 h 159"/>
                <a:gd name="T4" fmla="*/ 1 w 218"/>
                <a:gd name="T5" fmla="*/ 91 h 159"/>
                <a:gd name="T6" fmla="*/ 35 w 218"/>
                <a:gd name="T7" fmla="*/ 30 h 159"/>
                <a:gd name="T8" fmla="*/ 91 w 218"/>
                <a:gd name="T9" fmla="*/ 49 h 159"/>
                <a:gd name="T10" fmla="*/ 175 w 218"/>
                <a:gd name="T11" fmla="*/ 0 h 159"/>
                <a:gd name="T12" fmla="*/ 200 w 218"/>
                <a:gd name="T13" fmla="*/ 30 h 159"/>
                <a:gd name="T14" fmla="*/ 166 w 218"/>
                <a:gd name="T15" fmla="*/ 53 h 159"/>
                <a:gd name="T16" fmla="*/ 206 w 218"/>
                <a:gd name="T17" fmla="*/ 51 h 159"/>
                <a:gd name="T18" fmla="*/ 206 w 218"/>
                <a:gd name="T19" fmla="*/ 88 h 159"/>
                <a:gd name="T20" fmla="*/ 101 w 218"/>
                <a:gd name="T21" fmla="*/ 113 h 159"/>
                <a:gd name="T22" fmla="*/ 94 w 218"/>
                <a:gd name="T23" fmla="*/ 159 h 159"/>
                <a:gd name="connsiteX0" fmla="*/ 4270 w 9652"/>
                <a:gd name="connsiteY0" fmla="*/ 10000 h 10000"/>
                <a:gd name="connsiteX1" fmla="*/ 325 w 9652"/>
                <a:gd name="connsiteY1" fmla="*/ 8868 h 10000"/>
                <a:gd name="connsiteX2" fmla="*/ 4 w 9652"/>
                <a:gd name="connsiteY2" fmla="*/ 5723 h 10000"/>
                <a:gd name="connsiteX3" fmla="*/ 1564 w 9652"/>
                <a:gd name="connsiteY3" fmla="*/ 1887 h 10000"/>
                <a:gd name="connsiteX4" fmla="*/ 4005 w 9652"/>
                <a:gd name="connsiteY4" fmla="*/ 1947 h 10000"/>
                <a:gd name="connsiteX5" fmla="*/ 7986 w 9652"/>
                <a:gd name="connsiteY5" fmla="*/ 0 h 10000"/>
                <a:gd name="connsiteX6" fmla="*/ 9132 w 9652"/>
                <a:gd name="connsiteY6" fmla="*/ 1887 h 10000"/>
                <a:gd name="connsiteX7" fmla="*/ 7573 w 9652"/>
                <a:gd name="connsiteY7" fmla="*/ 3333 h 10000"/>
                <a:gd name="connsiteX8" fmla="*/ 9408 w 9652"/>
                <a:gd name="connsiteY8" fmla="*/ 3208 h 10000"/>
                <a:gd name="connsiteX9" fmla="*/ 9408 w 9652"/>
                <a:gd name="connsiteY9" fmla="*/ 5535 h 10000"/>
                <a:gd name="connsiteX10" fmla="*/ 4591 w 9652"/>
                <a:gd name="connsiteY10" fmla="*/ 7107 h 10000"/>
                <a:gd name="connsiteX11" fmla="*/ 4270 w 9652"/>
                <a:gd name="connsiteY11" fmla="*/ 10000 h 10000"/>
                <a:gd name="connsiteX0" fmla="*/ 4574 w 10150"/>
                <a:gd name="connsiteY0" fmla="*/ 10000 h 10000"/>
                <a:gd name="connsiteX1" fmla="*/ 487 w 10150"/>
                <a:gd name="connsiteY1" fmla="*/ 8868 h 10000"/>
                <a:gd name="connsiteX2" fmla="*/ 154 w 10150"/>
                <a:gd name="connsiteY2" fmla="*/ 5723 h 10000"/>
                <a:gd name="connsiteX3" fmla="*/ 914 w 10150"/>
                <a:gd name="connsiteY3" fmla="*/ 927 h 10000"/>
                <a:gd name="connsiteX4" fmla="*/ 4299 w 10150"/>
                <a:gd name="connsiteY4" fmla="*/ 1947 h 10000"/>
                <a:gd name="connsiteX5" fmla="*/ 8424 w 10150"/>
                <a:gd name="connsiteY5" fmla="*/ 0 h 10000"/>
                <a:gd name="connsiteX6" fmla="*/ 9611 w 10150"/>
                <a:gd name="connsiteY6" fmla="*/ 1887 h 10000"/>
                <a:gd name="connsiteX7" fmla="*/ 7996 w 10150"/>
                <a:gd name="connsiteY7" fmla="*/ 3333 h 10000"/>
                <a:gd name="connsiteX8" fmla="*/ 9897 w 10150"/>
                <a:gd name="connsiteY8" fmla="*/ 3208 h 10000"/>
                <a:gd name="connsiteX9" fmla="*/ 9897 w 10150"/>
                <a:gd name="connsiteY9" fmla="*/ 5535 h 10000"/>
                <a:gd name="connsiteX10" fmla="*/ 4907 w 10150"/>
                <a:gd name="connsiteY10" fmla="*/ 7107 h 10000"/>
                <a:gd name="connsiteX11" fmla="*/ 4574 w 10150"/>
                <a:gd name="connsiteY11" fmla="*/ 10000 h 10000"/>
                <a:gd name="connsiteX0" fmla="*/ 4574 w 10150"/>
                <a:gd name="connsiteY0" fmla="*/ 10000 h 10000"/>
                <a:gd name="connsiteX1" fmla="*/ 487 w 10150"/>
                <a:gd name="connsiteY1" fmla="*/ 8868 h 10000"/>
                <a:gd name="connsiteX2" fmla="*/ 154 w 10150"/>
                <a:gd name="connsiteY2" fmla="*/ 5723 h 10000"/>
                <a:gd name="connsiteX3" fmla="*/ 914 w 10150"/>
                <a:gd name="connsiteY3" fmla="*/ 927 h 10000"/>
                <a:gd name="connsiteX4" fmla="*/ 4628 w 10150"/>
                <a:gd name="connsiteY4" fmla="*/ 1685 h 10000"/>
                <a:gd name="connsiteX5" fmla="*/ 8424 w 10150"/>
                <a:gd name="connsiteY5" fmla="*/ 0 h 10000"/>
                <a:gd name="connsiteX6" fmla="*/ 9611 w 10150"/>
                <a:gd name="connsiteY6" fmla="*/ 1887 h 10000"/>
                <a:gd name="connsiteX7" fmla="*/ 7996 w 10150"/>
                <a:gd name="connsiteY7" fmla="*/ 3333 h 10000"/>
                <a:gd name="connsiteX8" fmla="*/ 9897 w 10150"/>
                <a:gd name="connsiteY8" fmla="*/ 3208 h 10000"/>
                <a:gd name="connsiteX9" fmla="*/ 9897 w 10150"/>
                <a:gd name="connsiteY9" fmla="*/ 5535 h 10000"/>
                <a:gd name="connsiteX10" fmla="*/ 4907 w 10150"/>
                <a:gd name="connsiteY10" fmla="*/ 7107 h 10000"/>
                <a:gd name="connsiteX11" fmla="*/ 4574 w 10150"/>
                <a:gd name="connsiteY11" fmla="*/ 10000 h 10000"/>
                <a:gd name="connsiteX0" fmla="*/ 4574 w 10150"/>
                <a:gd name="connsiteY0" fmla="*/ 10000 h 10000"/>
                <a:gd name="connsiteX1" fmla="*/ 487 w 10150"/>
                <a:gd name="connsiteY1" fmla="*/ 8868 h 10000"/>
                <a:gd name="connsiteX2" fmla="*/ 154 w 10150"/>
                <a:gd name="connsiteY2" fmla="*/ 5723 h 10000"/>
                <a:gd name="connsiteX3" fmla="*/ 914 w 10150"/>
                <a:gd name="connsiteY3" fmla="*/ 927 h 10000"/>
                <a:gd name="connsiteX4" fmla="*/ 4628 w 10150"/>
                <a:gd name="connsiteY4" fmla="*/ 1685 h 10000"/>
                <a:gd name="connsiteX5" fmla="*/ 8424 w 10150"/>
                <a:gd name="connsiteY5" fmla="*/ 0 h 10000"/>
                <a:gd name="connsiteX6" fmla="*/ 9611 w 10150"/>
                <a:gd name="connsiteY6" fmla="*/ 1887 h 10000"/>
                <a:gd name="connsiteX7" fmla="*/ 7996 w 10150"/>
                <a:gd name="connsiteY7" fmla="*/ 3333 h 10000"/>
                <a:gd name="connsiteX8" fmla="*/ 9897 w 10150"/>
                <a:gd name="connsiteY8" fmla="*/ 3208 h 10000"/>
                <a:gd name="connsiteX9" fmla="*/ 9897 w 10150"/>
                <a:gd name="connsiteY9" fmla="*/ 5535 h 10000"/>
                <a:gd name="connsiteX10" fmla="*/ 4907 w 10150"/>
                <a:gd name="connsiteY10" fmla="*/ 7107 h 10000"/>
                <a:gd name="connsiteX11" fmla="*/ 4574 w 10150"/>
                <a:gd name="connsiteY11" fmla="*/ 10000 h 10000"/>
                <a:gd name="connsiteX0" fmla="*/ 4574 w 10150"/>
                <a:gd name="connsiteY0" fmla="*/ 10113 h 10113"/>
                <a:gd name="connsiteX1" fmla="*/ 487 w 10150"/>
                <a:gd name="connsiteY1" fmla="*/ 8981 h 10113"/>
                <a:gd name="connsiteX2" fmla="*/ 154 w 10150"/>
                <a:gd name="connsiteY2" fmla="*/ 5836 h 10113"/>
                <a:gd name="connsiteX3" fmla="*/ 914 w 10150"/>
                <a:gd name="connsiteY3" fmla="*/ 1040 h 10113"/>
                <a:gd name="connsiteX4" fmla="*/ 4628 w 10150"/>
                <a:gd name="connsiteY4" fmla="*/ 1798 h 10113"/>
                <a:gd name="connsiteX5" fmla="*/ 8424 w 10150"/>
                <a:gd name="connsiteY5" fmla="*/ 113 h 10113"/>
                <a:gd name="connsiteX6" fmla="*/ 9611 w 10150"/>
                <a:gd name="connsiteY6" fmla="*/ 2000 h 10113"/>
                <a:gd name="connsiteX7" fmla="*/ 7996 w 10150"/>
                <a:gd name="connsiteY7" fmla="*/ 3446 h 10113"/>
                <a:gd name="connsiteX8" fmla="*/ 9897 w 10150"/>
                <a:gd name="connsiteY8" fmla="*/ 3321 h 10113"/>
                <a:gd name="connsiteX9" fmla="*/ 9897 w 10150"/>
                <a:gd name="connsiteY9" fmla="*/ 5648 h 10113"/>
                <a:gd name="connsiteX10" fmla="*/ 4907 w 10150"/>
                <a:gd name="connsiteY10" fmla="*/ 7220 h 10113"/>
                <a:gd name="connsiteX11" fmla="*/ 4574 w 10150"/>
                <a:gd name="connsiteY11" fmla="*/ 10113 h 10113"/>
                <a:gd name="connsiteX0" fmla="*/ 4574 w 10150"/>
                <a:gd name="connsiteY0" fmla="*/ 10179 h 10179"/>
                <a:gd name="connsiteX1" fmla="*/ 487 w 10150"/>
                <a:gd name="connsiteY1" fmla="*/ 9047 h 10179"/>
                <a:gd name="connsiteX2" fmla="*/ 154 w 10150"/>
                <a:gd name="connsiteY2" fmla="*/ 5902 h 10179"/>
                <a:gd name="connsiteX3" fmla="*/ 914 w 10150"/>
                <a:gd name="connsiteY3" fmla="*/ 1106 h 10179"/>
                <a:gd name="connsiteX4" fmla="*/ 4628 w 10150"/>
                <a:gd name="connsiteY4" fmla="*/ 1864 h 10179"/>
                <a:gd name="connsiteX5" fmla="*/ 8424 w 10150"/>
                <a:gd name="connsiteY5" fmla="*/ 179 h 10179"/>
                <a:gd name="connsiteX6" fmla="*/ 9611 w 10150"/>
                <a:gd name="connsiteY6" fmla="*/ 2066 h 10179"/>
                <a:gd name="connsiteX7" fmla="*/ 7996 w 10150"/>
                <a:gd name="connsiteY7" fmla="*/ 3512 h 10179"/>
                <a:gd name="connsiteX8" fmla="*/ 9897 w 10150"/>
                <a:gd name="connsiteY8" fmla="*/ 3387 h 10179"/>
                <a:gd name="connsiteX9" fmla="*/ 9897 w 10150"/>
                <a:gd name="connsiteY9" fmla="*/ 5714 h 10179"/>
                <a:gd name="connsiteX10" fmla="*/ 4907 w 10150"/>
                <a:gd name="connsiteY10" fmla="*/ 7286 h 10179"/>
                <a:gd name="connsiteX11" fmla="*/ 4574 w 10150"/>
                <a:gd name="connsiteY11" fmla="*/ 10179 h 10179"/>
                <a:gd name="connsiteX0" fmla="*/ 4574 w 10150"/>
                <a:gd name="connsiteY0" fmla="*/ 10126 h 10126"/>
                <a:gd name="connsiteX1" fmla="*/ 487 w 10150"/>
                <a:gd name="connsiteY1" fmla="*/ 8994 h 10126"/>
                <a:gd name="connsiteX2" fmla="*/ 154 w 10150"/>
                <a:gd name="connsiteY2" fmla="*/ 5849 h 10126"/>
                <a:gd name="connsiteX3" fmla="*/ 914 w 10150"/>
                <a:gd name="connsiteY3" fmla="*/ 1053 h 10126"/>
                <a:gd name="connsiteX4" fmla="*/ 4628 w 10150"/>
                <a:gd name="connsiteY4" fmla="*/ 1811 h 10126"/>
                <a:gd name="connsiteX5" fmla="*/ 8424 w 10150"/>
                <a:gd name="connsiteY5" fmla="*/ 126 h 10126"/>
                <a:gd name="connsiteX6" fmla="*/ 9611 w 10150"/>
                <a:gd name="connsiteY6" fmla="*/ 2013 h 10126"/>
                <a:gd name="connsiteX7" fmla="*/ 7996 w 10150"/>
                <a:gd name="connsiteY7" fmla="*/ 3459 h 10126"/>
                <a:gd name="connsiteX8" fmla="*/ 9897 w 10150"/>
                <a:gd name="connsiteY8" fmla="*/ 3334 h 10126"/>
                <a:gd name="connsiteX9" fmla="*/ 9897 w 10150"/>
                <a:gd name="connsiteY9" fmla="*/ 5661 h 10126"/>
                <a:gd name="connsiteX10" fmla="*/ 4907 w 10150"/>
                <a:gd name="connsiteY10" fmla="*/ 7233 h 10126"/>
                <a:gd name="connsiteX11" fmla="*/ 4574 w 10150"/>
                <a:gd name="connsiteY11" fmla="*/ 10126 h 10126"/>
                <a:gd name="connsiteX0" fmla="*/ 5279 w 10855"/>
                <a:gd name="connsiteY0" fmla="*/ 10126 h 10126"/>
                <a:gd name="connsiteX1" fmla="*/ 1192 w 10855"/>
                <a:gd name="connsiteY1" fmla="*/ 8994 h 10126"/>
                <a:gd name="connsiteX2" fmla="*/ 4 w 10855"/>
                <a:gd name="connsiteY2" fmla="*/ 5849 h 10126"/>
                <a:gd name="connsiteX3" fmla="*/ 1619 w 10855"/>
                <a:gd name="connsiteY3" fmla="*/ 1053 h 10126"/>
                <a:gd name="connsiteX4" fmla="*/ 5333 w 10855"/>
                <a:gd name="connsiteY4" fmla="*/ 1811 h 10126"/>
                <a:gd name="connsiteX5" fmla="*/ 9129 w 10855"/>
                <a:gd name="connsiteY5" fmla="*/ 126 h 10126"/>
                <a:gd name="connsiteX6" fmla="*/ 10316 w 10855"/>
                <a:gd name="connsiteY6" fmla="*/ 2013 h 10126"/>
                <a:gd name="connsiteX7" fmla="*/ 8701 w 10855"/>
                <a:gd name="connsiteY7" fmla="*/ 3459 h 10126"/>
                <a:gd name="connsiteX8" fmla="*/ 10602 w 10855"/>
                <a:gd name="connsiteY8" fmla="*/ 3334 h 10126"/>
                <a:gd name="connsiteX9" fmla="*/ 10602 w 10855"/>
                <a:gd name="connsiteY9" fmla="*/ 5661 h 10126"/>
                <a:gd name="connsiteX10" fmla="*/ 5612 w 10855"/>
                <a:gd name="connsiteY10" fmla="*/ 7233 h 10126"/>
                <a:gd name="connsiteX11" fmla="*/ 5279 w 10855"/>
                <a:gd name="connsiteY11" fmla="*/ 10126 h 10126"/>
                <a:gd name="connsiteX0" fmla="*/ 5497 w 11073"/>
                <a:gd name="connsiteY0" fmla="*/ 10126 h 10637"/>
                <a:gd name="connsiteX1" fmla="*/ 489 w 11073"/>
                <a:gd name="connsiteY1" fmla="*/ 10481 h 10637"/>
                <a:gd name="connsiteX2" fmla="*/ 222 w 11073"/>
                <a:gd name="connsiteY2" fmla="*/ 5849 h 10637"/>
                <a:gd name="connsiteX3" fmla="*/ 1837 w 11073"/>
                <a:gd name="connsiteY3" fmla="*/ 1053 h 10637"/>
                <a:gd name="connsiteX4" fmla="*/ 5551 w 11073"/>
                <a:gd name="connsiteY4" fmla="*/ 1811 h 10637"/>
                <a:gd name="connsiteX5" fmla="*/ 9347 w 11073"/>
                <a:gd name="connsiteY5" fmla="*/ 126 h 10637"/>
                <a:gd name="connsiteX6" fmla="*/ 10534 w 11073"/>
                <a:gd name="connsiteY6" fmla="*/ 2013 h 10637"/>
                <a:gd name="connsiteX7" fmla="*/ 8919 w 11073"/>
                <a:gd name="connsiteY7" fmla="*/ 3459 h 10637"/>
                <a:gd name="connsiteX8" fmla="*/ 10820 w 11073"/>
                <a:gd name="connsiteY8" fmla="*/ 3334 h 10637"/>
                <a:gd name="connsiteX9" fmla="*/ 10820 w 11073"/>
                <a:gd name="connsiteY9" fmla="*/ 5661 h 10637"/>
                <a:gd name="connsiteX10" fmla="*/ 5830 w 11073"/>
                <a:gd name="connsiteY10" fmla="*/ 7233 h 10637"/>
                <a:gd name="connsiteX11" fmla="*/ 5497 w 11073"/>
                <a:gd name="connsiteY11" fmla="*/ 10126 h 10637"/>
                <a:gd name="connsiteX0" fmla="*/ 5357 w 11065"/>
                <a:gd name="connsiteY0" fmla="*/ 11264 h 11264"/>
                <a:gd name="connsiteX1" fmla="*/ 481 w 11065"/>
                <a:gd name="connsiteY1" fmla="*/ 10481 h 11264"/>
                <a:gd name="connsiteX2" fmla="*/ 214 w 11065"/>
                <a:gd name="connsiteY2" fmla="*/ 5849 h 11264"/>
                <a:gd name="connsiteX3" fmla="*/ 1829 w 11065"/>
                <a:gd name="connsiteY3" fmla="*/ 1053 h 11264"/>
                <a:gd name="connsiteX4" fmla="*/ 5543 w 11065"/>
                <a:gd name="connsiteY4" fmla="*/ 1811 h 11264"/>
                <a:gd name="connsiteX5" fmla="*/ 9339 w 11065"/>
                <a:gd name="connsiteY5" fmla="*/ 126 h 11264"/>
                <a:gd name="connsiteX6" fmla="*/ 10526 w 11065"/>
                <a:gd name="connsiteY6" fmla="*/ 2013 h 11264"/>
                <a:gd name="connsiteX7" fmla="*/ 8911 w 11065"/>
                <a:gd name="connsiteY7" fmla="*/ 3459 h 11264"/>
                <a:gd name="connsiteX8" fmla="*/ 10812 w 11065"/>
                <a:gd name="connsiteY8" fmla="*/ 3334 h 11264"/>
                <a:gd name="connsiteX9" fmla="*/ 10812 w 11065"/>
                <a:gd name="connsiteY9" fmla="*/ 5661 h 11264"/>
                <a:gd name="connsiteX10" fmla="*/ 5822 w 11065"/>
                <a:gd name="connsiteY10" fmla="*/ 7233 h 11264"/>
                <a:gd name="connsiteX11" fmla="*/ 5357 w 11065"/>
                <a:gd name="connsiteY11" fmla="*/ 11264 h 11264"/>
                <a:gd name="connsiteX0" fmla="*/ 5357 w 11065"/>
                <a:gd name="connsiteY0" fmla="*/ 11264 h 11264"/>
                <a:gd name="connsiteX1" fmla="*/ 481 w 11065"/>
                <a:gd name="connsiteY1" fmla="*/ 10481 h 11264"/>
                <a:gd name="connsiteX2" fmla="*/ 214 w 11065"/>
                <a:gd name="connsiteY2" fmla="*/ 5849 h 11264"/>
                <a:gd name="connsiteX3" fmla="*/ 1212 w 11065"/>
                <a:gd name="connsiteY3" fmla="*/ 506 h 11264"/>
                <a:gd name="connsiteX4" fmla="*/ 5543 w 11065"/>
                <a:gd name="connsiteY4" fmla="*/ 1811 h 11264"/>
                <a:gd name="connsiteX5" fmla="*/ 9339 w 11065"/>
                <a:gd name="connsiteY5" fmla="*/ 126 h 11264"/>
                <a:gd name="connsiteX6" fmla="*/ 10526 w 11065"/>
                <a:gd name="connsiteY6" fmla="*/ 2013 h 11264"/>
                <a:gd name="connsiteX7" fmla="*/ 8911 w 11065"/>
                <a:gd name="connsiteY7" fmla="*/ 3459 h 11264"/>
                <a:gd name="connsiteX8" fmla="*/ 10812 w 11065"/>
                <a:gd name="connsiteY8" fmla="*/ 3334 h 11264"/>
                <a:gd name="connsiteX9" fmla="*/ 10812 w 11065"/>
                <a:gd name="connsiteY9" fmla="*/ 5661 h 11264"/>
                <a:gd name="connsiteX10" fmla="*/ 5822 w 11065"/>
                <a:gd name="connsiteY10" fmla="*/ 7233 h 11264"/>
                <a:gd name="connsiteX11" fmla="*/ 5357 w 11065"/>
                <a:gd name="connsiteY11" fmla="*/ 11264 h 11264"/>
                <a:gd name="connsiteX0" fmla="*/ 6379 w 12087"/>
                <a:gd name="connsiteY0" fmla="*/ 11264 h 11264"/>
                <a:gd name="connsiteX1" fmla="*/ 1503 w 12087"/>
                <a:gd name="connsiteY1" fmla="*/ 10481 h 11264"/>
                <a:gd name="connsiteX2" fmla="*/ 3 w 12087"/>
                <a:gd name="connsiteY2" fmla="*/ 5849 h 11264"/>
                <a:gd name="connsiteX3" fmla="*/ 2234 w 12087"/>
                <a:gd name="connsiteY3" fmla="*/ 506 h 11264"/>
                <a:gd name="connsiteX4" fmla="*/ 6565 w 12087"/>
                <a:gd name="connsiteY4" fmla="*/ 1811 h 11264"/>
                <a:gd name="connsiteX5" fmla="*/ 10361 w 12087"/>
                <a:gd name="connsiteY5" fmla="*/ 126 h 11264"/>
                <a:gd name="connsiteX6" fmla="*/ 11548 w 12087"/>
                <a:gd name="connsiteY6" fmla="*/ 2013 h 11264"/>
                <a:gd name="connsiteX7" fmla="*/ 9933 w 12087"/>
                <a:gd name="connsiteY7" fmla="*/ 3459 h 11264"/>
                <a:gd name="connsiteX8" fmla="*/ 11834 w 12087"/>
                <a:gd name="connsiteY8" fmla="*/ 3334 h 11264"/>
                <a:gd name="connsiteX9" fmla="*/ 11834 w 12087"/>
                <a:gd name="connsiteY9" fmla="*/ 5661 h 11264"/>
                <a:gd name="connsiteX10" fmla="*/ 6844 w 12087"/>
                <a:gd name="connsiteY10" fmla="*/ 7233 h 11264"/>
                <a:gd name="connsiteX11" fmla="*/ 6379 w 12087"/>
                <a:gd name="connsiteY11" fmla="*/ 11264 h 11264"/>
                <a:gd name="connsiteX0" fmla="*/ 6464 w 12172"/>
                <a:gd name="connsiteY0" fmla="*/ 11264 h 12308"/>
                <a:gd name="connsiteX1" fmla="*/ 766 w 12172"/>
                <a:gd name="connsiteY1" fmla="*/ 12121 h 12308"/>
                <a:gd name="connsiteX2" fmla="*/ 88 w 12172"/>
                <a:gd name="connsiteY2" fmla="*/ 5849 h 12308"/>
                <a:gd name="connsiteX3" fmla="*/ 2319 w 12172"/>
                <a:gd name="connsiteY3" fmla="*/ 506 h 12308"/>
                <a:gd name="connsiteX4" fmla="*/ 6650 w 12172"/>
                <a:gd name="connsiteY4" fmla="*/ 1811 h 12308"/>
                <a:gd name="connsiteX5" fmla="*/ 10446 w 12172"/>
                <a:gd name="connsiteY5" fmla="*/ 126 h 12308"/>
                <a:gd name="connsiteX6" fmla="*/ 11633 w 12172"/>
                <a:gd name="connsiteY6" fmla="*/ 2013 h 12308"/>
                <a:gd name="connsiteX7" fmla="*/ 10018 w 12172"/>
                <a:gd name="connsiteY7" fmla="*/ 3459 h 12308"/>
                <a:gd name="connsiteX8" fmla="*/ 11919 w 12172"/>
                <a:gd name="connsiteY8" fmla="*/ 3334 h 12308"/>
                <a:gd name="connsiteX9" fmla="*/ 11919 w 12172"/>
                <a:gd name="connsiteY9" fmla="*/ 5661 h 12308"/>
                <a:gd name="connsiteX10" fmla="*/ 6929 w 12172"/>
                <a:gd name="connsiteY10" fmla="*/ 7233 h 12308"/>
                <a:gd name="connsiteX11" fmla="*/ 6464 w 12172"/>
                <a:gd name="connsiteY11" fmla="*/ 11264 h 1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72" h="12308">
                  <a:moveTo>
                    <a:pt x="6464" y="11264"/>
                  </a:moveTo>
                  <a:cubicBezTo>
                    <a:pt x="5656" y="10321"/>
                    <a:pt x="1829" y="13023"/>
                    <a:pt x="766" y="12121"/>
                  </a:cubicBezTo>
                  <a:cubicBezTo>
                    <a:pt x="-297" y="11219"/>
                    <a:pt x="40" y="7547"/>
                    <a:pt x="88" y="5849"/>
                  </a:cubicBezTo>
                  <a:cubicBezTo>
                    <a:pt x="136" y="4906"/>
                    <a:pt x="845" y="1198"/>
                    <a:pt x="2319" y="506"/>
                  </a:cubicBezTo>
                  <a:cubicBezTo>
                    <a:pt x="3793" y="-123"/>
                    <a:pt x="5236" y="689"/>
                    <a:pt x="6650" y="1811"/>
                  </a:cubicBezTo>
                  <a:cubicBezTo>
                    <a:pt x="7934" y="1559"/>
                    <a:pt x="9287" y="965"/>
                    <a:pt x="10446" y="126"/>
                  </a:cubicBezTo>
                  <a:cubicBezTo>
                    <a:pt x="11119" y="-361"/>
                    <a:pt x="11539" y="629"/>
                    <a:pt x="11633" y="2013"/>
                  </a:cubicBezTo>
                  <a:cubicBezTo>
                    <a:pt x="11633" y="2013"/>
                    <a:pt x="9780" y="2579"/>
                    <a:pt x="10018" y="3459"/>
                  </a:cubicBezTo>
                  <a:cubicBezTo>
                    <a:pt x="10255" y="4277"/>
                    <a:pt x="11919" y="3334"/>
                    <a:pt x="11919" y="3334"/>
                  </a:cubicBezTo>
                  <a:cubicBezTo>
                    <a:pt x="11919" y="3334"/>
                    <a:pt x="12489" y="4466"/>
                    <a:pt x="11919" y="5661"/>
                  </a:cubicBezTo>
                  <a:cubicBezTo>
                    <a:pt x="7024" y="4843"/>
                    <a:pt x="6976" y="6604"/>
                    <a:pt x="6929" y="7233"/>
                  </a:cubicBezTo>
                  <a:cubicBezTo>
                    <a:pt x="6881" y="7799"/>
                    <a:pt x="6749" y="10635"/>
                    <a:pt x="6464" y="1126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3" name="Freeform 34"/>
            <p:cNvSpPr>
              <a:spLocks/>
            </p:cNvSpPr>
            <p:nvPr/>
          </p:nvSpPr>
          <p:spPr bwMode="auto">
            <a:xfrm>
              <a:off x="1656" y="786"/>
              <a:ext cx="587" cy="543"/>
            </a:xfrm>
            <a:custGeom>
              <a:avLst/>
              <a:gdLst>
                <a:gd name="T0" fmla="*/ 159 w 219"/>
                <a:gd name="T1" fmla="*/ 46 h 224"/>
                <a:gd name="T2" fmla="*/ 161 w 219"/>
                <a:gd name="T3" fmla="*/ 21 h 224"/>
                <a:gd name="T4" fmla="*/ 152 w 219"/>
                <a:gd name="T5" fmla="*/ 5 h 224"/>
                <a:gd name="T6" fmla="*/ 136 w 219"/>
                <a:gd name="T7" fmla="*/ 12 h 224"/>
                <a:gd name="T8" fmla="*/ 128 w 219"/>
                <a:gd name="T9" fmla="*/ 36 h 224"/>
                <a:gd name="T10" fmla="*/ 116 w 219"/>
                <a:gd name="T11" fmla="*/ 35 h 224"/>
                <a:gd name="T12" fmla="*/ 115 w 219"/>
                <a:gd name="T13" fmla="*/ 14 h 224"/>
                <a:gd name="T14" fmla="*/ 101 w 219"/>
                <a:gd name="T15" fmla="*/ 1 h 224"/>
                <a:gd name="T16" fmla="*/ 88 w 219"/>
                <a:gd name="T17" fmla="*/ 15 h 224"/>
                <a:gd name="T18" fmla="*/ 81 w 219"/>
                <a:gd name="T19" fmla="*/ 40 h 224"/>
                <a:gd name="T20" fmla="*/ 69 w 219"/>
                <a:gd name="T21" fmla="*/ 45 h 224"/>
                <a:gd name="T22" fmla="*/ 54 w 219"/>
                <a:gd name="T23" fmla="*/ 27 h 224"/>
                <a:gd name="T24" fmla="*/ 35 w 219"/>
                <a:gd name="T25" fmla="*/ 24 h 224"/>
                <a:gd name="T26" fmla="*/ 32 w 219"/>
                <a:gd name="T27" fmla="*/ 42 h 224"/>
                <a:gd name="T28" fmla="*/ 42 w 219"/>
                <a:gd name="T29" fmla="*/ 66 h 224"/>
                <a:gd name="T30" fmla="*/ 17 w 219"/>
                <a:gd name="T31" fmla="*/ 115 h 224"/>
                <a:gd name="T32" fmla="*/ 2 w 219"/>
                <a:gd name="T33" fmla="*/ 218 h 224"/>
                <a:gd name="T34" fmla="*/ 53 w 219"/>
                <a:gd name="T35" fmla="*/ 223 h 224"/>
                <a:gd name="T36" fmla="*/ 68 w 219"/>
                <a:gd name="T37" fmla="*/ 224 h 224"/>
                <a:gd name="T38" fmla="*/ 95 w 219"/>
                <a:gd name="T39" fmla="*/ 110 h 224"/>
                <a:gd name="T40" fmla="*/ 170 w 219"/>
                <a:gd name="T41" fmla="*/ 121 h 224"/>
                <a:gd name="T42" fmla="*/ 197 w 219"/>
                <a:gd name="T43" fmla="*/ 114 h 224"/>
                <a:gd name="T44" fmla="*/ 219 w 219"/>
                <a:gd name="T45" fmla="*/ 99 h 224"/>
                <a:gd name="T46" fmla="*/ 159 w 219"/>
                <a:gd name="T47" fmla="*/ 46 h 224"/>
                <a:gd name="connsiteX0" fmla="*/ 8306 w 11046"/>
                <a:gd name="connsiteY0" fmla="*/ 2009 h 9955"/>
                <a:gd name="connsiteX1" fmla="*/ 8398 w 11046"/>
                <a:gd name="connsiteY1" fmla="*/ 893 h 9955"/>
                <a:gd name="connsiteX2" fmla="*/ 7987 w 11046"/>
                <a:gd name="connsiteY2" fmla="*/ 178 h 9955"/>
                <a:gd name="connsiteX3" fmla="*/ 7256 w 11046"/>
                <a:gd name="connsiteY3" fmla="*/ 491 h 9955"/>
                <a:gd name="connsiteX4" fmla="*/ 6891 w 11046"/>
                <a:gd name="connsiteY4" fmla="*/ 1562 h 9955"/>
                <a:gd name="connsiteX5" fmla="*/ 6343 w 11046"/>
                <a:gd name="connsiteY5" fmla="*/ 1518 h 9955"/>
                <a:gd name="connsiteX6" fmla="*/ 6297 w 11046"/>
                <a:gd name="connsiteY6" fmla="*/ 580 h 9955"/>
                <a:gd name="connsiteX7" fmla="*/ 5658 w 11046"/>
                <a:gd name="connsiteY7" fmla="*/ 0 h 9955"/>
                <a:gd name="connsiteX8" fmla="*/ 5064 w 11046"/>
                <a:gd name="connsiteY8" fmla="*/ 625 h 9955"/>
                <a:gd name="connsiteX9" fmla="*/ 4745 w 11046"/>
                <a:gd name="connsiteY9" fmla="*/ 1741 h 9955"/>
                <a:gd name="connsiteX10" fmla="*/ 4197 w 11046"/>
                <a:gd name="connsiteY10" fmla="*/ 1964 h 9955"/>
                <a:gd name="connsiteX11" fmla="*/ 3512 w 11046"/>
                <a:gd name="connsiteY11" fmla="*/ 1160 h 9955"/>
                <a:gd name="connsiteX12" fmla="*/ 2644 w 11046"/>
                <a:gd name="connsiteY12" fmla="*/ 1026 h 9955"/>
                <a:gd name="connsiteX13" fmla="*/ 2507 w 11046"/>
                <a:gd name="connsiteY13" fmla="*/ 1830 h 9955"/>
                <a:gd name="connsiteX14" fmla="*/ 2964 w 11046"/>
                <a:gd name="connsiteY14" fmla="*/ 2901 h 9955"/>
                <a:gd name="connsiteX15" fmla="*/ 1822 w 11046"/>
                <a:gd name="connsiteY15" fmla="*/ 5089 h 9955"/>
                <a:gd name="connsiteX16" fmla="*/ 0 w 11046"/>
                <a:gd name="connsiteY16" fmla="*/ 9749 h 9955"/>
                <a:gd name="connsiteX17" fmla="*/ 3466 w 11046"/>
                <a:gd name="connsiteY17" fmla="*/ 9910 h 9955"/>
                <a:gd name="connsiteX18" fmla="*/ 4151 w 11046"/>
                <a:gd name="connsiteY18" fmla="*/ 9955 h 9955"/>
                <a:gd name="connsiteX19" fmla="*/ 5384 w 11046"/>
                <a:gd name="connsiteY19" fmla="*/ 4866 h 9955"/>
                <a:gd name="connsiteX20" fmla="*/ 8809 w 11046"/>
                <a:gd name="connsiteY20" fmla="*/ 5357 h 9955"/>
                <a:gd name="connsiteX21" fmla="*/ 10041 w 11046"/>
                <a:gd name="connsiteY21" fmla="*/ 5044 h 9955"/>
                <a:gd name="connsiteX22" fmla="*/ 11046 w 11046"/>
                <a:gd name="connsiteY22" fmla="*/ 4375 h 9955"/>
                <a:gd name="connsiteX23" fmla="*/ 8306 w 11046"/>
                <a:gd name="connsiteY23" fmla="*/ 2009 h 9955"/>
                <a:gd name="connsiteX0" fmla="*/ 7703 w 10184"/>
                <a:gd name="connsiteY0" fmla="*/ 2018 h 10202"/>
                <a:gd name="connsiteX1" fmla="*/ 7787 w 10184"/>
                <a:gd name="connsiteY1" fmla="*/ 897 h 10202"/>
                <a:gd name="connsiteX2" fmla="*/ 7415 w 10184"/>
                <a:gd name="connsiteY2" fmla="*/ 179 h 10202"/>
                <a:gd name="connsiteX3" fmla="*/ 6753 w 10184"/>
                <a:gd name="connsiteY3" fmla="*/ 493 h 10202"/>
                <a:gd name="connsiteX4" fmla="*/ 6422 w 10184"/>
                <a:gd name="connsiteY4" fmla="*/ 1569 h 10202"/>
                <a:gd name="connsiteX5" fmla="*/ 5926 w 10184"/>
                <a:gd name="connsiteY5" fmla="*/ 1525 h 10202"/>
                <a:gd name="connsiteX6" fmla="*/ 5885 w 10184"/>
                <a:gd name="connsiteY6" fmla="*/ 583 h 10202"/>
                <a:gd name="connsiteX7" fmla="*/ 5306 w 10184"/>
                <a:gd name="connsiteY7" fmla="*/ 0 h 10202"/>
                <a:gd name="connsiteX8" fmla="*/ 4768 w 10184"/>
                <a:gd name="connsiteY8" fmla="*/ 628 h 10202"/>
                <a:gd name="connsiteX9" fmla="*/ 4480 w 10184"/>
                <a:gd name="connsiteY9" fmla="*/ 1749 h 10202"/>
                <a:gd name="connsiteX10" fmla="*/ 3984 w 10184"/>
                <a:gd name="connsiteY10" fmla="*/ 1973 h 10202"/>
                <a:gd name="connsiteX11" fmla="*/ 3363 w 10184"/>
                <a:gd name="connsiteY11" fmla="*/ 1165 h 10202"/>
                <a:gd name="connsiteX12" fmla="*/ 2578 w 10184"/>
                <a:gd name="connsiteY12" fmla="*/ 1031 h 10202"/>
                <a:gd name="connsiteX13" fmla="*/ 2454 w 10184"/>
                <a:gd name="connsiteY13" fmla="*/ 1838 h 10202"/>
                <a:gd name="connsiteX14" fmla="*/ 2867 w 10184"/>
                <a:gd name="connsiteY14" fmla="*/ 2914 h 10202"/>
                <a:gd name="connsiteX15" fmla="*/ 803 w 10184"/>
                <a:gd name="connsiteY15" fmla="*/ 5236 h 10202"/>
                <a:gd name="connsiteX16" fmla="*/ 184 w 10184"/>
                <a:gd name="connsiteY16" fmla="*/ 9793 h 10202"/>
                <a:gd name="connsiteX17" fmla="*/ 3322 w 10184"/>
                <a:gd name="connsiteY17" fmla="*/ 9955 h 10202"/>
                <a:gd name="connsiteX18" fmla="*/ 3942 w 10184"/>
                <a:gd name="connsiteY18" fmla="*/ 10000 h 10202"/>
                <a:gd name="connsiteX19" fmla="*/ 5058 w 10184"/>
                <a:gd name="connsiteY19" fmla="*/ 4888 h 10202"/>
                <a:gd name="connsiteX20" fmla="*/ 8159 w 10184"/>
                <a:gd name="connsiteY20" fmla="*/ 5381 h 10202"/>
                <a:gd name="connsiteX21" fmla="*/ 9274 w 10184"/>
                <a:gd name="connsiteY21" fmla="*/ 5067 h 10202"/>
                <a:gd name="connsiteX22" fmla="*/ 10184 w 10184"/>
                <a:gd name="connsiteY22" fmla="*/ 4395 h 10202"/>
                <a:gd name="connsiteX23" fmla="*/ 7703 w 10184"/>
                <a:gd name="connsiteY23" fmla="*/ 2018 h 10202"/>
                <a:gd name="connsiteX0" fmla="*/ 7703 w 10184"/>
                <a:gd name="connsiteY0" fmla="*/ 2018 h 10202"/>
                <a:gd name="connsiteX1" fmla="*/ 7787 w 10184"/>
                <a:gd name="connsiteY1" fmla="*/ 897 h 10202"/>
                <a:gd name="connsiteX2" fmla="*/ 7415 w 10184"/>
                <a:gd name="connsiteY2" fmla="*/ 179 h 10202"/>
                <a:gd name="connsiteX3" fmla="*/ 6753 w 10184"/>
                <a:gd name="connsiteY3" fmla="*/ 493 h 10202"/>
                <a:gd name="connsiteX4" fmla="*/ 6422 w 10184"/>
                <a:gd name="connsiteY4" fmla="*/ 1569 h 10202"/>
                <a:gd name="connsiteX5" fmla="*/ 5926 w 10184"/>
                <a:gd name="connsiteY5" fmla="*/ 1525 h 10202"/>
                <a:gd name="connsiteX6" fmla="*/ 5885 w 10184"/>
                <a:gd name="connsiteY6" fmla="*/ 583 h 10202"/>
                <a:gd name="connsiteX7" fmla="*/ 5306 w 10184"/>
                <a:gd name="connsiteY7" fmla="*/ 0 h 10202"/>
                <a:gd name="connsiteX8" fmla="*/ 4768 w 10184"/>
                <a:gd name="connsiteY8" fmla="*/ 628 h 10202"/>
                <a:gd name="connsiteX9" fmla="*/ 4480 w 10184"/>
                <a:gd name="connsiteY9" fmla="*/ 1749 h 10202"/>
                <a:gd name="connsiteX10" fmla="*/ 3984 w 10184"/>
                <a:gd name="connsiteY10" fmla="*/ 1973 h 10202"/>
                <a:gd name="connsiteX11" fmla="*/ 3363 w 10184"/>
                <a:gd name="connsiteY11" fmla="*/ 1165 h 10202"/>
                <a:gd name="connsiteX12" fmla="*/ 2578 w 10184"/>
                <a:gd name="connsiteY12" fmla="*/ 1031 h 10202"/>
                <a:gd name="connsiteX13" fmla="*/ 2454 w 10184"/>
                <a:gd name="connsiteY13" fmla="*/ 1838 h 10202"/>
                <a:gd name="connsiteX14" fmla="*/ 2867 w 10184"/>
                <a:gd name="connsiteY14" fmla="*/ 2914 h 10202"/>
                <a:gd name="connsiteX15" fmla="*/ 803 w 10184"/>
                <a:gd name="connsiteY15" fmla="*/ 5236 h 10202"/>
                <a:gd name="connsiteX16" fmla="*/ 184 w 10184"/>
                <a:gd name="connsiteY16" fmla="*/ 9793 h 10202"/>
                <a:gd name="connsiteX17" fmla="*/ 3322 w 10184"/>
                <a:gd name="connsiteY17" fmla="*/ 9955 h 10202"/>
                <a:gd name="connsiteX18" fmla="*/ 3942 w 10184"/>
                <a:gd name="connsiteY18" fmla="*/ 10000 h 10202"/>
                <a:gd name="connsiteX19" fmla="*/ 5058 w 10184"/>
                <a:gd name="connsiteY19" fmla="*/ 4888 h 10202"/>
                <a:gd name="connsiteX20" fmla="*/ 8159 w 10184"/>
                <a:gd name="connsiteY20" fmla="*/ 5381 h 10202"/>
                <a:gd name="connsiteX21" fmla="*/ 9274 w 10184"/>
                <a:gd name="connsiteY21" fmla="*/ 5067 h 10202"/>
                <a:gd name="connsiteX22" fmla="*/ 10184 w 10184"/>
                <a:gd name="connsiteY22" fmla="*/ 4395 h 10202"/>
                <a:gd name="connsiteX23" fmla="*/ 7703 w 10184"/>
                <a:gd name="connsiteY23" fmla="*/ 2018 h 10202"/>
                <a:gd name="connsiteX0" fmla="*/ 7720 w 10201"/>
                <a:gd name="connsiteY0" fmla="*/ 2018 h 10234"/>
                <a:gd name="connsiteX1" fmla="*/ 7804 w 10201"/>
                <a:gd name="connsiteY1" fmla="*/ 897 h 10234"/>
                <a:gd name="connsiteX2" fmla="*/ 7432 w 10201"/>
                <a:gd name="connsiteY2" fmla="*/ 179 h 10234"/>
                <a:gd name="connsiteX3" fmla="*/ 6770 w 10201"/>
                <a:gd name="connsiteY3" fmla="*/ 493 h 10234"/>
                <a:gd name="connsiteX4" fmla="*/ 6439 w 10201"/>
                <a:gd name="connsiteY4" fmla="*/ 1569 h 10234"/>
                <a:gd name="connsiteX5" fmla="*/ 5943 w 10201"/>
                <a:gd name="connsiteY5" fmla="*/ 1525 h 10234"/>
                <a:gd name="connsiteX6" fmla="*/ 5902 w 10201"/>
                <a:gd name="connsiteY6" fmla="*/ 583 h 10234"/>
                <a:gd name="connsiteX7" fmla="*/ 5323 w 10201"/>
                <a:gd name="connsiteY7" fmla="*/ 0 h 10234"/>
                <a:gd name="connsiteX8" fmla="*/ 4785 w 10201"/>
                <a:gd name="connsiteY8" fmla="*/ 628 h 10234"/>
                <a:gd name="connsiteX9" fmla="*/ 4497 w 10201"/>
                <a:gd name="connsiteY9" fmla="*/ 1749 h 10234"/>
                <a:gd name="connsiteX10" fmla="*/ 4001 w 10201"/>
                <a:gd name="connsiteY10" fmla="*/ 1973 h 10234"/>
                <a:gd name="connsiteX11" fmla="*/ 3380 w 10201"/>
                <a:gd name="connsiteY11" fmla="*/ 1165 h 10234"/>
                <a:gd name="connsiteX12" fmla="*/ 2595 w 10201"/>
                <a:gd name="connsiteY12" fmla="*/ 1031 h 10234"/>
                <a:gd name="connsiteX13" fmla="*/ 2471 w 10201"/>
                <a:gd name="connsiteY13" fmla="*/ 1838 h 10234"/>
                <a:gd name="connsiteX14" fmla="*/ 2884 w 10201"/>
                <a:gd name="connsiteY14" fmla="*/ 2914 h 10234"/>
                <a:gd name="connsiteX15" fmla="*/ 763 w 10201"/>
                <a:gd name="connsiteY15" fmla="*/ 4801 h 10234"/>
                <a:gd name="connsiteX16" fmla="*/ 201 w 10201"/>
                <a:gd name="connsiteY16" fmla="*/ 9793 h 10234"/>
                <a:gd name="connsiteX17" fmla="*/ 3339 w 10201"/>
                <a:gd name="connsiteY17" fmla="*/ 9955 h 10234"/>
                <a:gd name="connsiteX18" fmla="*/ 3959 w 10201"/>
                <a:gd name="connsiteY18" fmla="*/ 10000 h 10234"/>
                <a:gd name="connsiteX19" fmla="*/ 5075 w 10201"/>
                <a:gd name="connsiteY19" fmla="*/ 4888 h 10234"/>
                <a:gd name="connsiteX20" fmla="*/ 8176 w 10201"/>
                <a:gd name="connsiteY20" fmla="*/ 5381 h 10234"/>
                <a:gd name="connsiteX21" fmla="*/ 9291 w 10201"/>
                <a:gd name="connsiteY21" fmla="*/ 5067 h 10234"/>
                <a:gd name="connsiteX22" fmla="*/ 10201 w 10201"/>
                <a:gd name="connsiteY22" fmla="*/ 4395 h 10234"/>
                <a:gd name="connsiteX23" fmla="*/ 7720 w 10201"/>
                <a:gd name="connsiteY23" fmla="*/ 2018 h 10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0201" h="10234">
                  <a:moveTo>
                    <a:pt x="7720" y="2018"/>
                  </a:moveTo>
                  <a:cubicBezTo>
                    <a:pt x="7596" y="1928"/>
                    <a:pt x="7348" y="1838"/>
                    <a:pt x="7804" y="897"/>
                  </a:cubicBezTo>
                  <a:cubicBezTo>
                    <a:pt x="7886" y="717"/>
                    <a:pt x="8052" y="403"/>
                    <a:pt x="7432" y="179"/>
                  </a:cubicBezTo>
                  <a:cubicBezTo>
                    <a:pt x="6770" y="-45"/>
                    <a:pt x="6770" y="269"/>
                    <a:pt x="6770" y="493"/>
                  </a:cubicBezTo>
                  <a:cubicBezTo>
                    <a:pt x="6728" y="1434"/>
                    <a:pt x="6563" y="1569"/>
                    <a:pt x="6439" y="1569"/>
                  </a:cubicBezTo>
                  <a:cubicBezTo>
                    <a:pt x="6315" y="1525"/>
                    <a:pt x="6026" y="1525"/>
                    <a:pt x="5943" y="1525"/>
                  </a:cubicBezTo>
                  <a:cubicBezTo>
                    <a:pt x="5695" y="1480"/>
                    <a:pt x="5695" y="1210"/>
                    <a:pt x="5902" y="583"/>
                  </a:cubicBezTo>
                  <a:cubicBezTo>
                    <a:pt x="5943" y="313"/>
                    <a:pt x="5984" y="0"/>
                    <a:pt x="5323" y="0"/>
                  </a:cubicBezTo>
                  <a:cubicBezTo>
                    <a:pt x="4621" y="0"/>
                    <a:pt x="4745" y="359"/>
                    <a:pt x="4785" y="628"/>
                  </a:cubicBezTo>
                  <a:cubicBezTo>
                    <a:pt x="4909" y="1434"/>
                    <a:pt x="4785" y="1658"/>
                    <a:pt x="4497" y="1749"/>
                  </a:cubicBezTo>
                  <a:cubicBezTo>
                    <a:pt x="4331" y="1838"/>
                    <a:pt x="4165" y="1883"/>
                    <a:pt x="4001" y="1973"/>
                  </a:cubicBezTo>
                  <a:cubicBezTo>
                    <a:pt x="3835" y="2062"/>
                    <a:pt x="3587" y="2197"/>
                    <a:pt x="3380" y="1165"/>
                  </a:cubicBezTo>
                  <a:cubicBezTo>
                    <a:pt x="3339" y="897"/>
                    <a:pt x="3173" y="628"/>
                    <a:pt x="2595" y="1031"/>
                  </a:cubicBezTo>
                  <a:cubicBezTo>
                    <a:pt x="2058" y="1390"/>
                    <a:pt x="2306" y="1658"/>
                    <a:pt x="2471" y="1838"/>
                  </a:cubicBezTo>
                  <a:cubicBezTo>
                    <a:pt x="2760" y="2153"/>
                    <a:pt x="3169" y="2420"/>
                    <a:pt x="2884" y="2914"/>
                  </a:cubicBezTo>
                  <a:cubicBezTo>
                    <a:pt x="2599" y="3408"/>
                    <a:pt x="1984" y="4660"/>
                    <a:pt x="763" y="4801"/>
                  </a:cubicBezTo>
                  <a:cubicBezTo>
                    <a:pt x="61" y="6998"/>
                    <a:pt x="-228" y="8934"/>
                    <a:pt x="201" y="9793"/>
                  </a:cubicBezTo>
                  <a:cubicBezTo>
                    <a:pt x="630" y="10652"/>
                    <a:pt x="2058" y="10000"/>
                    <a:pt x="3339" y="9955"/>
                  </a:cubicBezTo>
                  <a:cubicBezTo>
                    <a:pt x="3587" y="9911"/>
                    <a:pt x="3835" y="9955"/>
                    <a:pt x="3959" y="10000"/>
                  </a:cubicBezTo>
                  <a:cubicBezTo>
                    <a:pt x="3959" y="10000"/>
                    <a:pt x="3091" y="5920"/>
                    <a:pt x="5075" y="4888"/>
                  </a:cubicBezTo>
                  <a:cubicBezTo>
                    <a:pt x="7018" y="3811"/>
                    <a:pt x="8176" y="5381"/>
                    <a:pt x="8176" y="5381"/>
                  </a:cubicBezTo>
                  <a:cubicBezTo>
                    <a:pt x="8176" y="5381"/>
                    <a:pt x="8465" y="5471"/>
                    <a:pt x="9291" y="5067"/>
                  </a:cubicBezTo>
                  <a:cubicBezTo>
                    <a:pt x="10159" y="4708"/>
                    <a:pt x="10201" y="4395"/>
                    <a:pt x="10201" y="4395"/>
                  </a:cubicBezTo>
                  <a:cubicBezTo>
                    <a:pt x="10201" y="4395"/>
                    <a:pt x="9291" y="2825"/>
                    <a:pt x="7720" y="201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4" name="Freeform 36"/>
            <p:cNvSpPr>
              <a:spLocks/>
            </p:cNvSpPr>
            <p:nvPr/>
          </p:nvSpPr>
          <p:spPr bwMode="auto">
            <a:xfrm>
              <a:off x="2112" y="1299"/>
              <a:ext cx="224" cy="251"/>
            </a:xfrm>
            <a:custGeom>
              <a:avLst/>
              <a:gdLst>
                <a:gd name="T0" fmla="*/ 0 w 97"/>
                <a:gd name="T1" fmla="*/ 42 h 94"/>
                <a:gd name="T2" fmla="*/ 19 w 97"/>
                <a:gd name="T3" fmla="*/ 63 h 94"/>
                <a:gd name="T4" fmla="*/ 77 w 97"/>
                <a:gd name="T5" fmla="*/ 94 h 94"/>
                <a:gd name="T6" fmla="*/ 42 w 97"/>
                <a:gd name="T7" fmla="*/ 24 h 94"/>
                <a:gd name="T8" fmla="*/ 5 w 97"/>
                <a:gd name="T9" fmla="*/ 8 h 94"/>
                <a:gd name="T10" fmla="*/ 0 w 97"/>
                <a:gd name="T11" fmla="*/ 42 h 94"/>
                <a:gd name="connsiteX0" fmla="*/ 487 w 8790"/>
                <a:gd name="connsiteY0" fmla="*/ 3931 h 9463"/>
                <a:gd name="connsiteX1" fmla="*/ 2446 w 8790"/>
                <a:gd name="connsiteY1" fmla="*/ 6165 h 9463"/>
                <a:gd name="connsiteX2" fmla="*/ 8425 w 8790"/>
                <a:gd name="connsiteY2" fmla="*/ 9463 h 9463"/>
                <a:gd name="connsiteX3" fmla="*/ 4817 w 8790"/>
                <a:gd name="connsiteY3" fmla="*/ 2016 h 9463"/>
                <a:gd name="connsiteX4" fmla="*/ 0 w 8790"/>
                <a:gd name="connsiteY4" fmla="*/ 166 h 9463"/>
                <a:gd name="connsiteX5" fmla="*/ 487 w 8790"/>
                <a:gd name="connsiteY5" fmla="*/ 3931 h 9463"/>
                <a:gd name="connsiteX0" fmla="*/ 0 w 11238"/>
                <a:gd name="connsiteY0" fmla="*/ 4622 h 10000"/>
                <a:gd name="connsiteX1" fmla="*/ 4021 w 11238"/>
                <a:gd name="connsiteY1" fmla="*/ 6515 h 10000"/>
                <a:gd name="connsiteX2" fmla="*/ 10823 w 11238"/>
                <a:gd name="connsiteY2" fmla="*/ 10000 h 10000"/>
                <a:gd name="connsiteX3" fmla="*/ 6718 w 11238"/>
                <a:gd name="connsiteY3" fmla="*/ 2130 h 10000"/>
                <a:gd name="connsiteX4" fmla="*/ 1238 w 11238"/>
                <a:gd name="connsiteY4" fmla="*/ 175 h 10000"/>
                <a:gd name="connsiteX5" fmla="*/ 0 w 11238"/>
                <a:gd name="connsiteY5" fmla="*/ 4622 h 10000"/>
                <a:gd name="connsiteX0" fmla="*/ 0 w 11500"/>
                <a:gd name="connsiteY0" fmla="*/ 4622 h 10243"/>
                <a:gd name="connsiteX1" fmla="*/ 3043 w 11500"/>
                <a:gd name="connsiteY1" fmla="*/ 7919 h 10243"/>
                <a:gd name="connsiteX2" fmla="*/ 10823 w 11500"/>
                <a:gd name="connsiteY2" fmla="*/ 10000 h 10243"/>
                <a:gd name="connsiteX3" fmla="*/ 6718 w 11500"/>
                <a:gd name="connsiteY3" fmla="*/ 2130 h 10243"/>
                <a:gd name="connsiteX4" fmla="*/ 1238 w 11500"/>
                <a:gd name="connsiteY4" fmla="*/ 175 h 10243"/>
                <a:gd name="connsiteX5" fmla="*/ 0 w 11500"/>
                <a:gd name="connsiteY5" fmla="*/ 4622 h 10243"/>
                <a:gd name="connsiteX0" fmla="*/ 0 w 11108"/>
                <a:gd name="connsiteY0" fmla="*/ 4622 h 11880"/>
                <a:gd name="connsiteX1" fmla="*/ 3043 w 11108"/>
                <a:gd name="connsiteY1" fmla="*/ 7919 h 11880"/>
                <a:gd name="connsiteX2" fmla="*/ 10170 w 11108"/>
                <a:gd name="connsiteY2" fmla="*/ 11717 h 11880"/>
                <a:gd name="connsiteX3" fmla="*/ 6718 w 11108"/>
                <a:gd name="connsiteY3" fmla="*/ 2130 h 11880"/>
                <a:gd name="connsiteX4" fmla="*/ 1238 w 11108"/>
                <a:gd name="connsiteY4" fmla="*/ 175 h 11880"/>
                <a:gd name="connsiteX5" fmla="*/ 0 w 11108"/>
                <a:gd name="connsiteY5" fmla="*/ 4622 h 11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108" h="11880">
                  <a:moveTo>
                    <a:pt x="0" y="4622"/>
                  </a:moveTo>
                  <a:cubicBezTo>
                    <a:pt x="1524" y="5184"/>
                    <a:pt x="1348" y="6737"/>
                    <a:pt x="3043" y="7919"/>
                  </a:cubicBezTo>
                  <a:cubicBezTo>
                    <a:pt x="4738" y="9101"/>
                    <a:pt x="9558" y="12682"/>
                    <a:pt x="10170" y="11717"/>
                  </a:cubicBezTo>
                  <a:cubicBezTo>
                    <a:pt x="10783" y="10752"/>
                    <a:pt x="13169" y="4604"/>
                    <a:pt x="6718" y="2130"/>
                  </a:cubicBezTo>
                  <a:cubicBezTo>
                    <a:pt x="6718" y="2130"/>
                    <a:pt x="4874" y="-724"/>
                    <a:pt x="1238" y="175"/>
                  </a:cubicBezTo>
                  <a:cubicBezTo>
                    <a:pt x="1238" y="175"/>
                    <a:pt x="352" y="4060"/>
                    <a:pt x="0" y="462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5" name="Line 37"/>
            <p:cNvSpPr>
              <a:spLocks noChangeShapeType="1"/>
            </p:cNvSpPr>
            <p:nvPr/>
          </p:nvSpPr>
          <p:spPr bwMode="auto">
            <a:xfrm>
              <a:off x="2464" y="1268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6" name="Line 38"/>
            <p:cNvSpPr>
              <a:spLocks noChangeShapeType="1"/>
            </p:cNvSpPr>
            <p:nvPr/>
          </p:nvSpPr>
          <p:spPr bwMode="auto">
            <a:xfrm>
              <a:off x="2464" y="1268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17" name="brain_monocolor"/>
          <p:cNvGrpSpPr>
            <a:grpSpLocks noChangeAspect="1"/>
          </p:cNvGrpSpPr>
          <p:nvPr/>
        </p:nvGrpSpPr>
        <p:grpSpPr bwMode="auto">
          <a:xfrm>
            <a:off x="5916056" y="1930127"/>
            <a:ext cx="320942" cy="283119"/>
            <a:chOff x="689" y="753"/>
            <a:chExt cx="1434" cy="1265"/>
          </a:xfrm>
        </p:grpSpPr>
        <p:sp>
          <p:nvSpPr>
            <p:cNvPr id="818" name="AutoShape 40"/>
            <p:cNvSpPr>
              <a:spLocks noChangeAspect="1" noChangeArrowheads="1" noTextEdit="1"/>
            </p:cNvSpPr>
            <p:nvPr/>
          </p:nvSpPr>
          <p:spPr bwMode="auto">
            <a:xfrm>
              <a:off x="720" y="777"/>
              <a:ext cx="1396" cy="1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9" name="Freeform 42"/>
            <p:cNvSpPr>
              <a:spLocks/>
            </p:cNvSpPr>
            <p:nvPr/>
          </p:nvSpPr>
          <p:spPr bwMode="auto">
            <a:xfrm>
              <a:off x="722" y="796"/>
              <a:ext cx="1401" cy="1220"/>
            </a:xfrm>
            <a:custGeom>
              <a:avLst/>
              <a:gdLst>
                <a:gd name="T0" fmla="*/ 560 w 590"/>
                <a:gd name="T1" fmla="*/ 183 h 513"/>
                <a:gd name="T2" fmla="*/ 530 w 590"/>
                <a:gd name="T3" fmla="*/ 151 h 513"/>
                <a:gd name="T4" fmla="*/ 493 w 590"/>
                <a:gd name="T5" fmla="*/ 94 h 513"/>
                <a:gd name="T6" fmla="*/ 396 w 590"/>
                <a:gd name="T7" fmla="*/ 28 h 513"/>
                <a:gd name="T8" fmla="*/ 309 w 590"/>
                <a:gd name="T9" fmla="*/ 12 h 513"/>
                <a:gd name="T10" fmla="*/ 210 w 590"/>
                <a:gd name="T11" fmla="*/ 18 h 513"/>
                <a:gd name="T12" fmla="*/ 108 w 590"/>
                <a:gd name="T13" fmla="*/ 47 h 513"/>
                <a:gd name="T14" fmla="*/ 51 w 590"/>
                <a:gd name="T15" fmla="*/ 100 h 513"/>
                <a:gd name="T16" fmla="*/ 19 w 590"/>
                <a:gd name="T17" fmla="*/ 174 h 513"/>
                <a:gd name="T18" fmla="*/ 38 w 590"/>
                <a:gd name="T19" fmla="*/ 228 h 513"/>
                <a:gd name="T20" fmla="*/ 120 w 590"/>
                <a:gd name="T21" fmla="*/ 282 h 513"/>
                <a:gd name="T22" fmla="*/ 139 w 590"/>
                <a:gd name="T23" fmla="*/ 336 h 513"/>
                <a:gd name="T24" fmla="*/ 241 w 590"/>
                <a:gd name="T25" fmla="*/ 371 h 513"/>
                <a:gd name="T26" fmla="*/ 267 w 590"/>
                <a:gd name="T27" fmla="*/ 365 h 513"/>
                <a:gd name="T28" fmla="*/ 312 w 590"/>
                <a:gd name="T29" fmla="*/ 428 h 513"/>
                <a:gd name="T30" fmla="*/ 359 w 590"/>
                <a:gd name="T31" fmla="*/ 501 h 513"/>
                <a:gd name="T32" fmla="*/ 389 w 590"/>
                <a:gd name="T33" fmla="*/ 513 h 513"/>
                <a:gd name="T34" fmla="*/ 371 w 590"/>
                <a:gd name="T35" fmla="*/ 427 h 513"/>
                <a:gd name="T36" fmla="*/ 447 w 590"/>
                <a:gd name="T37" fmla="*/ 437 h 513"/>
                <a:gd name="T38" fmla="*/ 513 w 590"/>
                <a:gd name="T39" fmla="*/ 373 h 513"/>
                <a:gd name="T40" fmla="*/ 573 w 590"/>
                <a:gd name="T41" fmla="*/ 338 h 513"/>
                <a:gd name="T42" fmla="*/ 581 w 590"/>
                <a:gd name="T43" fmla="*/ 243 h 513"/>
                <a:gd name="T44" fmla="*/ 560 w 590"/>
                <a:gd name="T45" fmla="*/ 183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90" h="513">
                  <a:moveTo>
                    <a:pt x="560" y="183"/>
                  </a:moveTo>
                  <a:cubicBezTo>
                    <a:pt x="537" y="165"/>
                    <a:pt x="545" y="160"/>
                    <a:pt x="530" y="151"/>
                  </a:cubicBezTo>
                  <a:cubicBezTo>
                    <a:pt x="515" y="141"/>
                    <a:pt x="533" y="104"/>
                    <a:pt x="493" y="94"/>
                  </a:cubicBezTo>
                  <a:cubicBezTo>
                    <a:pt x="453" y="85"/>
                    <a:pt x="440" y="30"/>
                    <a:pt x="396" y="28"/>
                  </a:cubicBezTo>
                  <a:cubicBezTo>
                    <a:pt x="351" y="26"/>
                    <a:pt x="343" y="5"/>
                    <a:pt x="309" y="12"/>
                  </a:cubicBezTo>
                  <a:cubicBezTo>
                    <a:pt x="275" y="19"/>
                    <a:pt x="258" y="0"/>
                    <a:pt x="210" y="18"/>
                  </a:cubicBezTo>
                  <a:cubicBezTo>
                    <a:pt x="161" y="36"/>
                    <a:pt x="146" y="17"/>
                    <a:pt x="108" y="47"/>
                  </a:cubicBezTo>
                  <a:cubicBezTo>
                    <a:pt x="72" y="75"/>
                    <a:pt x="70" y="96"/>
                    <a:pt x="51" y="100"/>
                  </a:cubicBezTo>
                  <a:cubicBezTo>
                    <a:pt x="32" y="104"/>
                    <a:pt x="0" y="143"/>
                    <a:pt x="19" y="174"/>
                  </a:cubicBezTo>
                  <a:cubicBezTo>
                    <a:pt x="6" y="207"/>
                    <a:pt x="38" y="228"/>
                    <a:pt x="38" y="228"/>
                  </a:cubicBezTo>
                  <a:cubicBezTo>
                    <a:pt x="38" y="228"/>
                    <a:pt x="47" y="303"/>
                    <a:pt x="120" y="282"/>
                  </a:cubicBezTo>
                  <a:cubicBezTo>
                    <a:pt x="124" y="314"/>
                    <a:pt x="121" y="316"/>
                    <a:pt x="139" y="336"/>
                  </a:cubicBezTo>
                  <a:cubicBezTo>
                    <a:pt x="157" y="356"/>
                    <a:pt x="203" y="379"/>
                    <a:pt x="241" y="371"/>
                  </a:cubicBezTo>
                  <a:cubicBezTo>
                    <a:pt x="248" y="369"/>
                    <a:pt x="257" y="367"/>
                    <a:pt x="267" y="365"/>
                  </a:cubicBezTo>
                  <a:cubicBezTo>
                    <a:pt x="272" y="404"/>
                    <a:pt x="303" y="411"/>
                    <a:pt x="312" y="428"/>
                  </a:cubicBezTo>
                  <a:cubicBezTo>
                    <a:pt x="323" y="447"/>
                    <a:pt x="354" y="496"/>
                    <a:pt x="359" y="501"/>
                  </a:cubicBezTo>
                  <a:cubicBezTo>
                    <a:pt x="363" y="506"/>
                    <a:pt x="389" y="513"/>
                    <a:pt x="389" y="513"/>
                  </a:cubicBezTo>
                  <a:cubicBezTo>
                    <a:pt x="389" y="513"/>
                    <a:pt x="398" y="491"/>
                    <a:pt x="371" y="427"/>
                  </a:cubicBezTo>
                  <a:cubicBezTo>
                    <a:pt x="393" y="439"/>
                    <a:pt x="420" y="447"/>
                    <a:pt x="447" y="437"/>
                  </a:cubicBezTo>
                  <a:cubicBezTo>
                    <a:pt x="493" y="419"/>
                    <a:pt x="512" y="395"/>
                    <a:pt x="513" y="373"/>
                  </a:cubicBezTo>
                  <a:cubicBezTo>
                    <a:pt x="542" y="367"/>
                    <a:pt x="566" y="355"/>
                    <a:pt x="573" y="338"/>
                  </a:cubicBezTo>
                  <a:cubicBezTo>
                    <a:pt x="586" y="303"/>
                    <a:pt x="590" y="257"/>
                    <a:pt x="581" y="243"/>
                  </a:cubicBezTo>
                  <a:cubicBezTo>
                    <a:pt x="573" y="228"/>
                    <a:pt x="583" y="201"/>
                    <a:pt x="560" y="183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0" name="Freeform 43"/>
            <p:cNvSpPr>
              <a:spLocks/>
            </p:cNvSpPr>
            <p:nvPr/>
          </p:nvSpPr>
          <p:spPr bwMode="auto">
            <a:xfrm>
              <a:off x="1314" y="1512"/>
              <a:ext cx="320" cy="461"/>
            </a:xfrm>
            <a:custGeom>
              <a:avLst/>
              <a:gdLst>
                <a:gd name="T0" fmla="*/ 4 w 135"/>
                <a:gd name="T1" fmla="*/ 28 h 194"/>
                <a:gd name="T2" fmla="*/ 49 w 135"/>
                <a:gd name="T3" fmla="*/ 109 h 194"/>
                <a:gd name="T4" fmla="*/ 96 w 135"/>
                <a:gd name="T5" fmla="*/ 182 h 194"/>
                <a:gd name="T6" fmla="*/ 126 w 135"/>
                <a:gd name="T7" fmla="*/ 194 h 194"/>
                <a:gd name="T8" fmla="*/ 108 w 135"/>
                <a:gd name="T9" fmla="*/ 108 h 194"/>
                <a:gd name="T10" fmla="*/ 57 w 135"/>
                <a:gd name="T11" fmla="*/ 0 h 194"/>
                <a:gd name="T12" fmla="*/ 4 w 135"/>
                <a:gd name="T13" fmla="*/ 28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5" h="194">
                  <a:moveTo>
                    <a:pt x="4" y="28"/>
                  </a:moveTo>
                  <a:cubicBezTo>
                    <a:pt x="0" y="83"/>
                    <a:pt x="39" y="90"/>
                    <a:pt x="49" y="109"/>
                  </a:cubicBezTo>
                  <a:cubicBezTo>
                    <a:pt x="60" y="128"/>
                    <a:pt x="91" y="177"/>
                    <a:pt x="96" y="182"/>
                  </a:cubicBezTo>
                  <a:cubicBezTo>
                    <a:pt x="100" y="187"/>
                    <a:pt x="126" y="194"/>
                    <a:pt x="126" y="194"/>
                  </a:cubicBezTo>
                  <a:cubicBezTo>
                    <a:pt x="126" y="194"/>
                    <a:pt x="135" y="172"/>
                    <a:pt x="108" y="108"/>
                  </a:cubicBezTo>
                  <a:cubicBezTo>
                    <a:pt x="82" y="43"/>
                    <a:pt x="57" y="0"/>
                    <a:pt x="57" y="0"/>
                  </a:cubicBezTo>
                  <a:lnTo>
                    <a:pt x="4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1" name="Freeform 44"/>
            <p:cNvSpPr>
              <a:spLocks/>
            </p:cNvSpPr>
            <p:nvPr/>
          </p:nvSpPr>
          <p:spPr bwMode="auto">
            <a:xfrm>
              <a:off x="1359" y="1562"/>
              <a:ext cx="218" cy="358"/>
            </a:xfrm>
            <a:custGeom>
              <a:avLst/>
              <a:gdLst>
                <a:gd name="T0" fmla="*/ 92 w 92"/>
                <a:gd name="T1" fmla="*/ 151 h 151"/>
                <a:gd name="T2" fmla="*/ 88 w 92"/>
                <a:gd name="T3" fmla="*/ 150 h 151"/>
                <a:gd name="T4" fmla="*/ 44 w 92"/>
                <a:gd name="T5" fmla="*/ 80 h 151"/>
                <a:gd name="T6" fmla="*/ 25 w 92"/>
                <a:gd name="T7" fmla="*/ 60 h 151"/>
                <a:gd name="T8" fmla="*/ 0 w 92"/>
                <a:gd name="T9" fmla="*/ 17 h 151"/>
                <a:gd name="T10" fmla="*/ 31 w 92"/>
                <a:gd name="T11" fmla="*/ 0 h 151"/>
                <a:gd name="T12" fmla="*/ 75 w 92"/>
                <a:gd name="T13" fmla="*/ 93 h 151"/>
                <a:gd name="T14" fmla="*/ 92 w 92"/>
                <a:gd name="T15" fmla="*/ 151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2" h="151">
                  <a:moveTo>
                    <a:pt x="92" y="151"/>
                  </a:moveTo>
                  <a:cubicBezTo>
                    <a:pt x="90" y="151"/>
                    <a:pt x="89" y="150"/>
                    <a:pt x="88" y="150"/>
                  </a:cubicBezTo>
                  <a:cubicBezTo>
                    <a:pt x="82" y="141"/>
                    <a:pt x="54" y="97"/>
                    <a:pt x="44" y="80"/>
                  </a:cubicBezTo>
                  <a:cubicBezTo>
                    <a:pt x="39" y="72"/>
                    <a:pt x="32" y="66"/>
                    <a:pt x="25" y="60"/>
                  </a:cubicBezTo>
                  <a:cubicBezTo>
                    <a:pt x="13" y="50"/>
                    <a:pt x="1" y="41"/>
                    <a:pt x="0" y="17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41" y="18"/>
                    <a:pt x="57" y="51"/>
                    <a:pt x="75" y="93"/>
                  </a:cubicBezTo>
                  <a:cubicBezTo>
                    <a:pt x="86" y="121"/>
                    <a:pt x="90" y="139"/>
                    <a:pt x="92" y="15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2" name="Freeform 45"/>
            <p:cNvSpPr>
              <a:spLocks/>
            </p:cNvSpPr>
            <p:nvPr/>
          </p:nvSpPr>
          <p:spPr bwMode="auto">
            <a:xfrm>
              <a:off x="1416" y="1436"/>
              <a:ext cx="508" cy="408"/>
            </a:xfrm>
            <a:custGeom>
              <a:avLst/>
              <a:gdLst>
                <a:gd name="T0" fmla="*/ 0 w 214"/>
                <a:gd name="T1" fmla="*/ 41 h 172"/>
                <a:gd name="T2" fmla="*/ 23 w 214"/>
                <a:gd name="T3" fmla="*/ 102 h 172"/>
                <a:gd name="T4" fmla="*/ 141 w 214"/>
                <a:gd name="T5" fmla="*/ 150 h 172"/>
                <a:gd name="T6" fmla="*/ 204 w 214"/>
                <a:gd name="T7" fmla="*/ 68 h 172"/>
                <a:gd name="T8" fmla="*/ 0 w 214"/>
                <a:gd name="T9" fmla="*/ 41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172">
                  <a:moveTo>
                    <a:pt x="0" y="41"/>
                  </a:moveTo>
                  <a:cubicBezTo>
                    <a:pt x="9" y="85"/>
                    <a:pt x="15" y="89"/>
                    <a:pt x="23" y="102"/>
                  </a:cubicBezTo>
                  <a:cubicBezTo>
                    <a:pt x="30" y="115"/>
                    <a:pt x="84" y="172"/>
                    <a:pt x="141" y="150"/>
                  </a:cubicBezTo>
                  <a:cubicBezTo>
                    <a:pt x="199" y="127"/>
                    <a:pt x="214" y="96"/>
                    <a:pt x="204" y="68"/>
                  </a:cubicBezTo>
                  <a:cubicBezTo>
                    <a:pt x="193" y="41"/>
                    <a:pt x="80" y="0"/>
                    <a:pt x="0" y="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3" name="Freeform 48"/>
            <p:cNvSpPr>
              <a:spLocks/>
            </p:cNvSpPr>
            <p:nvPr/>
          </p:nvSpPr>
          <p:spPr bwMode="auto">
            <a:xfrm>
              <a:off x="689" y="753"/>
              <a:ext cx="1401" cy="923"/>
            </a:xfrm>
            <a:custGeom>
              <a:avLst/>
              <a:gdLst>
                <a:gd name="T0" fmla="*/ 120 w 590"/>
                <a:gd name="T1" fmla="*/ 282 h 388"/>
                <a:gd name="T2" fmla="*/ 139 w 590"/>
                <a:gd name="T3" fmla="*/ 336 h 388"/>
                <a:gd name="T4" fmla="*/ 241 w 590"/>
                <a:gd name="T5" fmla="*/ 371 h 388"/>
                <a:gd name="T6" fmla="*/ 419 w 590"/>
                <a:gd name="T7" fmla="*/ 364 h 388"/>
                <a:gd name="T8" fmla="*/ 573 w 590"/>
                <a:gd name="T9" fmla="*/ 338 h 388"/>
                <a:gd name="T10" fmla="*/ 581 w 590"/>
                <a:gd name="T11" fmla="*/ 243 h 388"/>
                <a:gd name="T12" fmla="*/ 560 w 590"/>
                <a:gd name="T13" fmla="*/ 183 h 388"/>
                <a:gd name="T14" fmla="*/ 530 w 590"/>
                <a:gd name="T15" fmla="*/ 151 h 388"/>
                <a:gd name="T16" fmla="*/ 493 w 590"/>
                <a:gd name="T17" fmla="*/ 94 h 388"/>
                <a:gd name="T18" fmla="*/ 396 w 590"/>
                <a:gd name="T19" fmla="*/ 28 h 388"/>
                <a:gd name="T20" fmla="*/ 309 w 590"/>
                <a:gd name="T21" fmla="*/ 12 h 388"/>
                <a:gd name="T22" fmla="*/ 210 w 590"/>
                <a:gd name="T23" fmla="*/ 18 h 388"/>
                <a:gd name="T24" fmla="*/ 108 w 590"/>
                <a:gd name="T25" fmla="*/ 47 h 388"/>
                <a:gd name="T26" fmla="*/ 51 w 590"/>
                <a:gd name="T27" fmla="*/ 100 h 388"/>
                <a:gd name="T28" fmla="*/ 19 w 590"/>
                <a:gd name="T29" fmla="*/ 174 h 388"/>
                <a:gd name="T30" fmla="*/ 38 w 590"/>
                <a:gd name="T31" fmla="*/ 228 h 388"/>
                <a:gd name="T32" fmla="*/ 120 w 590"/>
                <a:gd name="T33" fmla="*/ 282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90" h="388">
                  <a:moveTo>
                    <a:pt x="120" y="282"/>
                  </a:moveTo>
                  <a:cubicBezTo>
                    <a:pt x="124" y="314"/>
                    <a:pt x="121" y="316"/>
                    <a:pt x="139" y="336"/>
                  </a:cubicBezTo>
                  <a:cubicBezTo>
                    <a:pt x="157" y="356"/>
                    <a:pt x="203" y="379"/>
                    <a:pt x="241" y="371"/>
                  </a:cubicBezTo>
                  <a:cubicBezTo>
                    <a:pt x="279" y="362"/>
                    <a:pt x="367" y="341"/>
                    <a:pt x="419" y="364"/>
                  </a:cubicBezTo>
                  <a:cubicBezTo>
                    <a:pt x="472" y="388"/>
                    <a:pt x="559" y="373"/>
                    <a:pt x="573" y="338"/>
                  </a:cubicBezTo>
                  <a:cubicBezTo>
                    <a:pt x="586" y="303"/>
                    <a:pt x="590" y="257"/>
                    <a:pt x="581" y="243"/>
                  </a:cubicBezTo>
                  <a:cubicBezTo>
                    <a:pt x="573" y="228"/>
                    <a:pt x="583" y="201"/>
                    <a:pt x="560" y="183"/>
                  </a:cubicBezTo>
                  <a:cubicBezTo>
                    <a:pt x="537" y="165"/>
                    <a:pt x="545" y="160"/>
                    <a:pt x="530" y="151"/>
                  </a:cubicBezTo>
                  <a:cubicBezTo>
                    <a:pt x="515" y="141"/>
                    <a:pt x="533" y="104"/>
                    <a:pt x="493" y="94"/>
                  </a:cubicBezTo>
                  <a:cubicBezTo>
                    <a:pt x="453" y="85"/>
                    <a:pt x="440" y="30"/>
                    <a:pt x="396" y="28"/>
                  </a:cubicBezTo>
                  <a:cubicBezTo>
                    <a:pt x="351" y="26"/>
                    <a:pt x="343" y="5"/>
                    <a:pt x="309" y="12"/>
                  </a:cubicBezTo>
                  <a:cubicBezTo>
                    <a:pt x="275" y="19"/>
                    <a:pt x="258" y="0"/>
                    <a:pt x="210" y="18"/>
                  </a:cubicBezTo>
                  <a:cubicBezTo>
                    <a:pt x="161" y="36"/>
                    <a:pt x="146" y="17"/>
                    <a:pt x="108" y="47"/>
                  </a:cubicBezTo>
                  <a:cubicBezTo>
                    <a:pt x="72" y="75"/>
                    <a:pt x="70" y="96"/>
                    <a:pt x="51" y="100"/>
                  </a:cubicBezTo>
                  <a:cubicBezTo>
                    <a:pt x="32" y="104"/>
                    <a:pt x="0" y="143"/>
                    <a:pt x="19" y="174"/>
                  </a:cubicBezTo>
                  <a:cubicBezTo>
                    <a:pt x="6" y="207"/>
                    <a:pt x="38" y="228"/>
                    <a:pt x="38" y="228"/>
                  </a:cubicBezTo>
                  <a:cubicBezTo>
                    <a:pt x="38" y="228"/>
                    <a:pt x="47" y="303"/>
                    <a:pt x="120" y="28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4" name="Freeform 49"/>
            <p:cNvSpPr>
              <a:spLocks/>
            </p:cNvSpPr>
            <p:nvPr/>
          </p:nvSpPr>
          <p:spPr bwMode="auto">
            <a:xfrm>
              <a:off x="751" y="815"/>
              <a:ext cx="1296" cy="794"/>
            </a:xfrm>
            <a:custGeom>
              <a:avLst/>
              <a:gdLst>
                <a:gd name="T0" fmla="*/ 453 w 546"/>
                <a:gd name="T1" fmla="*/ 334 h 334"/>
                <a:gd name="T2" fmla="*/ 400 w 546"/>
                <a:gd name="T3" fmla="*/ 324 h 334"/>
                <a:gd name="T4" fmla="*/ 332 w 546"/>
                <a:gd name="T5" fmla="*/ 312 h 334"/>
                <a:gd name="T6" fmla="*/ 219 w 546"/>
                <a:gd name="T7" fmla="*/ 328 h 334"/>
                <a:gd name="T8" fmla="*/ 212 w 546"/>
                <a:gd name="T9" fmla="*/ 329 h 334"/>
                <a:gd name="T10" fmla="*/ 198 w 546"/>
                <a:gd name="T11" fmla="*/ 331 h 334"/>
                <a:gd name="T12" fmla="*/ 125 w 546"/>
                <a:gd name="T13" fmla="*/ 299 h 334"/>
                <a:gd name="T14" fmla="*/ 111 w 546"/>
                <a:gd name="T15" fmla="*/ 268 h 334"/>
                <a:gd name="T16" fmla="*/ 110 w 546"/>
                <a:gd name="T17" fmla="*/ 254 h 334"/>
                <a:gd name="T18" fmla="*/ 107 w 546"/>
                <a:gd name="T19" fmla="*/ 235 h 334"/>
                <a:gd name="T20" fmla="*/ 89 w 546"/>
                <a:gd name="T21" fmla="*/ 240 h 334"/>
                <a:gd name="T22" fmla="*/ 69 w 546"/>
                <a:gd name="T23" fmla="*/ 244 h 334"/>
                <a:gd name="T24" fmla="*/ 69 w 546"/>
                <a:gd name="T25" fmla="*/ 244 h 334"/>
                <a:gd name="T26" fmla="*/ 28 w 546"/>
                <a:gd name="T27" fmla="*/ 200 h 334"/>
                <a:gd name="T28" fmla="*/ 27 w 546"/>
                <a:gd name="T29" fmla="*/ 193 h 334"/>
                <a:gd name="T30" fmla="*/ 21 w 546"/>
                <a:gd name="T31" fmla="*/ 189 h 334"/>
                <a:gd name="T32" fmla="*/ 8 w 546"/>
                <a:gd name="T33" fmla="*/ 154 h 334"/>
                <a:gd name="T34" fmla="*/ 11 w 546"/>
                <a:gd name="T35" fmla="*/ 146 h 334"/>
                <a:gd name="T36" fmla="*/ 7 w 546"/>
                <a:gd name="T37" fmla="*/ 139 h 334"/>
                <a:gd name="T38" fmla="*/ 6 w 546"/>
                <a:gd name="T39" fmla="*/ 114 h 334"/>
                <a:gd name="T40" fmla="*/ 28 w 546"/>
                <a:gd name="T41" fmla="*/ 89 h 334"/>
                <a:gd name="T42" fmla="*/ 61 w 546"/>
                <a:gd name="T43" fmla="*/ 65 h 334"/>
                <a:gd name="T44" fmla="*/ 92 w 546"/>
                <a:gd name="T45" fmla="*/ 33 h 334"/>
                <a:gd name="T46" fmla="*/ 137 w 546"/>
                <a:gd name="T47" fmla="*/ 18 h 334"/>
                <a:gd name="T48" fmla="*/ 189 w 546"/>
                <a:gd name="T49" fmla="*/ 7 h 334"/>
                <a:gd name="T50" fmla="*/ 225 w 546"/>
                <a:gd name="T51" fmla="*/ 0 h 334"/>
                <a:gd name="T52" fmla="*/ 245 w 546"/>
                <a:gd name="T53" fmla="*/ 2 h 334"/>
                <a:gd name="T54" fmla="*/ 266 w 546"/>
                <a:gd name="T55" fmla="*/ 4 h 334"/>
                <a:gd name="T56" fmla="*/ 287 w 546"/>
                <a:gd name="T57" fmla="*/ 2 h 334"/>
                <a:gd name="T58" fmla="*/ 297 w 546"/>
                <a:gd name="T59" fmla="*/ 0 h 334"/>
                <a:gd name="T60" fmla="*/ 319 w 546"/>
                <a:gd name="T61" fmla="*/ 6 h 334"/>
                <a:gd name="T62" fmla="*/ 369 w 546"/>
                <a:gd name="T63" fmla="*/ 18 h 334"/>
                <a:gd name="T64" fmla="*/ 411 w 546"/>
                <a:gd name="T65" fmla="*/ 46 h 334"/>
                <a:gd name="T66" fmla="*/ 464 w 546"/>
                <a:gd name="T67" fmla="*/ 84 h 334"/>
                <a:gd name="T68" fmla="*/ 481 w 546"/>
                <a:gd name="T69" fmla="*/ 108 h 334"/>
                <a:gd name="T70" fmla="*/ 496 w 546"/>
                <a:gd name="T71" fmla="*/ 138 h 334"/>
                <a:gd name="T72" fmla="*/ 501 w 546"/>
                <a:gd name="T73" fmla="*/ 144 h 334"/>
                <a:gd name="T74" fmla="*/ 524 w 546"/>
                <a:gd name="T75" fmla="*/ 170 h 334"/>
                <a:gd name="T76" fmla="*/ 535 w 546"/>
                <a:gd name="T77" fmla="*/ 198 h 334"/>
                <a:gd name="T78" fmla="*/ 541 w 546"/>
                <a:gd name="T79" fmla="*/ 225 h 334"/>
                <a:gd name="T80" fmla="*/ 532 w 546"/>
                <a:gd name="T81" fmla="*/ 306 h 334"/>
                <a:gd name="T82" fmla="*/ 453 w 546"/>
                <a:gd name="T83" fmla="*/ 334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46" h="334">
                  <a:moveTo>
                    <a:pt x="453" y="334"/>
                  </a:moveTo>
                  <a:cubicBezTo>
                    <a:pt x="433" y="334"/>
                    <a:pt x="414" y="330"/>
                    <a:pt x="400" y="324"/>
                  </a:cubicBezTo>
                  <a:cubicBezTo>
                    <a:pt x="382" y="316"/>
                    <a:pt x="359" y="312"/>
                    <a:pt x="332" y="312"/>
                  </a:cubicBezTo>
                  <a:cubicBezTo>
                    <a:pt x="290" y="312"/>
                    <a:pt x="245" y="322"/>
                    <a:pt x="219" y="328"/>
                  </a:cubicBezTo>
                  <a:cubicBezTo>
                    <a:pt x="212" y="329"/>
                    <a:pt x="212" y="329"/>
                    <a:pt x="212" y="329"/>
                  </a:cubicBezTo>
                  <a:cubicBezTo>
                    <a:pt x="208" y="330"/>
                    <a:pt x="203" y="331"/>
                    <a:pt x="198" y="331"/>
                  </a:cubicBezTo>
                  <a:cubicBezTo>
                    <a:pt x="170" y="331"/>
                    <a:pt x="138" y="314"/>
                    <a:pt x="125" y="299"/>
                  </a:cubicBezTo>
                  <a:cubicBezTo>
                    <a:pt x="113" y="286"/>
                    <a:pt x="113" y="286"/>
                    <a:pt x="111" y="268"/>
                  </a:cubicBezTo>
                  <a:cubicBezTo>
                    <a:pt x="111" y="264"/>
                    <a:pt x="110" y="259"/>
                    <a:pt x="110" y="254"/>
                  </a:cubicBezTo>
                  <a:cubicBezTo>
                    <a:pt x="107" y="235"/>
                    <a:pt x="107" y="235"/>
                    <a:pt x="107" y="235"/>
                  </a:cubicBezTo>
                  <a:cubicBezTo>
                    <a:pt x="89" y="240"/>
                    <a:pt x="89" y="240"/>
                    <a:pt x="89" y="240"/>
                  </a:cubicBezTo>
                  <a:cubicBezTo>
                    <a:pt x="82" y="243"/>
                    <a:pt x="75" y="244"/>
                    <a:pt x="69" y="244"/>
                  </a:cubicBezTo>
                  <a:cubicBezTo>
                    <a:pt x="69" y="244"/>
                    <a:pt x="69" y="244"/>
                    <a:pt x="69" y="244"/>
                  </a:cubicBezTo>
                  <a:cubicBezTo>
                    <a:pt x="33" y="244"/>
                    <a:pt x="28" y="202"/>
                    <a:pt x="28" y="200"/>
                  </a:cubicBezTo>
                  <a:cubicBezTo>
                    <a:pt x="27" y="193"/>
                    <a:pt x="27" y="193"/>
                    <a:pt x="27" y="193"/>
                  </a:cubicBezTo>
                  <a:cubicBezTo>
                    <a:pt x="21" y="189"/>
                    <a:pt x="21" y="189"/>
                    <a:pt x="21" y="189"/>
                  </a:cubicBezTo>
                  <a:cubicBezTo>
                    <a:pt x="19" y="187"/>
                    <a:pt x="0" y="174"/>
                    <a:pt x="8" y="154"/>
                  </a:cubicBezTo>
                  <a:cubicBezTo>
                    <a:pt x="11" y="146"/>
                    <a:pt x="11" y="146"/>
                    <a:pt x="11" y="146"/>
                  </a:cubicBezTo>
                  <a:cubicBezTo>
                    <a:pt x="7" y="139"/>
                    <a:pt x="7" y="139"/>
                    <a:pt x="7" y="139"/>
                  </a:cubicBezTo>
                  <a:cubicBezTo>
                    <a:pt x="2" y="132"/>
                    <a:pt x="2" y="124"/>
                    <a:pt x="6" y="114"/>
                  </a:cubicBezTo>
                  <a:cubicBezTo>
                    <a:pt x="12" y="100"/>
                    <a:pt x="24" y="90"/>
                    <a:pt x="28" y="89"/>
                  </a:cubicBezTo>
                  <a:cubicBezTo>
                    <a:pt x="44" y="86"/>
                    <a:pt x="52" y="76"/>
                    <a:pt x="61" y="65"/>
                  </a:cubicBezTo>
                  <a:cubicBezTo>
                    <a:pt x="67" y="56"/>
                    <a:pt x="76" y="46"/>
                    <a:pt x="92" y="33"/>
                  </a:cubicBezTo>
                  <a:cubicBezTo>
                    <a:pt x="110" y="19"/>
                    <a:pt x="120" y="19"/>
                    <a:pt x="137" y="18"/>
                  </a:cubicBezTo>
                  <a:cubicBezTo>
                    <a:pt x="150" y="17"/>
                    <a:pt x="166" y="16"/>
                    <a:pt x="189" y="7"/>
                  </a:cubicBezTo>
                  <a:cubicBezTo>
                    <a:pt x="202" y="2"/>
                    <a:pt x="213" y="0"/>
                    <a:pt x="225" y="0"/>
                  </a:cubicBezTo>
                  <a:cubicBezTo>
                    <a:pt x="232" y="0"/>
                    <a:pt x="238" y="1"/>
                    <a:pt x="245" y="2"/>
                  </a:cubicBezTo>
                  <a:cubicBezTo>
                    <a:pt x="251" y="3"/>
                    <a:pt x="258" y="4"/>
                    <a:pt x="266" y="4"/>
                  </a:cubicBezTo>
                  <a:cubicBezTo>
                    <a:pt x="273" y="4"/>
                    <a:pt x="280" y="3"/>
                    <a:pt x="287" y="2"/>
                  </a:cubicBezTo>
                  <a:cubicBezTo>
                    <a:pt x="290" y="1"/>
                    <a:pt x="294" y="0"/>
                    <a:pt x="297" y="0"/>
                  </a:cubicBezTo>
                  <a:cubicBezTo>
                    <a:pt x="304" y="0"/>
                    <a:pt x="311" y="3"/>
                    <a:pt x="319" y="6"/>
                  </a:cubicBezTo>
                  <a:cubicBezTo>
                    <a:pt x="331" y="11"/>
                    <a:pt x="346" y="17"/>
                    <a:pt x="369" y="18"/>
                  </a:cubicBezTo>
                  <a:cubicBezTo>
                    <a:pt x="386" y="19"/>
                    <a:pt x="398" y="31"/>
                    <a:pt x="411" y="46"/>
                  </a:cubicBezTo>
                  <a:cubicBezTo>
                    <a:pt x="425" y="61"/>
                    <a:pt x="440" y="78"/>
                    <a:pt x="464" y="84"/>
                  </a:cubicBezTo>
                  <a:cubicBezTo>
                    <a:pt x="478" y="87"/>
                    <a:pt x="479" y="93"/>
                    <a:pt x="481" y="108"/>
                  </a:cubicBezTo>
                  <a:cubicBezTo>
                    <a:pt x="482" y="118"/>
                    <a:pt x="484" y="130"/>
                    <a:pt x="496" y="138"/>
                  </a:cubicBezTo>
                  <a:cubicBezTo>
                    <a:pt x="499" y="140"/>
                    <a:pt x="499" y="141"/>
                    <a:pt x="501" y="144"/>
                  </a:cubicBezTo>
                  <a:cubicBezTo>
                    <a:pt x="505" y="152"/>
                    <a:pt x="510" y="159"/>
                    <a:pt x="524" y="170"/>
                  </a:cubicBezTo>
                  <a:cubicBezTo>
                    <a:pt x="533" y="177"/>
                    <a:pt x="534" y="185"/>
                    <a:pt x="535" y="198"/>
                  </a:cubicBezTo>
                  <a:cubicBezTo>
                    <a:pt x="536" y="207"/>
                    <a:pt x="536" y="216"/>
                    <a:pt x="541" y="225"/>
                  </a:cubicBezTo>
                  <a:cubicBezTo>
                    <a:pt x="546" y="233"/>
                    <a:pt x="545" y="272"/>
                    <a:pt x="532" y="306"/>
                  </a:cubicBezTo>
                  <a:cubicBezTo>
                    <a:pt x="526" y="319"/>
                    <a:pt x="494" y="334"/>
                    <a:pt x="453" y="33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5" name="Freeform 50"/>
            <p:cNvSpPr>
              <a:spLocks/>
            </p:cNvSpPr>
            <p:nvPr/>
          </p:nvSpPr>
          <p:spPr bwMode="auto">
            <a:xfrm>
              <a:off x="810" y="844"/>
              <a:ext cx="1183" cy="921"/>
            </a:xfrm>
            <a:custGeom>
              <a:avLst/>
              <a:gdLst>
                <a:gd name="T0" fmla="*/ 419 w 505"/>
                <a:gd name="T1" fmla="*/ 309 h 309"/>
                <a:gd name="T2" fmla="*/ 370 w 505"/>
                <a:gd name="T3" fmla="*/ 300 h 309"/>
                <a:gd name="T4" fmla="*/ 307 w 505"/>
                <a:gd name="T5" fmla="*/ 288 h 309"/>
                <a:gd name="T6" fmla="*/ 202 w 505"/>
                <a:gd name="T7" fmla="*/ 303 h 309"/>
                <a:gd name="T8" fmla="*/ 196 w 505"/>
                <a:gd name="T9" fmla="*/ 305 h 309"/>
                <a:gd name="T10" fmla="*/ 183 w 505"/>
                <a:gd name="T11" fmla="*/ 306 h 309"/>
                <a:gd name="T12" fmla="*/ 115 w 505"/>
                <a:gd name="T13" fmla="*/ 277 h 309"/>
                <a:gd name="T14" fmla="*/ 102 w 505"/>
                <a:gd name="T15" fmla="*/ 249 h 309"/>
                <a:gd name="T16" fmla="*/ 101 w 505"/>
                <a:gd name="T17" fmla="*/ 235 h 309"/>
                <a:gd name="T18" fmla="*/ 98 w 505"/>
                <a:gd name="T19" fmla="*/ 215 h 309"/>
                <a:gd name="T20" fmla="*/ 102 w 505"/>
                <a:gd name="T21" fmla="*/ 203 h 309"/>
                <a:gd name="T22" fmla="*/ 51 w 505"/>
                <a:gd name="T23" fmla="*/ 222 h 309"/>
                <a:gd name="T24" fmla="*/ 25 w 505"/>
                <a:gd name="T25" fmla="*/ 185 h 309"/>
                <a:gd name="T26" fmla="*/ 24 w 505"/>
                <a:gd name="T27" fmla="*/ 178 h 309"/>
                <a:gd name="T28" fmla="*/ 19 w 505"/>
                <a:gd name="T29" fmla="*/ 174 h 309"/>
                <a:gd name="T30" fmla="*/ 7 w 505"/>
                <a:gd name="T31" fmla="*/ 142 h 309"/>
                <a:gd name="T32" fmla="*/ 9 w 505"/>
                <a:gd name="T33" fmla="*/ 135 h 309"/>
                <a:gd name="T34" fmla="*/ 5 w 505"/>
                <a:gd name="T35" fmla="*/ 129 h 309"/>
                <a:gd name="T36" fmla="*/ 5 w 505"/>
                <a:gd name="T37" fmla="*/ 105 h 309"/>
                <a:gd name="T38" fmla="*/ 25 w 505"/>
                <a:gd name="T39" fmla="*/ 83 h 309"/>
                <a:gd name="T40" fmla="*/ 55 w 505"/>
                <a:gd name="T41" fmla="*/ 60 h 309"/>
                <a:gd name="T42" fmla="*/ 84 w 505"/>
                <a:gd name="T43" fmla="*/ 31 h 309"/>
                <a:gd name="T44" fmla="*/ 126 w 505"/>
                <a:gd name="T45" fmla="*/ 16 h 309"/>
                <a:gd name="T46" fmla="*/ 175 w 505"/>
                <a:gd name="T47" fmla="*/ 6 h 309"/>
                <a:gd name="T48" fmla="*/ 207 w 505"/>
                <a:gd name="T49" fmla="*/ 0 h 309"/>
                <a:gd name="T50" fmla="*/ 226 w 505"/>
                <a:gd name="T51" fmla="*/ 1 h 309"/>
                <a:gd name="T52" fmla="*/ 246 w 505"/>
                <a:gd name="T53" fmla="*/ 3 h 309"/>
                <a:gd name="T54" fmla="*/ 265 w 505"/>
                <a:gd name="T55" fmla="*/ 1 h 309"/>
                <a:gd name="T56" fmla="*/ 274 w 505"/>
                <a:gd name="T57" fmla="*/ 0 h 309"/>
                <a:gd name="T58" fmla="*/ 295 w 505"/>
                <a:gd name="T59" fmla="*/ 5 h 309"/>
                <a:gd name="T60" fmla="*/ 341 w 505"/>
                <a:gd name="T61" fmla="*/ 16 h 309"/>
                <a:gd name="T62" fmla="*/ 380 w 505"/>
                <a:gd name="T63" fmla="*/ 43 h 309"/>
                <a:gd name="T64" fmla="*/ 429 w 505"/>
                <a:gd name="T65" fmla="*/ 78 h 309"/>
                <a:gd name="T66" fmla="*/ 445 w 505"/>
                <a:gd name="T67" fmla="*/ 99 h 309"/>
                <a:gd name="T68" fmla="*/ 459 w 505"/>
                <a:gd name="T69" fmla="*/ 128 h 309"/>
                <a:gd name="T70" fmla="*/ 464 w 505"/>
                <a:gd name="T71" fmla="*/ 133 h 309"/>
                <a:gd name="T72" fmla="*/ 485 w 505"/>
                <a:gd name="T73" fmla="*/ 157 h 309"/>
                <a:gd name="T74" fmla="*/ 495 w 505"/>
                <a:gd name="T75" fmla="*/ 183 h 309"/>
                <a:gd name="T76" fmla="*/ 501 w 505"/>
                <a:gd name="T77" fmla="*/ 208 h 309"/>
                <a:gd name="T78" fmla="*/ 492 w 505"/>
                <a:gd name="T79" fmla="*/ 283 h 309"/>
                <a:gd name="T80" fmla="*/ 419 w 505"/>
                <a:gd name="T81" fmla="*/ 309 h 309"/>
                <a:gd name="connsiteX0" fmla="*/ 8198 w 9868"/>
                <a:gd name="connsiteY0" fmla="*/ 10000 h 10471"/>
                <a:gd name="connsiteX1" fmla="*/ 7196 w 9868"/>
                <a:gd name="connsiteY1" fmla="*/ 10434 h 10471"/>
                <a:gd name="connsiteX2" fmla="*/ 5980 w 9868"/>
                <a:gd name="connsiteY2" fmla="*/ 9320 h 10471"/>
                <a:gd name="connsiteX3" fmla="*/ 3901 w 9868"/>
                <a:gd name="connsiteY3" fmla="*/ 9806 h 10471"/>
                <a:gd name="connsiteX4" fmla="*/ 3782 w 9868"/>
                <a:gd name="connsiteY4" fmla="*/ 9871 h 10471"/>
                <a:gd name="connsiteX5" fmla="*/ 3525 w 9868"/>
                <a:gd name="connsiteY5" fmla="*/ 9903 h 10471"/>
                <a:gd name="connsiteX6" fmla="*/ 2178 w 9868"/>
                <a:gd name="connsiteY6" fmla="*/ 8964 h 10471"/>
                <a:gd name="connsiteX7" fmla="*/ 1921 w 9868"/>
                <a:gd name="connsiteY7" fmla="*/ 8058 h 10471"/>
                <a:gd name="connsiteX8" fmla="*/ 1901 w 9868"/>
                <a:gd name="connsiteY8" fmla="*/ 7605 h 10471"/>
                <a:gd name="connsiteX9" fmla="*/ 1842 w 9868"/>
                <a:gd name="connsiteY9" fmla="*/ 6958 h 10471"/>
                <a:gd name="connsiteX10" fmla="*/ 1921 w 9868"/>
                <a:gd name="connsiteY10" fmla="*/ 6570 h 10471"/>
                <a:gd name="connsiteX11" fmla="*/ 911 w 9868"/>
                <a:gd name="connsiteY11" fmla="*/ 7184 h 10471"/>
                <a:gd name="connsiteX12" fmla="*/ 396 w 9868"/>
                <a:gd name="connsiteY12" fmla="*/ 5987 h 10471"/>
                <a:gd name="connsiteX13" fmla="*/ 376 w 9868"/>
                <a:gd name="connsiteY13" fmla="*/ 5761 h 10471"/>
                <a:gd name="connsiteX14" fmla="*/ 277 w 9868"/>
                <a:gd name="connsiteY14" fmla="*/ 5631 h 10471"/>
                <a:gd name="connsiteX15" fmla="*/ 40 w 9868"/>
                <a:gd name="connsiteY15" fmla="*/ 4595 h 10471"/>
                <a:gd name="connsiteX16" fmla="*/ 79 w 9868"/>
                <a:gd name="connsiteY16" fmla="*/ 4369 h 10471"/>
                <a:gd name="connsiteX17" fmla="*/ 0 w 9868"/>
                <a:gd name="connsiteY17" fmla="*/ 4175 h 10471"/>
                <a:gd name="connsiteX18" fmla="*/ 0 w 9868"/>
                <a:gd name="connsiteY18" fmla="*/ 3398 h 10471"/>
                <a:gd name="connsiteX19" fmla="*/ 396 w 9868"/>
                <a:gd name="connsiteY19" fmla="*/ 2686 h 10471"/>
                <a:gd name="connsiteX20" fmla="*/ 990 w 9868"/>
                <a:gd name="connsiteY20" fmla="*/ 1942 h 10471"/>
                <a:gd name="connsiteX21" fmla="*/ 1564 w 9868"/>
                <a:gd name="connsiteY21" fmla="*/ 1003 h 10471"/>
                <a:gd name="connsiteX22" fmla="*/ 2396 w 9868"/>
                <a:gd name="connsiteY22" fmla="*/ 518 h 10471"/>
                <a:gd name="connsiteX23" fmla="*/ 3366 w 9868"/>
                <a:gd name="connsiteY23" fmla="*/ 194 h 10471"/>
                <a:gd name="connsiteX24" fmla="*/ 4000 w 9868"/>
                <a:gd name="connsiteY24" fmla="*/ 0 h 10471"/>
                <a:gd name="connsiteX25" fmla="*/ 4376 w 9868"/>
                <a:gd name="connsiteY25" fmla="*/ 32 h 10471"/>
                <a:gd name="connsiteX26" fmla="*/ 4772 w 9868"/>
                <a:gd name="connsiteY26" fmla="*/ 97 h 10471"/>
                <a:gd name="connsiteX27" fmla="*/ 5149 w 9868"/>
                <a:gd name="connsiteY27" fmla="*/ 32 h 10471"/>
                <a:gd name="connsiteX28" fmla="*/ 5327 w 9868"/>
                <a:gd name="connsiteY28" fmla="*/ 0 h 10471"/>
                <a:gd name="connsiteX29" fmla="*/ 5743 w 9868"/>
                <a:gd name="connsiteY29" fmla="*/ 162 h 10471"/>
                <a:gd name="connsiteX30" fmla="*/ 6653 w 9868"/>
                <a:gd name="connsiteY30" fmla="*/ 518 h 10471"/>
                <a:gd name="connsiteX31" fmla="*/ 7426 w 9868"/>
                <a:gd name="connsiteY31" fmla="*/ 1392 h 10471"/>
                <a:gd name="connsiteX32" fmla="*/ 8396 w 9868"/>
                <a:gd name="connsiteY32" fmla="*/ 2524 h 10471"/>
                <a:gd name="connsiteX33" fmla="*/ 8713 w 9868"/>
                <a:gd name="connsiteY33" fmla="*/ 3204 h 10471"/>
                <a:gd name="connsiteX34" fmla="*/ 8990 w 9868"/>
                <a:gd name="connsiteY34" fmla="*/ 4142 h 10471"/>
                <a:gd name="connsiteX35" fmla="*/ 9089 w 9868"/>
                <a:gd name="connsiteY35" fmla="*/ 4304 h 10471"/>
                <a:gd name="connsiteX36" fmla="*/ 9505 w 9868"/>
                <a:gd name="connsiteY36" fmla="*/ 5081 h 10471"/>
                <a:gd name="connsiteX37" fmla="*/ 9703 w 9868"/>
                <a:gd name="connsiteY37" fmla="*/ 5922 h 10471"/>
                <a:gd name="connsiteX38" fmla="*/ 9822 w 9868"/>
                <a:gd name="connsiteY38" fmla="*/ 6731 h 10471"/>
                <a:gd name="connsiteX39" fmla="*/ 9644 w 9868"/>
                <a:gd name="connsiteY39" fmla="*/ 9159 h 10471"/>
                <a:gd name="connsiteX40" fmla="*/ 8198 w 9868"/>
                <a:gd name="connsiteY40" fmla="*/ 10000 h 10471"/>
                <a:gd name="connsiteX0" fmla="*/ 8372 w 9999"/>
                <a:gd name="connsiteY0" fmla="*/ 10587 h 10587"/>
                <a:gd name="connsiteX1" fmla="*/ 7292 w 9999"/>
                <a:gd name="connsiteY1" fmla="*/ 9965 h 10587"/>
                <a:gd name="connsiteX2" fmla="*/ 6060 w 9999"/>
                <a:gd name="connsiteY2" fmla="*/ 8901 h 10587"/>
                <a:gd name="connsiteX3" fmla="*/ 3953 w 9999"/>
                <a:gd name="connsiteY3" fmla="*/ 9365 h 10587"/>
                <a:gd name="connsiteX4" fmla="*/ 3833 w 9999"/>
                <a:gd name="connsiteY4" fmla="*/ 9427 h 10587"/>
                <a:gd name="connsiteX5" fmla="*/ 3572 w 9999"/>
                <a:gd name="connsiteY5" fmla="*/ 9458 h 10587"/>
                <a:gd name="connsiteX6" fmla="*/ 2207 w 9999"/>
                <a:gd name="connsiteY6" fmla="*/ 8561 h 10587"/>
                <a:gd name="connsiteX7" fmla="*/ 1947 w 9999"/>
                <a:gd name="connsiteY7" fmla="*/ 7696 h 10587"/>
                <a:gd name="connsiteX8" fmla="*/ 1926 w 9999"/>
                <a:gd name="connsiteY8" fmla="*/ 7263 h 10587"/>
                <a:gd name="connsiteX9" fmla="*/ 1867 w 9999"/>
                <a:gd name="connsiteY9" fmla="*/ 6645 h 10587"/>
                <a:gd name="connsiteX10" fmla="*/ 1947 w 9999"/>
                <a:gd name="connsiteY10" fmla="*/ 6274 h 10587"/>
                <a:gd name="connsiteX11" fmla="*/ 923 w 9999"/>
                <a:gd name="connsiteY11" fmla="*/ 6861 h 10587"/>
                <a:gd name="connsiteX12" fmla="*/ 401 w 9999"/>
                <a:gd name="connsiteY12" fmla="*/ 5718 h 10587"/>
                <a:gd name="connsiteX13" fmla="*/ 381 w 9999"/>
                <a:gd name="connsiteY13" fmla="*/ 5502 h 10587"/>
                <a:gd name="connsiteX14" fmla="*/ 281 w 9999"/>
                <a:gd name="connsiteY14" fmla="*/ 5378 h 10587"/>
                <a:gd name="connsiteX15" fmla="*/ 41 w 9999"/>
                <a:gd name="connsiteY15" fmla="*/ 4388 h 10587"/>
                <a:gd name="connsiteX16" fmla="*/ 80 w 9999"/>
                <a:gd name="connsiteY16" fmla="*/ 4172 h 10587"/>
                <a:gd name="connsiteX17" fmla="*/ 0 w 9999"/>
                <a:gd name="connsiteY17" fmla="*/ 3987 h 10587"/>
                <a:gd name="connsiteX18" fmla="*/ 0 w 9999"/>
                <a:gd name="connsiteY18" fmla="*/ 3245 h 10587"/>
                <a:gd name="connsiteX19" fmla="*/ 401 w 9999"/>
                <a:gd name="connsiteY19" fmla="*/ 2565 h 10587"/>
                <a:gd name="connsiteX20" fmla="*/ 1003 w 9999"/>
                <a:gd name="connsiteY20" fmla="*/ 1855 h 10587"/>
                <a:gd name="connsiteX21" fmla="*/ 1585 w 9999"/>
                <a:gd name="connsiteY21" fmla="*/ 958 h 10587"/>
                <a:gd name="connsiteX22" fmla="*/ 2428 w 9999"/>
                <a:gd name="connsiteY22" fmla="*/ 495 h 10587"/>
                <a:gd name="connsiteX23" fmla="*/ 3411 w 9999"/>
                <a:gd name="connsiteY23" fmla="*/ 185 h 10587"/>
                <a:gd name="connsiteX24" fmla="*/ 4054 w 9999"/>
                <a:gd name="connsiteY24" fmla="*/ 0 h 10587"/>
                <a:gd name="connsiteX25" fmla="*/ 4435 w 9999"/>
                <a:gd name="connsiteY25" fmla="*/ 31 h 10587"/>
                <a:gd name="connsiteX26" fmla="*/ 4836 w 9999"/>
                <a:gd name="connsiteY26" fmla="*/ 93 h 10587"/>
                <a:gd name="connsiteX27" fmla="*/ 5218 w 9999"/>
                <a:gd name="connsiteY27" fmla="*/ 31 h 10587"/>
                <a:gd name="connsiteX28" fmla="*/ 5398 w 9999"/>
                <a:gd name="connsiteY28" fmla="*/ 0 h 10587"/>
                <a:gd name="connsiteX29" fmla="*/ 5820 w 9999"/>
                <a:gd name="connsiteY29" fmla="*/ 155 h 10587"/>
                <a:gd name="connsiteX30" fmla="*/ 6742 w 9999"/>
                <a:gd name="connsiteY30" fmla="*/ 495 h 10587"/>
                <a:gd name="connsiteX31" fmla="*/ 7525 w 9999"/>
                <a:gd name="connsiteY31" fmla="*/ 1329 h 10587"/>
                <a:gd name="connsiteX32" fmla="*/ 8508 w 9999"/>
                <a:gd name="connsiteY32" fmla="*/ 2410 h 10587"/>
                <a:gd name="connsiteX33" fmla="*/ 8830 w 9999"/>
                <a:gd name="connsiteY33" fmla="*/ 3060 h 10587"/>
                <a:gd name="connsiteX34" fmla="*/ 9110 w 9999"/>
                <a:gd name="connsiteY34" fmla="*/ 3956 h 10587"/>
                <a:gd name="connsiteX35" fmla="*/ 9211 w 9999"/>
                <a:gd name="connsiteY35" fmla="*/ 4110 h 10587"/>
                <a:gd name="connsiteX36" fmla="*/ 9632 w 9999"/>
                <a:gd name="connsiteY36" fmla="*/ 4852 h 10587"/>
                <a:gd name="connsiteX37" fmla="*/ 9833 w 9999"/>
                <a:gd name="connsiteY37" fmla="*/ 5656 h 10587"/>
                <a:gd name="connsiteX38" fmla="*/ 9953 w 9999"/>
                <a:gd name="connsiteY38" fmla="*/ 6428 h 10587"/>
                <a:gd name="connsiteX39" fmla="*/ 9773 w 9999"/>
                <a:gd name="connsiteY39" fmla="*/ 8747 h 10587"/>
                <a:gd name="connsiteX40" fmla="*/ 8372 w 9999"/>
                <a:gd name="connsiteY40" fmla="*/ 10587 h 10587"/>
                <a:gd name="connsiteX0" fmla="*/ 8437 w 10000"/>
                <a:gd name="connsiteY0" fmla="*/ 10047 h 10047"/>
                <a:gd name="connsiteX1" fmla="*/ 7293 w 10000"/>
                <a:gd name="connsiteY1" fmla="*/ 9412 h 10047"/>
                <a:gd name="connsiteX2" fmla="*/ 6061 w 10000"/>
                <a:gd name="connsiteY2" fmla="*/ 8407 h 10047"/>
                <a:gd name="connsiteX3" fmla="*/ 3953 w 10000"/>
                <a:gd name="connsiteY3" fmla="*/ 8846 h 10047"/>
                <a:gd name="connsiteX4" fmla="*/ 3833 w 10000"/>
                <a:gd name="connsiteY4" fmla="*/ 8904 h 10047"/>
                <a:gd name="connsiteX5" fmla="*/ 3572 w 10000"/>
                <a:gd name="connsiteY5" fmla="*/ 8934 h 10047"/>
                <a:gd name="connsiteX6" fmla="*/ 2207 w 10000"/>
                <a:gd name="connsiteY6" fmla="*/ 8086 h 10047"/>
                <a:gd name="connsiteX7" fmla="*/ 1947 w 10000"/>
                <a:gd name="connsiteY7" fmla="*/ 7269 h 10047"/>
                <a:gd name="connsiteX8" fmla="*/ 1926 w 10000"/>
                <a:gd name="connsiteY8" fmla="*/ 6860 h 10047"/>
                <a:gd name="connsiteX9" fmla="*/ 1867 w 10000"/>
                <a:gd name="connsiteY9" fmla="*/ 6277 h 10047"/>
                <a:gd name="connsiteX10" fmla="*/ 1947 w 10000"/>
                <a:gd name="connsiteY10" fmla="*/ 5926 h 10047"/>
                <a:gd name="connsiteX11" fmla="*/ 923 w 10000"/>
                <a:gd name="connsiteY11" fmla="*/ 6481 h 10047"/>
                <a:gd name="connsiteX12" fmla="*/ 401 w 10000"/>
                <a:gd name="connsiteY12" fmla="*/ 5401 h 10047"/>
                <a:gd name="connsiteX13" fmla="*/ 381 w 10000"/>
                <a:gd name="connsiteY13" fmla="*/ 5197 h 10047"/>
                <a:gd name="connsiteX14" fmla="*/ 281 w 10000"/>
                <a:gd name="connsiteY14" fmla="*/ 5080 h 10047"/>
                <a:gd name="connsiteX15" fmla="*/ 41 w 10000"/>
                <a:gd name="connsiteY15" fmla="*/ 4145 h 10047"/>
                <a:gd name="connsiteX16" fmla="*/ 80 w 10000"/>
                <a:gd name="connsiteY16" fmla="*/ 3941 h 10047"/>
                <a:gd name="connsiteX17" fmla="*/ 0 w 10000"/>
                <a:gd name="connsiteY17" fmla="*/ 3766 h 10047"/>
                <a:gd name="connsiteX18" fmla="*/ 0 w 10000"/>
                <a:gd name="connsiteY18" fmla="*/ 3065 h 10047"/>
                <a:gd name="connsiteX19" fmla="*/ 401 w 10000"/>
                <a:gd name="connsiteY19" fmla="*/ 2423 h 10047"/>
                <a:gd name="connsiteX20" fmla="*/ 1003 w 10000"/>
                <a:gd name="connsiteY20" fmla="*/ 1752 h 10047"/>
                <a:gd name="connsiteX21" fmla="*/ 1585 w 10000"/>
                <a:gd name="connsiteY21" fmla="*/ 905 h 10047"/>
                <a:gd name="connsiteX22" fmla="*/ 2428 w 10000"/>
                <a:gd name="connsiteY22" fmla="*/ 468 h 10047"/>
                <a:gd name="connsiteX23" fmla="*/ 3411 w 10000"/>
                <a:gd name="connsiteY23" fmla="*/ 175 h 10047"/>
                <a:gd name="connsiteX24" fmla="*/ 4054 w 10000"/>
                <a:gd name="connsiteY24" fmla="*/ 0 h 10047"/>
                <a:gd name="connsiteX25" fmla="*/ 4435 w 10000"/>
                <a:gd name="connsiteY25" fmla="*/ 29 h 10047"/>
                <a:gd name="connsiteX26" fmla="*/ 4836 w 10000"/>
                <a:gd name="connsiteY26" fmla="*/ 88 h 10047"/>
                <a:gd name="connsiteX27" fmla="*/ 5219 w 10000"/>
                <a:gd name="connsiteY27" fmla="*/ 29 h 10047"/>
                <a:gd name="connsiteX28" fmla="*/ 5399 w 10000"/>
                <a:gd name="connsiteY28" fmla="*/ 0 h 10047"/>
                <a:gd name="connsiteX29" fmla="*/ 5821 w 10000"/>
                <a:gd name="connsiteY29" fmla="*/ 146 h 10047"/>
                <a:gd name="connsiteX30" fmla="*/ 6743 w 10000"/>
                <a:gd name="connsiteY30" fmla="*/ 468 h 10047"/>
                <a:gd name="connsiteX31" fmla="*/ 7526 w 10000"/>
                <a:gd name="connsiteY31" fmla="*/ 1255 h 10047"/>
                <a:gd name="connsiteX32" fmla="*/ 8509 w 10000"/>
                <a:gd name="connsiteY32" fmla="*/ 2276 h 10047"/>
                <a:gd name="connsiteX33" fmla="*/ 8831 w 10000"/>
                <a:gd name="connsiteY33" fmla="*/ 2890 h 10047"/>
                <a:gd name="connsiteX34" fmla="*/ 9111 w 10000"/>
                <a:gd name="connsiteY34" fmla="*/ 3737 h 10047"/>
                <a:gd name="connsiteX35" fmla="*/ 9212 w 10000"/>
                <a:gd name="connsiteY35" fmla="*/ 3882 h 10047"/>
                <a:gd name="connsiteX36" fmla="*/ 9633 w 10000"/>
                <a:gd name="connsiteY36" fmla="*/ 4583 h 10047"/>
                <a:gd name="connsiteX37" fmla="*/ 9834 w 10000"/>
                <a:gd name="connsiteY37" fmla="*/ 5342 h 10047"/>
                <a:gd name="connsiteX38" fmla="*/ 9954 w 10000"/>
                <a:gd name="connsiteY38" fmla="*/ 6072 h 10047"/>
                <a:gd name="connsiteX39" fmla="*/ 9774 w 10000"/>
                <a:gd name="connsiteY39" fmla="*/ 8262 h 10047"/>
                <a:gd name="connsiteX40" fmla="*/ 8437 w 10000"/>
                <a:gd name="connsiteY40" fmla="*/ 10047 h 10047"/>
                <a:gd name="connsiteX0" fmla="*/ 8437 w 10000"/>
                <a:gd name="connsiteY0" fmla="*/ 10047 h 10047"/>
                <a:gd name="connsiteX1" fmla="*/ 7293 w 10000"/>
                <a:gd name="connsiteY1" fmla="*/ 9412 h 10047"/>
                <a:gd name="connsiteX2" fmla="*/ 5965 w 10000"/>
                <a:gd name="connsiteY2" fmla="*/ 9387 h 10047"/>
                <a:gd name="connsiteX3" fmla="*/ 3953 w 10000"/>
                <a:gd name="connsiteY3" fmla="*/ 8846 h 10047"/>
                <a:gd name="connsiteX4" fmla="*/ 3833 w 10000"/>
                <a:gd name="connsiteY4" fmla="*/ 8904 h 10047"/>
                <a:gd name="connsiteX5" fmla="*/ 3572 w 10000"/>
                <a:gd name="connsiteY5" fmla="*/ 8934 h 10047"/>
                <a:gd name="connsiteX6" fmla="*/ 2207 w 10000"/>
                <a:gd name="connsiteY6" fmla="*/ 8086 h 10047"/>
                <a:gd name="connsiteX7" fmla="*/ 1947 w 10000"/>
                <a:gd name="connsiteY7" fmla="*/ 7269 h 10047"/>
                <a:gd name="connsiteX8" fmla="*/ 1926 w 10000"/>
                <a:gd name="connsiteY8" fmla="*/ 6860 h 10047"/>
                <a:gd name="connsiteX9" fmla="*/ 1867 w 10000"/>
                <a:gd name="connsiteY9" fmla="*/ 6277 h 10047"/>
                <a:gd name="connsiteX10" fmla="*/ 1947 w 10000"/>
                <a:gd name="connsiteY10" fmla="*/ 5926 h 10047"/>
                <a:gd name="connsiteX11" fmla="*/ 923 w 10000"/>
                <a:gd name="connsiteY11" fmla="*/ 6481 h 10047"/>
                <a:gd name="connsiteX12" fmla="*/ 401 w 10000"/>
                <a:gd name="connsiteY12" fmla="*/ 5401 h 10047"/>
                <a:gd name="connsiteX13" fmla="*/ 381 w 10000"/>
                <a:gd name="connsiteY13" fmla="*/ 5197 h 10047"/>
                <a:gd name="connsiteX14" fmla="*/ 281 w 10000"/>
                <a:gd name="connsiteY14" fmla="*/ 5080 h 10047"/>
                <a:gd name="connsiteX15" fmla="*/ 41 w 10000"/>
                <a:gd name="connsiteY15" fmla="*/ 4145 h 10047"/>
                <a:gd name="connsiteX16" fmla="*/ 80 w 10000"/>
                <a:gd name="connsiteY16" fmla="*/ 3941 h 10047"/>
                <a:gd name="connsiteX17" fmla="*/ 0 w 10000"/>
                <a:gd name="connsiteY17" fmla="*/ 3766 h 10047"/>
                <a:gd name="connsiteX18" fmla="*/ 0 w 10000"/>
                <a:gd name="connsiteY18" fmla="*/ 3065 h 10047"/>
                <a:gd name="connsiteX19" fmla="*/ 401 w 10000"/>
                <a:gd name="connsiteY19" fmla="*/ 2423 h 10047"/>
                <a:gd name="connsiteX20" fmla="*/ 1003 w 10000"/>
                <a:gd name="connsiteY20" fmla="*/ 1752 h 10047"/>
                <a:gd name="connsiteX21" fmla="*/ 1585 w 10000"/>
                <a:gd name="connsiteY21" fmla="*/ 905 h 10047"/>
                <a:gd name="connsiteX22" fmla="*/ 2428 w 10000"/>
                <a:gd name="connsiteY22" fmla="*/ 468 h 10047"/>
                <a:gd name="connsiteX23" fmla="*/ 3411 w 10000"/>
                <a:gd name="connsiteY23" fmla="*/ 175 h 10047"/>
                <a:gd name="connsiteX24" fmla="*/ 4054 w 10000"/>
                <a:gd name="connsiteY24" fmla="*/ 0 h 10047"/>
                <a:gd name="connsiteX25" fmla="*/ 4435 w 10000"/>
                <a:gd name="connsiteY25" fmla="*/ 29 h 10047"/>
                <a:gd name="connsiteX26" fmla="*/ 4836 w 10000"/>
                <a:gd name="connsiteY26" fmla="*/ 88 h 10047"/>
                <a:gd name="connsiteX27" fmla="*/ 5219 w 10000"/>
                <a:gd name="connsiteY27" fmla="*/ 29 h 10047"/>
                <a:gd name="connsiteX28" fmla="*/ 5399 w 10000"/>
                <a:gd name="connsiteY28" fmla="*/ 0 h 10047"/>
                <a:gd name="connsiteX29" fmla="*/ 5821 w 10000"/>
                <a:gd name="connsiteY29" fmla="*/ 146 h 10047"/>
                <a:gd name="connsiteX30" fmla="*/ 6743 w 10000"/>
                <a:gd name="connsiteY30" fmla="*/ 468 h 10047"/>
                <a:gd name="connsiteX31" fmla="*/ 7526 w 10000"/>
                <a:gd name="connsiteY31" fmla="*/ 1255 h 10047"/>
                <a:gd name="connsiteX32" fmla="*/ 8509 w 10000"/>
                <a:gd name="connsiteY32" fmla="*/ 2276 h 10047"/>
                <a:gd name="connsiteX33" fmla="*/ 8831 w 10000"/>
                <a:gd name="connsiteY33" fmla="*/ 2890 h 10047"/>
                <a:gd name="connsiteX34" fmla="*/ 9111 w 10000"/>
                <a:gd name="connsiteY34" fmla="*/ 3737 h 10047"/>
                <a:gd name="connsiteX35" fmla="*/ 9212 w 10000"/>
                <a:gd name="connsiteY35" fmla="*/ 3882 h 10047"/>
                <a:gd name="connsiteX36" fmla="*/ 9633 w 10000"/>
                <a:gd name="connsiteY36" fmla="*/ 4583 h 10047"/>
                <a:gd name="connsiteX37" fmla="*/ 9834 w 10000"/>
                <a:gd name="connsiteY37" fmla="*/ 5342 h 10047"/>
                <a:gd name="connsiteX38" fmla="*/ 9954 w 10000"/>
                <a:gd name="connsiteY38" fmla="*/ 6072 h 10047"/>
                <a:gd name="connsiteX39" fmla="*/ 9774 w 10000"/>
                <a:gd name="connsiteY39" fmla="*/ 8262 h 10047"/>
                <a:gd name="connsiteX40" fmla="*/ 8437 w 10000"/>
                <a:gd name="connsiteY40" fmla="*/ 10047 h 10047"/>
                <a:gd name="connsiteX0" fmla="*/ 8437 w 10000"/>
                <a:gd name="connsiteY0" fmla="*/ 10047 h 10047"/>
                <a:gd name="connsiteX1" fmla="*/ 7293 w 10000"/>
                <a:gd name="connsiteY1" fmla="*/ 9412 h 10047"/>
                <a:gd name="connsiteX2" fmla="*/ 5965 w 10000"/>
                <a:gd name="connsiteY2" fmla="*/ 9387 h 10047"/>
                <a:gd name="connsiteX3" fmla="*/ 4820 w 10000"/>
                <a:gd name="connsiteY3" fmla="*/ 9733 h 10047"/>
                <a:gd name="connsiteX4" fmla="*/ 3833 w 10000"/>
                <a:gd name="connsiteY4" fmla="*/ 8904 h 10047"/>
                <a:gd name="connsiteX5" fmla="*/ 3572 w 10000"/>
                <a:gd name="connsiteY5" fmla="*/ 8934 h 10047"/>
                <a:gd name="connsiteX6" fmla="*/ 2207 w 10000"/>
                <a:gd name="connsiteY6" fmla="*/ 8086 h 10047"/>
                <a:gd name="connsiteX7" fmla="*/ 1947 w 10000"/>
                <a:gd name="connsiteY7" fmla="*/ 7269 h 10047"/>
                <a:gd name="connsiteX8" fmla="*/ 1926 w 10000"/>
                <a:gd name="connsiteY8" fmla="*/ 6860 h 10047"/>
                <a:gd name="connsiteX9" fmla="*/ 1867 w 10000"/>
                <a:gd name="connsiteY9" fmla="*/ 6277 h 10047"/>
                <a:gd name="connsiteX10" fmla="*/ 1947 w 10000"/>
                <a:gd name="connsiteY10" fmla="*/ 5926 h 10047"/>
                <a:gd name="connsiteX11" fmla="*/ 923 w 10000"/>
                <a:gd name="connsiteY11" fmla="*/ 6481 h 10047"/>
                <a:gd name="connsiteX12" fmla="*/ 401 w 10000"/>
                <a:gd name="connsiteY12" fmla="*/ 5401 h 10047"/>
                <a:gd name="connsiteX13" fmla="*/ 381 w 10000"/>
                <a:gd name="connsiteY13" fmla="*/ 5197 h 10047"/>
                <a:gd name="connsiteX14" fmla="*/ 281 w 10000"/>
                <a:gd name="connsiteY14" fmla="*/ 5080 h 10047"/>
                <a:gd name="connsiteX15" fmla="*/ 41 w 10000"/>
                <a:gd name="connsiteY15" fmla="*/ 4145 h 10047"/>
                <a:gd name="connsiteX16" fmla="*/ 80 w 10000"/>
                <a:gd name="connsiteY16" fmla="*/ 3941 h 10047"/>
                <a:gd name="connsiteX17" fmla="*/ 0 w 10000"/>
                <a:gd name="connsiteY17" fmla="*/ 3766 h 10047"/>
                <a:gd name="connsiteX18" fmla="*/ 0 w 10000"/>
                <a:gd name="connsiteY18" fmla="*/ 3065 h 10047"/>
                <a:gd name="connsiteX19" fmla="*/ 401 w 10000"/>
                <a:gd name="connsiteY19" fmla="*/ 2423 h 10047"/>
                <a:gd name="connsiteX20" fmla="*/ 1003 w 10000"/>
                <a:gd name="connsiteY20" fmla="*/ 1752 h 10047"/>
                <a:gd name="connsiteX21" fmla="*/ 1585 w 10000"/>
                <a:gd name="connsiteY21" fmla="*/ 905 h 10047"/>
                <a:gd name="connsiteX22" fmla="*/ 2428 w 10000"/>
                <a:gd name="connsiteY22" fmla="*/ 468 h 10047"/>
                <a:gd name="connsiteX23" fmla="*/ 3411 w 10000"/>
                <a:gd name="connsiteY23" fmla="*/ 175 h 10047"/>
                <a:gd name="connsiteX24" fmla="*/ 4054 w 10000"/>
                <a:gd name="connsiteY24" fmla="*/ 0 h 10047"/>
                <a:gd name="connsiteX25" fmla="*/ 4435 w 10000"/>
                <a:gd name="connsiteY25" fmla="*/ 29 h 10047"/>
                <a:gd name="connsiteX26" fmla="*/ 4836 w 10000"/>
                <a:gd name="connsiteY26" fmla="*/ 88 h 10047"/>
                <a:gd name="connsiteX27" fmla="*/ 5219 w 10000"/>
                <a:gd name="connsiteY27" fmla="*/ 29 h 10047"/>
                <a:gd name="connsiteX28" fmla="*/ 5399 w 10000"/>
                <a:gd name="connsiteY28" fmla="*/ 0 h 10047"/>
                <a:gd name="connsiteX29" fmla="*/ 5821 w 10000"/>
                <a:gd name="connsiteY29" fmla="*/ 146 h 10047"/>
                <a:gd name="connsiteX30" fmla="*/ 6743 w 10000"/>
                <a:gd name="connsiteY30" fmla="*/ 468 h 10047"/>
                <a:gd name="connsiteX31" fmla="*/ 7526 w 10000"/>
                <a:gd name="connsiteY31" fmla="*/ 1255 h 10047"/>
                <a:gd name="connsiteX32" fmla="*/ 8509 w 10000"/>
                <a:gd name="connsiteY32" fmla="*/ 2276 h 10047"/>
                <a:gd name="connsiteX33" fmla="*/ 8831 w 10000"/>
                <a:gd name="connsiteY33" fmla="*/ 2890 h 10047"/>
                <a:gd name="connsiteX34" fmla="*/ 9111 w 10000"/>
                <a:gd name="connsiteY34" fmla="*/ 3737 h 10047"/>
                <a:gd name="connsiteX35" fmla="*/ 9212 w 10000"/>
                <a:gd name="connsiteY35" fmla="*/ 3882 h 10047"/>
                <a:gd name="connsiteX36" fmla="*/ 9633 w 10000"/>
                <a:gd name="connsiteY36" fmla="*/ 4583 h 10047"/>
                <a:gd name="connsiteX37" fmla="*/ 9834 w 10000"/>
                <a:gd name="connsiteY37" fmla="*/ 5342 h 10047"/>
                <a:gd name="connsiteX38" fmla="*/ 9954 w 10000"/>
                <a:gd name="connsiteY38" fmla="*/ 6072 h 10047"/>
                <a:gd name="connsiteX39" fmla="*/ 9774 w 10000"/>
                <a:gd name="connsiteY39" fmla="*/ 8262 h 10047"/>
                <a:gd name="connsiteX40" fmla="*/ 8437 w 10000"/>
                <a:gd name="connsiteY40" fmla="*/ 10047 h 10047"/>
                <a:gd name="connsiteX0" fmla="*/ 8437 w 10000"/>
                <a:gd name="connsiteY0" fmla="*/ 10047 h 10047"/>
                <a:gd name="connsiteX1" fmla="*/ 7293 w 10000"/>
                <a:gd name="connsiteY1" fmla="*/ 9412 h 10047"/>
                <a:gd name="connsiteX2" fmla="*/ 5965 w 10000"/>
                <a:gd name="connsiteY2" fmla="*/ 9387 h 10047"/>
                <a:gd name="connsiteX3" fmla="*/ 4820 w 10000"/>
                <a:gd name="connsiteY3" fmla="*/ 9733 h 10047"/>
                <a:gd name="connsiteX4" fmla="*/ 3833 w 10000"/>
                <a:gd name="connsiteY4" fmla="*/ 8904 h 10047"/>
                <a:gd name="connsiteX5" fmla="*/ 3572 w 10000"/>
                <a:gd name="connsiteY5" fmla="*/ 8934 h 10047"/>
                <a:gd name="connsiteX6" fmla="*/ 2207 w 10000"/>
                <a:gd name="connsiteY6" fmla="*/ 8086 h 10047"/>
                <a:gd name="connsiteX7" fmla="*/ 1947 w 10000"/>
                <a:gd name="connsiteY7" fmla="*/ 7269 h 10047"/>
                <a:gd name="connsiteX8" fmla="*/ 1926 w 10000"/>
                <a:gd name="connsiteY8" fmla="*/ 6860 h 10047"/>
                <a:gd name="connsiteX9" fmla="*/ 1867 w 10000"/>
                <a:gd name="connsiteY9" fmla="*/ 6277 h 10047"/>
                <a:gd name="connsiteX10" fmla="*/ 1947 w 10000"/>
                <a:gd name="connsiteY10" fmla="*/ 5926 h 10047"/>
                <a:gd name="connsiteX11" fmla="*/ 923 w 10000"/>
                <a:gd name="connsiteY11" fmla="*/ 6481 h 10047"/>
                <a:gd name="connsiteX12" fmla="*/ 401 w 10000"/>
                <a:gd name="connsiteY12" fmla="*/ 5401 h 10047"/>
                <a:gd name="connsiteX13" fmla="*/ 381 w 10000"/>
                <a:gd name="connsiteY13" fmla="*/ 5197 h 10047"/>
                <a:gd name="connsiteX14" fmla="*/ 281 w 10000"/>
                <a:gd name="connsiteY14" fmla="*/ 5080 h 10047"/>
                <a:gd name="connsiteX15" fmla="*/ 41 w 10000"/>
                <a:gd name="connsiteY15" fmla="*/ 4145 h 10047"/>
                <a:gd name="connsiteX16" fmla="*/ 80 w 10000"/>
                <a:gd name="connsiteY16" fmla="*/ 3941 h 10047"/>
                <a:gd name="connsiteX17" fmla="*/ 0 w 10000"/>
                <a:gd name="connsiteY17" fmla="*/ 3766 h 10047"/>
                <a:gd name="connsiteX18" fmla="*/ 0 w 10000"/>
                <a:gd name="connsiteY18" fmla="*/ 3065 h 10047"/>
                <a:gd name="connsiteX19" fmla="*/ 401 w 10000"/>
                <a:gd name="connsiteY19" fmla="*/ 2423 h 10047"/>
                <a:gd name="connsiteX20" fmla="*/ 1003 w 10000"/>
                <a:gd name="connsiteY20" fmla="*/ 1752 h 10047"/>
                <a:gd name="connsiteX21" fmla="*/ 1585 w 10000"/>
                <a:gd name="connsiteY21" fmla="*/ 905 h 10047"/>
                <a:gd name="connsiteX22" fmla="*/ 2428 w 10000"/>
                <a:gd name="connsiteY22" fmla="*/ 468 h 10047"/>
                <a:gd name="connsiteX23" fmla="*/ 3411 w 10000"/>
                <a:gd name="connsiteY23" fmla="*/ 175 h 10047"/>
                <a:gd name="connsiteX24" fmla="*/ 4054 w 10000"/>
                <a:gd name="connsiteY24" fmla="*/ 0 h 10047"/>
                <a:gd name="connsiteX25" fmla="*/ 4435 w 10000"/>
                <a:gd name="connsiteY25" fmla="*/ 29 h 10047"/>
                <a:gd name="connsiteX26" fmla="*/ 4836 w 10000"/>
                <a:gd name="connsiteY26" fmla="*/ 88 h 10047"/>
                <a:gd name="connsiteX27" fmla="*/ 5219 w 10000"/>
                <a:gd name="connsiteY27" fmla="*/ 29 h 10047"/>
                <a:gd name="connsiteX28" fmla="*/ 5399 w 10000"/>
                <a:gd name="connsiteY28" fmla="*/ 0 h 10047"/>
                <a:gd name="connsiteX29" fmla="*/ 5821 w 10000"/>
                <a:gd name="connsiteY29" fmla="*/ 146 h 10047"/>
                <a:gd name="connsiteX30" fmla="*/ 6743 w 10000"/>
                <a:gd name="connsiteY30" fmla="*/ 468 h 10047"/>
                <a:gd name="connsiteX31" fmla="*/ 7526 w 10000"/>
                <a:gd name="connsiteY31" fmla="*/ 1255 h 10047"/>
                <a:gd name="connsiteX32" fmla="*/ 8509 w 10000"/>
                <a:gd name="connsiteY32" fmla="*/ 2276 h 10047"/>
                <a:gd name="connsiteX33" fmla="*/ 8831 w 10000"/>
                <a:gd name="connsiteY33" fmla="*/ 2890 h 10047"/>
                <a:gd name="connsiteX34" fmla="*/ 9111 w 10000"/>
                <a:gd name="connsiteY34" fmla="*/ 3737 h 10047"/>
                <a:gd name="connsiteX35" fmla="*/ 9212 w 10000"/>
                <a:gd name="connsiteY35" fmla="*/ 3882 h 10047"/>
                <a:gd name="connsiteX36" fmla="*/ 9633 w 10000"/>
                <a:gd name="connsiteY36" fmla="*/ 4583 h 10047"/>
                <a:gd name="connsiteX37" fmla="*/ 9834 w 10000"/>
                <a:gd name="connsiteY37" fmla="*/ 5342 h 10047"/>
                <a:gd name="connsiteX38" fmla="*/ 9954 w 10000"/>
                <a:gd name="connsiteY38" fmla="*/ 6072 h 10047"/>
                <a:gd name="connsiteX39" fmla="*/ 9774 w 10000"/>
                <a:gd name="connsiteY39" fmla="*/ 8262 h 10047"/>
                <a:gd name="connsiteX40" fmla="*/ 8437 w 10000"/>
                <a:gd name="connsiteY40" fmla="*/ 10047 h 10047"/>
                <a:gd name="connsiteX0" fmla="*/ 8437 w 10000"/>
                <a:gd name="connsiteY0" fmla="*/ 10047 h 10047"/>
                <a:gd name="connsiteX1" fmla="*/ 7357 w 10000"/>
                <a:gd name="connsiteY1" fmla="*/ 9785 h 10047"/>
                <a:gd name="connsiteX2" fmla="*/ 5965 w 10000"/>
                <a:gd name="connsiteY2" fmla="*/ 9387 h 10047"/>
                <a:gd name="connsiteX3" fmla="*/ 4820 w 10000"/>
                <a:gd name="connsiteY3" fmla="*/ 9733 h 10047"/>
                <a:gd name="connsiteX4" fmla="*/ 3833 w 10000"/>
                <a:gd name="connsiteY4" fmla="*/ 8904 h 10047"/>
                <a:gd name="connsiteX5" fmla="*/ 3572 w 10000"/>
                <a:gd name="connsiteY5" fmla="*/ 8934 h 10047"/>
                <a:gd name="connsiteX6" fmla="*/ 2207 w 10000"/>
                <a:gd name="connsiteY6" fmla="*/ 8086 h 10047"/>
                <a:gd name="connsiteX7" fmla="*/ 1947 w 10000"/>
                <a:gd name="connsiteY7" fmla="*/ 7269 h 10047"/>
                <a:gd name="connsiteX8" fmla="*/ 1926 w 10000"/>
                <a:gd name="connsiteY8" fmla="*/ 6860 h 10047"/>
                <a:gd name="connsiteX9" fmla="*/ 1867 w 10000"/>
                <a:gd name="connsiteY9" fmla="*/ 6277 h 10047"/>
                <a:gd name="connsiteX10" fmla="*/ 1947 w 10000"/>
                <a:gd name="connsiteY10" fmla="*/ 5926 h 10047"/>
                <a:gd name="connsiteX11" fmla="*/ 923 w 10000"/>
                <a:gd name="connsiteY11" fmla="*/ 6481 h 10047"/>
                <a:gd name="connsiteX12" fmla="*/ 401 w 10000"/>
                <a:gd name="connsiteY12" fmla="*/ 5401 h 10047"/>
                <a:gd name="connsiteX13" fmla="*/ 381 w 10000"/>
                <a:gd name="connsiteY13" fmla="*/ 5197 h 10047"/>
                <a:gd name="connsiteX14" fmla="*/ 281 w 10000"/>
                <a:gd name="connsiteY14" fmla="*/ 5080 h 10047"/>
                <a:gd name="connsiteX15" fmla="*/ 41 w 10000"/>
                <a:gd name="connsiteY15" fmla="*/ 4145 h 10047"/>
                <a:gd name="connsiteX16" fmla="*/ 80 w 10000"/>
                <a:gd name="connsiteY16" fmla="*/ 3941 h 10047"/>
                <a:gd name="connsiteX17" fmla="*/ 0 w 10000"/>
                <a:gd name="connsiteY17" fmla="*/ 3766 h 10047"/>
                <a:gd name="connsiteX18" fmla="*/ 0 w 10000"/>
                <a:gd name="connsiteY18" fmla="*/ 3065 h 10047"/>
                <a:gd name="connsiteX19" fmla="*/ 401 w 10000"/>
                <a:gd name="connsiteY19" fmla="*/ 2423 h 10047"/>
                <a:gd name="connsiteX20" fmla="*/ 1003 w 10000"/>
                <a:gd name="connsiteY20" fmla="*/ 1752 h 10047"/>
                <a:gd name="connsiteX21" fmla="*/ 1585 w 10000"/>
                <a:gd name="connsiteY21" fmla="*/ 905 h 10047"/>
                <a:gd name="connsiteX22" fmla="*/ 2428 w 10000"/>
                <a:gd name="connsiteY22" fmla="*/ 468 h 10047"/>
                <a:gd name="connsiteX23" fmla="*/ 3411 w 10000"/>
                <a:gd name="connsiteY23" fmla="*/ 175 h 10047"/>
                <a:gd name="connsiteX24" fmla="*/ 4054 w 10000"/>
                <a:gd name="connsiteY24" fmla="*/ 0 h 10047"/>
                <a:gd name="connsiteX25" fmla="*/ 4435 w 10000"/>
                <a:gd name="connsiteY25" fmla="*/ 29 h 10047"/>
                <a:gd name="connsiteX26" fmla="*/ 4836 w 10000"/>
                <a:gd name="connsiteY26" fmla="*/ 88 h 10047"/>
                <a:gd name="connsiteX27" fmla="*/ 5219 w 10000"/>
                <a:gd name="connsiteY27" fmla="*/ 29 h 10047"/>
                <a:gd name="connsiteX28" fmla="*/ 5399 w 10000"/>
                <a:gd name="connsiteY28" fmla="*/ 0 h 10047"/>
                <a:gd name="connsiteX29" fmla="*/ 5821 w 10000"/>
                <a:gd name="connsiteY29" fmla="*/ 146 h 10047"/>
                <a:gd name="connsiteX30" fmla="*/ 6743 w 10000"/>
                <a:gd name="connsiteY30" fmla="*/ 468 h 10047"/>
                <a:gd name="connsiteX31" fmla="*/ 7526 w 10000"/>
                <a:gd name="connsiteY31" fmla="*/ 1255 h 10047"/>
                <a:gd name="connsiteX32" fmla="*/ 8509 w 10000"/>
                <a:gd name="connsiteY32" fmla="*/ 2276 h 10047"/>
                <a:gd name="connsiteX33" fmla="*/ 8831 w 10000"/>
                <a:gd name="connsiteY33" fmla="*/ 2890 h 10047"/>
                <a:gd name="connsiteX34" fmla="*/ 9111 w 10000"/>
                <a:gd name="connsiteY34" fmla="*/ 3737 h 10047"/>
                <a:gd name="connsiteX35" fmla="*/ 9212 w 10000"/>
                <a:gd name="connsiteY35" fmla="*/ 3882 h 10047"/>
                <a:gd name="connsiteX36" fmla="*/ 9633 w 10000"/>
                <a:gd name="connsiteY36" fmla="*/ 4583 h 10047"/>
                <a:gd name="connsiteX37" fmla="*/ 9834 w 10000"/>
                <a:gd name="connsiteY37" fmla="*/ 5342 h 10047"/>
                <a:gd name="connsiteX38" fmla="*/ 9954 w 10000"/>
                <a:gd name="connsiteY38" fmla="*/ 6072 h 10047"/>
                <a:gd name="connsiteX39" fmla="*/ 9774 w 10000"/>
                <a:gd name="connsiteY39" fmla="*/ 8262 h 10047"/>
                <a:gd name="connsiteX40" fmla="*/ 8437 w 10000"/>
                <a:gd name="connsiteY40" fmla="*/ 10047 h 10047"/>
                <a:gd name="connsiteX0" fmla="*/ 8437 w 10000"/>
                <a:gd name="connsiteY0" fmla="*/ 10047 h 11052"/>
                <a:gd name="connsiteX1" fmla="*/ 7293 w 10000"/>
                <a:gd name="connsiteY1" fmla="*/ 11045 h 11052"/>
                <a:gd name="connsiteX2" fmla="*/ 5965 w 10000"/>
                <a:gd name="connsiteY2" fmla="*/ 9387 h 11052"/>
                <a:gd name="connsiteX3" fmla="*/ 4820 w 10000"/>
                <a:gd name="connsiteY3" fmla="*/ 9733 h 11052"/>
                <a:gd name="connsiteX4" fmla="*/ 3833 w 10000"/>
                <a:gd name="connsiteY4" fmla="*/ 8904 h 11052"/>
                <a:gd name="connsiteX5" fmla="*/ 3572 w 10000"/>
                <a:gd name="connsiteY5" fmla="*/ 8934 h 11052"/>
                <a:gd name="connsiteX6" fmla="*/ 2207 w 10000"/>
                <a:gd name="connsiteY6" fmla="*/ 8086 h 11052"/>
                <a:gd name="connsiteX7" fmla="*/ 1947 w 10000"/>
                <a:gd name="connsiteY7" fmla="*/ 7269 h 11052"/>
                <a:gd name="connsiteX8" fmla="*/ 1926 w 10000"/>
                <a:gd name="connsiteY8" fmla="*/ 6860 h 11052"/>
                <a:gd name="connsiteX9" fmla="*/ 1867 w 10000"/>
                <a:gd name="connsiteY9" fmla="*/ 6277 h 11052"/>
                <a:gd name="connsiteX10" fmla="*/ 1947 w 10000"/>
                <a:gd name="connsiteY10" fmla="*/ 5926 h 11052"/>
                <a:gd name="connsiteX11" fmla="*/ 923 w 10000"/>
                <a:gd name="connsiteY11" fmla="*/ 6481 h 11052"/>
                <a:gd name="connsiteX12" fmla="*/ 401 w 10000"/>
                <a:gd name="connsiteY12" fmla="*/ 5401 h 11052"/>
                <a:gd name="connsiteX13" fmla="*/ 381 w 10000"/>
                <a:gd name="connsiteY13" fmla="*/ 5197 h 11052"/>
                <a:gd name="connsiteX14" fmla="*/ 281 w 10000"/>
                <a:gd name="connsiteY14" fmla="*/ 5080 h 11052"/>
                <a:gd name="connsiteX15" fmla="*/ 41 w 10000"/>
                <a:gd name="connsiteY15" fmla="*/ 4145 h 11052"/>
                <a:gd name="connsiteX16" fmla="*/ 80 w 10000"/>
                <a:gd name="connsiteY16" fmla="*/ 3941 h 11052"/>
                <a:gd name="connsiteX17" fmla="*/ 0 w 10000"/>
                <a:gd name="connsiteY17" fmla="*/ 3766 h 11052"/>
                <a:gd name="connsiteX18" fmla="*/ 0 w 10000"/>
                <a:gd name="connsiteY18" fmla="*/ 3065 h 11052"/>
                <a:gd name="connsiteX19" fmla="*/ 401 w 10000"/>
                <a:gd name="connsiteY19" fmla="*/ 2423 h 11052"/>
                <a:gd name="connsiteX20" fmla="*/ 1003 w 10000"/>
                <a:gd name="connsiteY20" fmla="*/ 1752 h 11052"/>
                <a:gd name="connsiteX21" fmla="*/ 1585 w 10000"/>
                <a:gd name="connsiteY21" fmla="*/ 905 h 11052"/>
                <a:gd name="connsiteX22" fmla="*/ 2428 w 10000"/>
                <a:gd name="connsiteY22" fmla="*/ 468 h 11052"/>
                <a:gd name="connsiteX23" fmla="*/ 3411 w 10000"/>
                <a:gd name="connsiteY23" fmla="*/ 175 h 11052"/>
                <a:gd name="connsiteX24" fmla="*/ 4054 w 10000"/>
                <a:gd name="connsiteY24" fmla="*/ 0 h 11052"/>
                <a:gd name="connsiteX25" fmla="*/ 4435 w 10000"/>
                <a:gd name="connsiteY25" fmla="*/ 29 h 11052"/>
                <a:gd name="connsiteX26" fmla="*/ 4836 w 10000"/>
                <a:gd name="connsiteY26" fmla="*/ 88 h 11052"/>
                <a:gd name="connsiteX27" fmla="*/ 5219 w 10000"/>
                <a:gd name="connsiteY27" fmla="*/ 29 h 11052"/>
                <a:gd name="connsiteX28" fmla="*/ 5399 w 10000"/>
                <a:gd name="connsiteY28" fmla="*/ 0 h 11052"/>
                <a:gd name="connsiteX29" fmla="*/ 5821 w 10000"/>
                <a:gd name="connsiteY29" fmla="*/ 146 h 11052"/>
                <a:gd name="connsiteX30" fmla="*/ 6743 w 10000"/>
                <a:gd name="connsiteY30" fmla="*/ 468 h 11052"/>
                <a:gd name="connsiteX31" fmla="*/ 7526 w 10000"/>
                <a:gd name="connsiteY31" fmla="*/ 1255 h 11052"/>
                <a:gd name="connsiteX32" fmla="*/ 8509 w 10000"/>
                <a:gd name="connsiteY32" fmla="*/ 2276 h 11052"/>
                <a:gd name="connsiteX33" fmla="*/ 8831 w 10000"/>
                <a:gd name="connsiteY33" fmla="*/ 2890 h 11052"/>
                <a:gd name="connsiteX34" fmla="*/ 9111 w 10000"/>
                <a:gd name="connsiteY34" fmla="*/ 3737 h 11052"/>
                <a:gd name="connsiteX35" fmla="*/ 9212 w 10000"/>
                <a:gd name="connsiteY35" fmla="*/ 3882 h 11052"/>
                <a:gd name="connsiteX36" fmla="*/ 9633 w 10000"/>
                <a:gd name="connsiteY36" fmla="*/ 4583 h 11052"/>
                <a:gd name="connsiteX37" fmla="*/ 9834 w 10000"/>
                <a:gd name="connsiteY37" fmla="*/ 5342 h 11052"/>
                <a:gd name="connsiteX38" fmla="*/ 9954 w 10000"/>
                <a:gd name="connsiteY38" fmla="*/ 6072 h 11052"/>
                <a:gd name="connsiteX39" fmla="*/ 9774 w 10000"/>
                <a:gd name="connsiteY39" fmla="*/ 8262 h 11052"/>
                <a:gd name="connsiteX40" fmla="*/ 8437 w 10000"/>
                <a:gd name="connsiteY40" fmla="*/ 10047 h 11052"/>
                <a:gd name="connsiteX0" fmla="*/ 9111 w 10000"/>
                <a:gd name="connsiteY0" fmla="*/ 9534 h 11045"/>
                <a:gd name="connsiteX1" fmla="*/ 7293 w 10000"/>
                <a:gd name="connsiteY1" fmla="*/ 11045 h 11045"/>
                <a:gd name="connsiteX2" fmla="*/ 5965 w 10000"/>
                <a:gd name="connsiteY2" fmla="*/ 9387 h 11045"/>
                <a:gd name="connsiteX3" fmla="*/ 4820 w 10000"/>
                <a:gd name="connsiteY3" fmla="*/ 9733 h 11045"/>
                <a:gd name="connsiteX4" fmla="*/ 3833 w 10000"/>
                <a:gd name="connsiteY4" fmla="*/ 8904 h 11045"/>
                <a:gd name="connsiteX5" fmla="*/ 3572 w 10000"/>
                <a:gd name="connsiteY5" fmla="*/ 8934 h 11045"/>
                <a:gd name="connsiteX6" fmla="*/ 2207 w 10000"/>
                <a:gd name="connsiteY6" fmla="*/ 8086 h 11045"/>
                <a:gd name="connsiteX7" fmla="*/ 1947 w 10000"/>
                <a:gd name="connsiteY7" fmla="*/ 7269 h 11045"/>
                <a:gd name="connsiteX8" fmla="*/ 1926 w 10000"/>
                <a:gd name="connsiteY8" fmla="*/ 6860 h 11045"/>
                <a:gd name="connsiteX9" fmla="*/ 1867 w 10000"/>
                <a:gd name="connsiteY9" fmla="*/ 6277 h 11045"/>
                <a:gd name="connsiteX10" fmla="*/ 1947 w 10000"/>
                <a:gd name="connsiteY10" fmla="*/ 5926 h 11045"/>
                <a:gd name="connsiteX11" fmla="*/ 923 w 10000"/>
                <a:gd name="connsiteY11" fmla="*/ 6481 h 11045"/>
                <a:gd name="connsiteX12" fmla="*/ 401 w 10000"/>
                <a:gd name="connsiteY12" fmla="*/ 5401 h 11045"/>
                <a:gd name="connsiteX13" fmla="*/ 381 w 10000"/>
                <a:gd name="connsiteY13" fmla="*/ 5197 h 11045"/>
                <a:gd name="connsiteX14" fmla="*/ 281 w 10000"/>
                <a:gd name="connsiteY14" fmla="*/ 5080 h 11045"/>
                <a:gd name="connsiteX15" fmla="*/ 41 w 10000"/>
                <a:gd name="connsiteY15" fmla="*/ 4145 h 11045"/>
                <a:gd name="connsiteX16" fmla="*/ 80 w 10000"/>
                <a:gd name="connsiteY16" fmla="*/ 3941 h 11045"/>
                <a:gd name="connsiteX17" fmla="*/ 0 w 10000"/>
                <a:gd name="connsiteY17" fmla="*/ 3766 h 11045"/>
                <a:gd name="connsiteX18" fmla="*/ 0 w 10000"/>
                <a:gd name="connsiteY18" fmla="*/ 3065 h 11045"/>
                <a:gd name="connsiteX19" fmla="*/ 401 w 10000"/>
                <a:gd name="connsiteY19" fmla="*/ 2423 h 11045"/>
                <a:gd name="connsiteX20" fmla="*/ 1003 w 10000"/>
                <a:gd name="connsiteY20" fmla="*/ 1752 h 11045"/>
                <a:gd name="connsiteX21" fmla="*/ 1585 w 10000"/>
                <a:gd name="connsiteY21" fmla="*/ 905 h 11045"/>
                <a:gd name="connsiteX22" fmla="*/ 2428 w 10000"/>
                <a:gd name="connsiteY22" fmla="*/ 468 h 11045"/>
                <a:gd name="connsiteX23" fmla="*/ 3411 w 10000"/>
                <a:gd name="connsiteY23" fmla="*/ 175 h 11045"/>
                <a:gd name="connsiteX24" fmla="*/ 4054 w 10000"/>
                <a:gd name="connsiteY24" fmla="*/ 0 h 11045"/>
                <a:gd name="connsiteX25" fmla="*/ 4435 w 10000"/>
                <a:gd name="connsiteY25" fmla="*/ 29 h 11045"/>
                <a:gd name="connsiteX26" fmla="*/ 4836 w 10000"/>
                <a:gd name="connsiteY26" fmla="*/ 88 h 11045"/>
                <a:gd name="connsiteX27" fmla="*/ 5219 w 10000"/>
                <a:gd name="connsiteY27" fmla="*/ 29 h 11045"/>
                <a:gd name="connsiteX28" fmla="*/ 5399 w 10000"/>
                <a:gd name="connsiteY28" fmla="*/ 0 h 11045"/>
                <a:gd name="connsiteX29" fmla="*/ 5821 w 10000"/>
                <a:gd name="connsiteY29" fmla="*/ 146 h 11045"/>
                <a:gd name="connsiteX30" fmla="*/ 6743 w 10000"/>
                <a:gd name="connsiteY30" fmla="*/ 468 h 11045"/>
                <a:gd name="connsiteX31" fmla="*/ 7526 w 10000"/>
                <a:gd name="connsiteY31" fmla="*/ 1255 h 11045"/>
                <a:gd name="connsiteX32" fmla="*/ 8509 w 10000"/>
                <a:gd name="connsiteY32" fmla="*/ 2276 h 11045"/>
                <a:gd name="connsiteX33" fmla="*/ 8831 w 10000"/>
                <a:gd name="connsiteY33" fmla="*/ 2890 h 11045"/>
                <a:gd name="connsiteX34" fmla="*/ 9111 w 10000"/>
                <a:gd name="connsiteY34" fmla="*/ 3737 h 11045"/>
                <a:gd name="connsiteX35" fmla="*/ 9212 w 10000"/>
                <a:gd name="connsiteY35" fmla="*/ 3882 h 11045"/>
                <a:gd name="connsiteX36" fmla="*/ 9633 w 10000"/>
                <a:gd name="connsiteY36" fmla="*/ 4583 h 11045"/>
                <a:gd name="connsiteX37" fmla="*/ 9834 w 10000"/>
                <a:gd name="connsiteY37" fmla="*/ 5342 h 11045"/>
                <a:gd name="connsiteX38" fmla="*/ 9954 w 10000"/>
                <a:gd name="connsiteY38" fmla="*/ 6072 h 11045"/>
                <a:gd name="connsiteX39" fmla="*/ 9774 w 10000"/>
                <a:gd name="connsiteY39" fmla="*/ 8262 h 11045"/>
                <a:gd name="connsiteX40" fmla="*/ 9111 w 10000"/>
                <a:gd name="connsiteY40" fmla="*/ 9534 h 11045"/>
                <a:gd name="connsiteX0" fmla="*/ 9111 w 10000"/>
                <a:gd name="connsiteY0" fmla="*/ 9534 h 11045"/>
                <a:gd name="connsiteX1" fmla="*/ 7293 w 10000"/>
                <a:gd name="connsiteY1" fmla="*/ 11045 h 11045"/>
                <a:gd name="connsiteX2" fmla="*/ 5965 w 10000"/>
                <a:gd name="connsiteY2" fmla="*/ 9387 h 11045"/>
                <a:gd name="connsiteX3" fmla="*/ 4820 w 10000"/>
                <a:gd name="connsiteY3" fmla="*/ 9733 h 11045"/>
                <a:gd name="connsiteX4" fmla="*/ 3833 w 10000"/>
                <a:gd name="connsiteY4" fmla="*/ 8904 h 11045"/>
                <a:gd name="connsiteX5" fmla="*/ 3572 w 10000"/>
                <a:gd name="connsiteY5" fmla="*/ 8934 h 11045"/>
                <a:gd name="connsiteX6" fmla="*/ 2207 w 10000"/>
                <a:gd name="connsiteY6" fmla="*/ 8086 h 11045"/>
                <a:gd name="connsiteX7" fmla="*/ 1947 w 10000"/>
                <a:gd name="connsiteY7" fmla="*/ 7269 h 11045"/>
                <a:gd name="connsiteX8" fmla="*/ 1926 w 10000"/>
                <a:gd name="connsiteY8" fmla="*/ 6860 h 11045"/>
                <a:gd name="connsiteX9" fmla="*/ 1867 w 10000"/>
                <a:gd name="connsiteY9" fmla="*/ 6277 h 11045"/>
                <a:gd name="connsiteX10" fmla="*/ 1947 w 10000"/>
                <a:gd name="connsiteY10" fmla="*/ 5926 h 11045"/>
                <a:gd name="connsiteX11" fmla="*/ 923 w 10000"/>
                <a:gd name="connsiteY11" fmla="*/ 6481 h 11045"/>
                <a:gd name="connsiteX12" fmla="*/ 401 w 10000"/>
                <a:gd name="connsiteY12" fmla="*/ 5401 h 11045"/>
                <a:gd name="connsiteX13" fmla="*/ 381 w 10000"/>
                <a:gd name="connsiteY13" fmla="*/ 5197 h 11045"/>
                <a:gd name="connsiteX14" fmla="*/ 281 w 10000"/>
                <a:gd name="connsiteY14" fmla="*/ 5080 h 11045"/>
                <a:gd name="connsiteX15" fmla="*/ 41 w 10000"/>
                <a:gd name="connsiteY15" fmla="*/ 4145 h 11045"/>
                <a:gd name="connsiteX16" fmla="*/ 80 w 10000"/>
                <a:gd name="connsiteY16" fmla="*/ 3941 h 11045"/>
                <a:gd name="connsiteX17" fmla="*/ 0 w 10000"/>
                <a:gd name="connsiteY17" fmla="*/ 3766 h 11045"/>
                <a:gd name="connsiteX18" fmla="*/ 0 w 10000"/>
                <a:gd name="connsiteY18" fmla="*/ 3065 h 11045"/>
                <a:gd name="connsiteX19" fmla="*/ 401 w 10000"/>
                <a:gd name="connsiteY19" fmla="*/ 2423 h 11045"/>
                <a:gd name="connsiteX20" fmla="*/ 1003 w 10000"/>
                <a:gd name="connsiteY20" fmla="*/ 1752 h 11045"/>
                <a:gd name="connsiteX21" fmla="*/ 1585 w 10000"/>
                <a:gd name="connsiteY21" fmla="*/ 905 h 11045"/>
                <a:gd name="connsiteX22" fmla="*/ 2428 w 10000"/>
                <a:gd name="connsiteY22" fmla="*/ 468 h 11045"/>
                <a:gd name="connsiteX23" fmla="*/ 3411 w 10000"/>
                <a:gd name="connsiteY23" fmla="*/ 175 h 11045"/>
                <a:gd name="connsiteX24" fmla="*/ 4054 w 10000"/>
                <a:gd name="connsiteY24" fmla="*/ 0 h 11045"/>
                <a:gd name="connsiteX25" fmla="*/ 4435 w 10000"/>
                <a:gd name="connsiteY25" fmla="*/ 29 h 11045"/>
                <a:gd name="connsiteX26" fmla="*/ 4836 w 10000"/>
                <a:gd name="connsiteY26" fmla="*/ 88 h 11045"/>
                <a:gd name="connsiteX27" fmla="*/ 5219 w 10000"/>
                <a:gd name="connsiteY27" fmla="*/ 29 h 11045"/>
                <a:gd name="connsiteX28" fmla="*/ 5399 w 10000"/>
                <a:gd name="connsiteY28" fmla="*/ 0 h 11045"/>
                <a:gd name="connsiteX29" fmla="*/ 5821 w 10000"/>
                <a:gd name="connsiteY29" fmla="*/ 146 h 11045"/>
                <a:gd name="connsiteX30" fmla="*/ 6743 w 10000"/>
                <a:gd name="connsiteY30" fmla="*/ 468 h 11045"/>
                <a:gd name="connsiteX31" fmla="*/ 7526 w 10000"/>
                <a:gd name="connsiteY31" fmla="*/ 1255 h 11045"/>
                <a:gd name="connsiteX32" fmla="*/ 8509 w 10000"/>
                <a:gd name="connsiteY32" fmla="*/ 2276 h 11045"/>
                <a:gd name="connsiteX33" fmla="*/ 8831 w 10000"/>
                <a:gd name="connsiteY33" fmla="*/ 2890 h 11045"/>
                <a:gd name="connsiteX34" fmla="*/ 9111 w 10000"/>
                <a:gd name="connsiteY34" fmla="*/ 3737 h 11045"/>
                <a:gd name="connsiteX35" fmla="*/ 9212 w 10000"/>
                <a:gd name="connsiteY35" fmla="*/ 3882 h 11045"/>
                <a:gd name="connsiteX36" fmla="*/ 9633 w 10000"/>
                <a:gd name="connsiteY36" fmla="*/ 4583 h 11045"/>
                <a:gd name="connsiteX37" fmla="*/ 9834 w 10000"/>
                <a:gd name="connsiteY37" fmla="*/ 5342 h 11045"/>
                <a:gd name="connsiteX38" fmla="*/ 9954 w 10000"/>
                <a:gd name="connsiteY38" fmla="*/ 6072 h 11045"/>
                <a:gd name="connsiteX39" fmla="*/ 9774 w 10000"/>
                <a:gd name="connsiteY39" fmla="*/ 8262 h 11045"/>
                <a:gd name="connsiteX40" fmla="*/ 9111 w 10000"/>
                <a:gd name="connsiteY40" fmla="*/ 9534 h 11045"/>
                <a:gd name="connsiteX0" fmla="*/ 9111 w 10000"/>
                <a:gd name="connsiteY0" fmla="*/ 9534 h 11461"/>
                <a:gd name="connsiteX1" fmla="*/ 7704 w 10000"/>
                <a:gd name="connsiteY1" fmla="*/ 11355 h 11461"/>
                <a:gd name="connsiteX2" fmla="*/ 7293 w 10000"/>
                <a:gd name="connsiteY2" fmla="*/ 11045 h 11461"/>
                <a:gd name="connsiteX3" fmla="*/ 5965 w 10000"/>
                <a:gd name="connsiteY3" fmla="*/ 9387 h 11461"/>
                <a:gd name="connsiteX4" fmla="*/ 4820 w 10000"/>
                <a:gd name="connsiteY4" fmla="*/ 9733 h 11461"/>
                <a:gd name="connsiteX5" fmla="*/ 3833 w 10000"/>
                <a:gd name="connsiteY5" fmla="*/ 8904 h 11461"/>
                <a:gd name="connsiteX6" fmla="*/ 3572 w 10000"/>
                <a:gd name="connsiteY6" fmla="*/ 8934 h 11461"/>
                <a:gd name="connsiteX7" fmla="*/ 2207 w 10000"/>
                <a:gd name="connsiteY7" fmla="*/ 8086 h 11461"/>
                <a:gd name="connsiteX8" fmla="*/ 1947 w 10000"/>
                <a:gd name="connsiteY8" fmla="*/ 7269 h 11461"/>
                <a:gd name="connsiteX9" fmla="*/ 1926 w 10000"/>
                <a:gd name="connsiteY9" fmla="*/ 6860 h 11461"/>
                <a:gd name="connsiteX10" fmla="*/ 1867 w 10000"/>
                <a:gd name="connsiteY10" fmla="*/ 6277 h 11461"/>
                <a:gd name="connsiteX11" fmla="*/ 1947 w 10000"/>
                <a:gd name="connsiteY11" fmla="*/ 5926 h 11461"/>
                <a:gd name="connsiteX12" fmla="*/ 923 w 10000"/>
                <a:gd name="connsiteY12" fmla="*/ 6481 h 11461"/>
                <a:gd name="connsiteX13" fmla="*/ 401 w 10000"/>
                <a:gd name="connsiteY13" fmla="*/ 5401 h 11461"/>
                <a:gd name="connsiteX14" fmla="*/ 381 w 10000"/>
                <a:gd name="connsiteY14" fmla="*/ 5197 h 11461"/>
                <a:gd name="connsiteX15" fmla="*/ 281 w 10000"/>
                <a:gd name="connsiteY15" fmla="*/ 5080 h 11461"/>
                <a:gd name="connsiteX16" fmla="*/ 41 w 10000"/>
                <a:gd name="connsiteY16" fmla="*/ 4145 h 11461"/>
                <a:gd name="connsiteX17" fmla="*/ 80 w 10000"/>
                <a:gd name="connsiteY17" fmla="*/ 3941 h 11461"/>
                <a:gd name="connsiteX18" fmla="*/ 0 w 10000"/>
                <a:gd name="connsiteY18" fmla="*/ 3766 h 11461"/>
                <a:gd name="connsiteX19" fmla="*/ 0 w 10000"/>
                <a:gd name="connsiteY19" fmla="*/ 3065 h 11461"/>
                <a:gd name="connsiteX20" fmla="*/ 401 w 10000"/>
                <a:gd name="connsiteY20" fmla="*/ 2423 h 11461"/>
                <a:gd name="connsiteX21" fmla="*/ 1003 w 10000"/>
                <a:gd name="connsiteY21" fmla="*/ 1752 h 11461"/>
                <a:gd name="connsiteX22" fmla="*/ 1585 w 10000"/>
                <a:gd name="connsiteY22" fmla="*/ 905 h 11461"/>
                <a:gd name="connsiteX23" fmla="*/ 2428 w 10000"/>
                <a:gd name="connsiteY23" fmla="*/ 468 h 11461"/>
                <a:gd name="connsiteX24" fmla="*/ 3411 w 10000"/>
                <a:gd name="connsiteY24" fmla="*/ 175 h 11461"/>
                <a:gd name="connsiteX25" fmla="*/ 4054 w 10000"/>
                <a:gd name="connsiteY25" fmla="*/ 0 h 11461"/>
                <a:gd name="connsiteX26" fmla="*/ 4435 w 10000"/>
                <a:gd name="connsiteY26" fmla="*/ 29 h 11461"/>
                <a:gd name="connsiteX27" fmla="*/ 4836 w 10000"/>
                <a:gd name="connsiteY27" fmla="*/ 88 h 11461"/>
                <a:gd name="connsiteX28" fmla="*/ 5219 w 10000"/>
                <a:gd name="connsiteY28" fmla="*/ 29 h 11461"/>
                <a:gd name="connsiteX29" fmla="*/ 5399 w 10000"/>
                <a:gd name="connsiteY29" fmla="*/ 0 h 11461"/>
                <a:gd name="connsiteX30" fmla="*/ 5821 w 10000"/>
                <a:gd name="connsiteY30" fmla="*/ 146 h 11461"/>
                <a:gd name="connsiteX31" fmla="*/ 6743 w 10000"/>
                <a:gd name="connsiteY31" fmla="*/ 468 h 11461"/>
                <a:gd name="connsiteX32" fmla="*/ 7526 w 10000"/>
                <a:gd name="connsiteY32" fmla="*/ 1255 h 11461"/>
                <a:gd name="connsiteX33" fmla="*/ 8509 w 10000"/>
                <a:gd name="connsiteY33" fmla="*/ 2276 h 11461"/>
                <a:gd name="connsiteX34" fmla="*/ 8831 w 10000"/>
                <a:gd name="connsiteY34" fmla="*/ 2890 h 11461"/>
                <a:gd name="connsiteX35" fmla="*/ 9111 w 10000"/>
                <a:gd name="connsiteY35" fmla="*/ 3737 h 11461"/>
                <a:gd name="connsiteX36" fmla="*/ 9212 w 10000"/>
                <a:gd name="connsiteY36" fmla="*/ 3882 h 11461"/>
                <a:gd name="connsiteX37" fmla="*/ 9633 w 10000"/>
                <a:gd name="connsiteY37" fmla="*/ 4583 h 11461"/>
                <a:gd name="connsiteX38" fmla="*/ 9834 w 10000"/>
                <a:gd name="connsiteY38" fmla="*/ 5342 h 11461"/>
                <a:gd name="connsiteX39" fmla="*/ 9954 w 10000"/>
                <a:gd name="connsiteY39" fmla="*/ 6072 h 11461"/>
                <a:gd name="connsiteX40" fmla="*/ 9774 w 10000"/>
                <a:gd name="connsiteY40" fmla="*/ 8262 h 11461"/>
                <a:gd name="connsiteX41" fmla="*/ 9111 w 10000"/>
                <a:gd name="connsiteY41" fmla="*/ 9534 h 11461"/>
                <a:gd name="connsiteX0" fmla="*/ 9111 w 10000"/>
                <a:gd name="connsiteY0" fmla="*/ 9534 h 11171"/>
                <a:gd name="connsiteX1" fmla="*/ 8346 w 10000"/>
                <a:gd name="connsiteY1" fmla="*/ 10888 h 11171"/>
                <a:gd name="connsiteX2" fmla="*/ 7293 w 10000"/>
                <a:gd name="connsiteY2" fmla="*/ 11045 h 11171"/>
                <a:gd name="connsiteX3" fmla="*/ 5965 w 10000"/>
                <a:gd name="connsiteY3" fmla="*/ 9387 h 11171"/>
                <a:gd name="connsiteX4" fmla="*/ 4820 w 10000"/>
                <a:gd name="connsiteY4" fmla="*/ 9733 h 11171"/>
                <a:gd name="connsiteX5" fmla="*/ 3833 w 10000"/>
                <a:gd name="connsiteY5" fmla="*/ 8904 h 11171"/>
                <a:gd name="connsiteX6" fmla="*/ 3572 w 10000"/>
                <a:gd name="connsiteY6" fmla="*/ 8934 h 11171"/>
                <a:gd name="connsiteX7" fmla="*/ 2207 w 10000"/>
                <a:gd name="connsiteY7" fmla="*/ 8086 h 11171"/>
                <a:gd name="connsiteX8" fmla="*/ 1947 w 10000"/>
                <a:gd name="connsiteY8" fmla="*/ 7269 h 11171"/>
                <a:gd name="connsiteX9" fmla="*/ 1926 w 10000"/>
                <a:gd name="connsiteY9" fmla="*/ 6860 h 11171"/>
                <a:gd name="connsiteX10" fmla="*/ 1867 w 10000"/>
                <a:gd name="connsiteY10" fmla="*/ 6277 h 11171"/>
                <a:gd name="connsiteX11" fmla="*/ 1947 w 10000"/>
                <a:gd name="connsiteY11" fmla="*/ 5926 h 11171"/>
                <a:gd name="connsiteX12" fmla="*/ 923 w 10000"/>
                <a:gd name="connsiteY12" fmla="*/ 6481 h 11171"/>
                <a:gd name="connsiteX13" fmla="*/ 401 w 10000"/>
                <a:gd name="connsiteY13" fmla="*/ 5401 h 11171"/>
                <a:gd name="connsiteX14" fmla="*/ 381 w 10000"/>
                <a:gd name="connsiteY14" fmla="*/ 5197 h 11171"/>
                <a:gd name="connsiteX15" fmla="*/ 281 w 10000"/>
                <a:gd name="connsiteY15" fmla="*/ 5080 h 11171"/>
                <a:gd name="connsiteX16" fmla="*/ 41 w 10000"/>
                <a:gd name="connsiteY16" fmla="*/ 4145 h 11171"/>
                <a:gd name="connsiteX17" fmla="*/ 80 w 10000"/>
                <a:gd name="connsiteY17" fmla="*/ 3941 h 11171"/>
                <a:gd name="connsiteX18" fmla="*/ 0 w 10000"/>
                <a:gd name="connsiteY18" fmla="*/ 3766 h 11171"/>
                <a:gd name="connsiteX19" fmla="*/ 0 w 10000"/>
                <a:gd name="connsiteY19" fmla="*/ 3065 h 11171"/>
                <a:gd name="connsiteX20" fmla="*/ 401 w 10000"/>
                <a:gd name="connsiteY20" fmla="*/ 2423 h 11171"/>
                <a:gd name="connsiteX21" fmla="*/ 1003 w 10000"/>
                <a:gd name="connsiteY21" fmla="*/ 1752 h 11171"/>
                <a:gd name="connsiteX22" fmla="*/ 1585 w 10000"/>
                <a:gd name="connsiteY22" fmla="*/ 905 h 11171"/>
                <a:gd name="connsiteX23" fmla="*/ 2428 w 10000"/>
                <a:gd name="connsiteY23" fmla="*/ 468 h 11171"/>
                <a:gd name="connsiteX24" fmla="*/ 3411 w 10000"/>
                <a:gd name="connsiteY24" fmla="*/ 175 h 11171"/>
                <a:gd name="connsiteX25" fmla="*/ 4054 w 10000"/>
                <a:gd name="connsiteY25" fmla="*/ 0 h 11171"/>
                <a:gd name="connsiteX26" fmla="*/ 4435 w 10000"/>
                <a:gd name="connsiteY26" fmla="*/ 29 h 11171"/>
                <a:gd name="connsiteX27" fmla="*/ 4836 w 10000"/>
                <a:gd name="connsiteY27" fmla="*/ 88 h 11171"/>
                <a:gd name="connsiteX28" fmla="*/ 5219 w 10000"/>
                <a:gd name="connsiteY28" fmla="*/ 29 h 11171"/>
                <a:gd name="connsiteX29" fmla="*/ 5399 w 10000"/>
                <a:gd name="connsiteY29" fmla="*/ 0 h 11171"/>
                <a:gd name="connsiteX30" fmla="*/ 5821 w 10000"/>
                <a:gd name="connsiteY30" fmla="*/ 146 h 11171"/>
                <a:gd name="connsiteX31" fmla="*/ 6743 w 10000"/>
                <a:gd name="connsiteY31" fmla="*/ 468 h 11171"/>
                <a:gd name="connsiteX32" fmla="*/ 7526 w 10000"/>
                <a:gd name="connsiteY32" fmla="*/ 1255 h 11171"/>
                <a:gd name="connsiteX33" fmla="*/ 8509 w 10000"/>
                <a:gd name="connsiteY33" fmla="*/ 2276 h 11171"/>
                <a:gd name="connsiteX34" fmla="*/ 8831 w 10000"/>
                <a:gd name="connsiteY34" fmla="*/ 2890 h 11171"/>
                <a:gd name="connsiteX35" fmla="*/ 9111 w 10000"/>
                <a:gd name="connsiteY35" fmla="*/ 3737 h 11171"/>
                <a:gd name="connsiteX36" fmla="*/ 9212 w 10000"/>
                <a:gd name="connsiteY36" fmla="*/ 3882 h 11171"/>
                <a:gd name="connsiteX37" fmla="*/ 9633 w 10000"/>
                <a:gd name="connsiteY37" fmla="*/ 4583 h 11171"/>
                <a:gd name="connsiteX38" fmla="*/ 9834 w 10000"/>
                <a:gd name="connsiteY38" fmla="*/ 5342 h 11171"/>
                <a:gd name="connsiteX39" fmla="*/ 9954 w 10000"/>
                <a:gd name="connsiteY39" fmla="*/ 6072 h 11171"/>
                <a:gd name="connsiteX40" fmla="*/ 9774 w 10000"/>
                <a:gd name="connsiteY40" fmla="*/ 8262 h 11171"/>
                <a:gd name="connsiteX41" fmla="*/ 9111 w 10000"/>
                <a:gd name="connsiteY41" fmla="*/ 9534 h 11171"/>
                <a:gd name="connsiteX0" fmla="*/ 9111 w 10000"/>
                <a:gd name="connsiteY0" fmla="*/ 9534 h 11399"/>
                <a:gd name="connsiteX1" fmla="*/ 8346 w 10000"/>
                <a:gd name="connsiteY1" fmla="*/ 10888 h 11399"/>
                <a:gd name="connsiteX2" fmla="*/ 7004 w 10000"/>
                <a:gd name="connsiteY2" fmla="*/ 11325 h 11399"/>
                <a:gd name="connsiteX3" fmla="*/ 5965 w 10000"/>
                <a:gd name="connsiteY3" fmla="*/ 9387 h 11399"/>
                <a:gd name="connsiteX4" fmla="*/ 4820 w 10000"/>
                <a:gd name="connsiteY4" fmla="*/ 9733 h 11399"/>
                <a:gd name="connsiteX5" fmla="*/ 3833 w 10000"/>
                <a:gd name="connsiteY5" fmla="*/ 8904 h 11399"/>
                <a:gd name="connsiteX6" fmla="*/ 3572 w 10000"/>
                <a:gd name="connsiteY6" fmla="*/ 8934 h 11399"/>
                <a:gd name="connsiteX7" fmla="*/ 2207 w 10000"/>
                <a:gd name="connsiteY7" fmla="*/ 8086 h 11399"/>
                <a:gd name="connsiteX8" fmla="*/ 1947 w 10000"/>
                <a:gd name="connsiteY8" fmla="*/ 7269 h 11399"/>
                <a:gd name="connsiteX9" fmla="*/ 1926 w 10000"/>
                <a:gd name="connsiteY9" fmla="*/ 6860 h 11399"/>
                <a:gd name="connsiteX10" fmla="*/ 1867 w 10000"/>
                <a:gd name="connsiteY10" fmla="*/ 6277 h 11399"/>
                <a:gd name="connsiteX11" fmla="*/ 1947 w 10000"/>
                <a:gd name="connsiteY11" fmla="*/ 5926 h 11399"/>
                <a:gd name="connsiteX12" fmla="*/ 923 w 10000"/>
                <a:gd name="connsiteY12" fmla="*/ 6481 h 11399"/>
                <a:gd name="connsiteX13" fmla="*/ 401 w 10000"/>
                <a:gd name="connsiteY13" fmla="*/ 5401 h 11399"/>
                <a:gd name="connsiteX14" fmla="*/ 381 w 10000"/>
                <a:gd name="connsiteY14" fmla="*/ 5197 h 11399"/>
                <a:gd name="connsiteX15" fmla="*/ 281 w 10000"/>
                <a:gd name="connsiteY15" fmla="*/ 5080 h 11399"/>
                <a:gd name="connsiteX16" fmla="*/ 41 w 10000"/>
                <a:gd name="connsiteY16" fmla="*/ 4145 h 11399"/>
                <a:gd name="connsiteX17" fmla="*/ 80 w 10000"/>
                <a:gd name="connsiteY17" fmla="*/ 3941 h 11399"/>
                <a:gd name="connsiteX18" fmla="*/ 0 w 10000"/>
                <a:gd name="connsiteY18" fmla="*/ 3766 h 11399"/>
                <a:gd name="connsiteX19" fmla="*/ 0 w 10000"/>
                <a:gd name="connsiteY19" fmla="*/ 3065 h 11399"/>
                <a:gd name="connsiteX20" fmla="*/ 401 w 10000"/>
                <a:gd name="connsiteY20" fmla="*/ 2423 h 11399"/>
                <a:gd name="connsiteX21" fmla="*/ 1003 w 10000"/>
                <a:gd name="connsiteY21" fmla="*/ 1752 h 11399"/>
                <a:gd name="connsiteX22" fmla="*/ 1585 w 10000"/>
                <a:gd name="connsiteY22" fmla="*/ 905 h 11399"/>
                <a:gd name="connsiteX23" fmla="*/ 2428 w 10000"/>
                <a:gd name="connsiteY23" fmla="*/ 468 h 11399"/>
                <a:gd name="connsiteX24" fmla="*/ 3411 w 10000"/>
                <a:gd name="connsiteY24" fmla="*/ 175 h 11399"/>
                <a:gd name="connsiteX25" fmla="*/ 4054 w 10000"/>
                <a:gd name="connsiteY25" fmla="*/ 0 h 11399"/>
                <a:gd name="connsiteX26" fmla="*/ 4435 w 10000"/>
                <a:gd name="connsiteY26" fmla="*/ 29 h 11399"/>
                <a:gd name="connsiteX27" fmla="*/ 4836 w 10000"/>
                <a:gd name="connsiteY27" fmla="*/ 88 h 11399"/>
                <a:gd name="connsiteX28" fmla="*/ 5219 w 10000"/>
                <a:gd name="connsiteY28" fmla="*/ 29 h 11399"/>
                <a:gd name="connsiteX29" fmla="*/ 5399 w 10000"/>
                <a:gd name="connsiteY29" fmla="*/ 0 h 11399"/>
                <a:gd name="connsiteX30" fmla="*/ 5821 w 10000"/>
                <a:gd name="connsiteY30" fmla="*/ 146 h 11399"/>
                <a:gd name="connsiteX31" fmla="*/ 6743 w 10000"/>
                <a:gd name="connsiteY31" fmla="*/ 468 h 11399"/>
                <a:gd name="connsiteX32" fmla="*/ 7526 w 10000"/>
                <a:gd name="connsiteY32" fmla="*/ 1255 h 11399"/>
                <a:gd name="connsiteX33" fmla="*/ 8509 w 10000"/>
                <a:gd name="connsiteY33" fmla="*/ 2276 h 11399"/>
                <a:gd name="connsiteX34" fmla="*/ 8831 w 10000"/>
                <a:gd name="connsiteY34" fmla="*/ 2890 h 11399"/>
                <a:gd name="connsiteX35" fmla="*/ 9111 w 10000"/>
                <a:gd name="connsiteY35" fmla="*/ 3737 h 11399"/>
                <a:gd name="connsiteX36" fmla="*/ 9212 w 10000"/>
                <a:gd name="connsiteY36" fmla="*/ 3882 h 11399"/>
                <a:gd name="connsiteX37" fmla="*/ 9633 w 10000"/>
                <a:gd name="connsiteY37" fmla="*/ 4583 h 11399"/>
                <a:gd name="connsiteX38" fmla="*/ 9834 w 10000"/>
                <a:gd name="connsiteY38" fmla="*/ 5342 h 11399"/>
                <a:gd name="connsiteX39" fmla="*/ 9954 w 10000"/>
                <a:gd name="connsiteY39" fmla="*/ 6072 h 11399"/>
                <a:gd name="connsiteX40" fmla="*/ 9774 w 10000"/>
                <a:gd name="connsiteY40" fmla="*/ 8262 h 11399"/>
                <a:gd name="connsiteX41" fmla="*/ 9111 w 10000"/>
                <a:gd name="connsiteY41" fmla="*/ 9534 h 11399"/>
                <a:gd name="connsiteX0" fmla="*/ 9111 w 10000"/>
                <a:gd name="connsiteY0" fmla="*/ 9534 h 11335"/>
                <a:gd name="connsiteX1" fmla="*/ 8346 w 10000"/>
                <a:gd name="connsiteY1" fmla="*/ 10888 h 11335"/>
                <a:gd name="connsiteX2" fmla="*/ 7004 w 10000"/>
                <a:gd name="connsiteY2" fmla="*/ 11325 h 11335"/>
                <a:gd name="connsiteX3" fmla="*/ 6029 w 10000"/>
                <a:gd name="connsiteY3" fmla="*/ 11067 h 11335"/>
                <a:gd name="connsiteX4" fmla="*/ 4820 w 10000"/>
                <a:gd name="connsiteY4" fmla="*/ 9733 h 11335"/>
                <a:gd name="connsiteX5" fmla="*/ 3833 w 10000"/>
                <a:gd name="connsiteY5" fmla="*/ 8904 h 11335"/>
                <a:gd name="connsiteX6" fmla="*/ 3572 w 10000"/>
                <a:gd name="connsiteY6" fmla="*/ 8934 h 11335"/>
                <a:gd name="connsiteX7" fmla="*/ 2207 w 10000"/>
                <a:gd name="connsiteY7" fmla="*/ 8086 h 11335"/>
                <a:gd name="connsiteX8" fmla="*/ 1947 w 10000"/>
                <a:gd name="connsiteY8" fmla="*/ 7269 h 11335"/>
                <a:gd name="connsiteX9" fmla="*/ 1926 w 10000"/>
                <a:gd name="connsiteY9" fmla="*/ 6860 h 11335"/>
                <a:gd name="connsiteX10" fmla="*/ 1867 w 10000"/>
                <a:gd name="connsiteY10" fmla="*/ 6277 h 11335"/>
                <a:gd name="connsiteX11" fmla="*/ 1947 w 10000"/>
                <a:gd name="connsiteY11" fmla="*/ 5926 h 11335"/>
                <a:gd name="connsiteX12" fmla="*/ 923 w 10000"/>
                <a:gd name="connsiteY12" fmla="*/ 6481 h 11335"/>
                <a:gd name="connsiteX13" fmla="*/ 401 w 10000"/>
                <a:gd name="connsiteY13" fmla="*/ 5401 h 11335"/>
                <a:gd name="connsiteX14" fmla="*/ 381 w 10000"/>
                <a:gd name="connsiteY14" fmla="*/ 5197 h 11335"/>
                <a:gd name="connsiteX15" fmla="*/ 281 w 10000"/>
                <a:gd name="connsiteY15" fmla="*/ 5080 h 11335"/>
                <a:gd name="connsiteX16" fmla="*/ 41 w 10000"/>
                <a:gd name="connsiteY16" fmla="*/ 4145 h 11335"/>
                <a:gd name="connsiteX17" fmla="*/ 80 w 10000"/>
                <a:gd name="connsiteY17" fmla="*/ 3941 h 11335"/>
                <a:gd name="connsiteX18" fmla="*/ 0 w 10000"/>
                <a:gd name="connsiteY18" fmla="*/ 3766 h 11335"/>
                <a:gd name="connsiteX19" fmla="*/ 0 w 10000"/>
                <a:gd name="connsiteY19" fmla="*/ 3065 h 11335"/>
                <a:gd name="connsiteX20" fmla="*/ 401 w 10000"/>
                <a:gd name="connsiteY20" fmla="*/ 2423 h 11335"/>
                <a:gd name="connsiteX21" fmla="*/ 1003 w 10000"/>
                <a:gd name="connsiteY21" fmla="*/ 1752 h 11335"/>
                <a:gd name="connsiteX22" fmla="*/ 1585 w 10000"/>
                <a:gd name="connsiteY22" fmla="*/ 905 h 11335"/>
                <a:gd name="connsiteX23" fmla="*/ 2428 w 10000"/>
                <a:gd name="connsiteY23" fmla="*/ 468 h 11335"/>
                <a:gd name="connsiteX24" fmla="*/ 3411 w 10000"/>
                <a:gd name="connsiteY24" fmla="*/ 175 h 11335"/>
                <a:gd name="connsiteX25" fmla="*/ 4054 w 10000"/>
                <a:gd name="connsiteY25" fmla="*/ 0 h 11335"/>
                <a:gd name="connsiteX26" fmla="*/ 4435 w 10000"/>
                <a:gd name="connsiteY26" fmla="*/ 29 h 11335"/>
                <a:gd name="connsiteX27" fmla="*/ 4836 w 10000"/>
                <a:gd name="connsiteY27" fmla="*/ 88 h 11335"/>
                <a:gd name="connsiteX28" fmla="*/ 5219 w 10000"/>
                <a:gd name="connsiteY28" fmla="*/ 29 h 11335"/>
                <a:gd name="connsiteX29" fmla="*/ 5399 w 10000"/>
                <a:gd name="connsiteY29" fmla="*/ 0 h 11335"/>
                <a:gd name="connsiteX30" fmla="*/ 5821 w 10000"/>
                <a:gd name="connsiteY30" fmla="*/ 146 h 11335"/>
                <a:gd name="connsiteX31" fmla="*/ 6743 w 10000"/>
                <a:gd name="connsiteY31" fmla="*/ 468 h 11335"/>
                <a:gd name="connsiteX32" fmla="*/ 7526 w 10000"/>
                <a:gd name="connsiteY32" fmla="*/ 1255 h 11335"/>
                <a:gd name="connsiteX33" fmla="*/ 8509 w 10000"/>
                <a:gd name="connsiteY33" fmla="*/ 2276 h 11335"/>
                <a:gd name="connsiteX34" fmla="*/ 8831 w 10000"/>
                <a:gd name="connsiteY34" fmla="*/ 2890 h 11335"/>
                <a:gd name="connsiteX35" fmla="*/ 9111 w 10000"/>
                <a:gd name="connsiteY35" fmla="*/ 3737 h 11335"/>
                <a:gd name="connsiteX36" fmla="*/ 9212 w 10000"/>
                <a:gd name="connsiteY36" fmla="*/ 3882 h 11335"/>
                <a:gd name="connsiteX37" fmla="*/ 9633 w 10000"/>
                <a:gd name="connsiteY37" fmla="*/ 4583 h 11335"/>
                <a:gd name="connsiteX38" fmla="*/ 9834 w 10000"/>
                <a:gd name="connsiteY38" fmla="*/ 5342 h 11335"/>
                <a:gd name="connsiteX39" fmla="*/ 9954 w 10000"/>
                <a:gd name="connsiteY39" fmla="*/ 6072 h 11335"/>
                <a:gd name="connsiteX40" fmla="*/ 9774 w 10000"/>
                <a:gd name="connsiteY40" fmla="*/ 8262 h 11335"/>
                <a:gd name="connsiteX41" fmla="*/ 9111 w 10000"/>
                <a:gd name="connsiteY41" fmla="*/ 9534 h 11335"/>
                <a:gd name="connsiteX0" fmla="*/ 9111 w 10000"/>
                <a:gd name="connsiteY0" fmla="*/ 9534 h 11327"/>
                <a:gd name="connsiteX1" fmla="*/ 8346 w 10000"/>
                <a:gd name="connsiteY1" fmla="*/ 10888 h 11327"/>
                <a:gd name="connsiteX2" fmla="*/ 7004 w 10000"/>
                <a:gd name="connsiteY2" fmla="*/ 11325 h 11327"/>
                <a:gd name="connsiteX3" fmla="*/ 6029 w 10000"/>
                <a:gd name="connsiteY3" fmla="*/ 11067 h 11327"/>
                <a:gd name="connsiteX4" fmla="*/ 4820 w 10000"/>
                <a:gd name="connsiteY4" fmla="*/ 9733 h 11327"/>
                <a:gd name="connsiteX5" fmla="*/ 3833 w 10000"/>
                <a:gd name="connsiteY5" fmla="*/ 8904 h 11327"/>
                <a:gd name="connsiteX6" fmla="*/ 3572 w 10000"/>
                <a:gd name="connsiteY6" fmla="*/ 8934 h 11327"/>
                <a:gd name="connsiteX7" fmla="*/ 2207 w 10000"/>
                <a:gd name="connsiteY7" fmla="*/ 8086 h 11327"/>
                <a:gd name="connsiteX8" fmla="*/ 1947 w 10000"/>
                <a:gd name="connsiteY8" fmla="*/ 7269 h 11327"/>
                <a:gd name="connsiteX9" fmla="*/ 1926 w 10000"/>
                <a:gd name="connsiteY9" fmla="*/ 6860 h 11327"/>
                <a:gd name="connsiteX10" fmla="*/ 1867 w 10000"/>
                <a:gd name="connsiteY10" fmla="*/ 6277 h 11327"/>
                <a:gd name="connsiteX11" fmla="*/ 1947 w 10000"/>
                <a:gd name="connsiteY11" fmla="*/ 5926 h 11327"/>
                <a:gd name="connsiteX12" fmla="*/ 923 w 10000"/>
                <a:gd name="connsiteY12" fmla="*/ 6481 h 11327"/>
                <a:gd name="connsiteX13" fmla="*/ 401 w 10000"/>
                <a:gd name="connsiteY13" fmla="*/ 5401 h 11327"/>
                <a:gd name="connsiteX14" fmla="*/ 381 w 10000"/>
                <a:gd name="connsiteY14" fmla="*/ 5197 h 11327"/>
                <a:gd name="connsiteX15" fmla="*/ 281 w 10000"/>
                <a:gd name="connsiteY15" fmla="*/ 5080 h 11327"/>
                <a:gd name="connsiteX16" fmla="*/ 41 w 10000"/>
                <a:gd name="connsiteY16" fmla="*/ 4145 h 11327"/>
                <a:gd name="connsiteX17" fmla="*/ 80 w 10000"/>
                <a:gd name="connsiteY17" fmla="*/ 3941 h 11327"/>
                <a:gd name="connsiteX18" fmla="*/ 0 w 10000"/>
                <a:gd name="connsiteY18" fmla="*/ 3766 h 11327"/>
                <a:gd name="connsiteX19" fmla="*/ 0 w 10000"/>
                <a:gd name="connsiteY19" fmla="*/ 3065 h 11327"/>
                <a:gd name="connsiteX20" fmla="*/ 401 w 10000"/>
                <a:gd name="connsiteY20" fmla="*/ 2423 h 11327"/>
                <a:gd name="connsiteX21" fmla="*/ 1003 w 10000"/>
                <a:gd name="connsiteY21" fmla="*/ 1752 h 11327"/>
                <a:gd name="connsiteX22" fmla="*/ 1585 w 10000"/>
                <a:gd name="connsiteY22" fmla="*/ 905 h 11327"/>
                <a:gd name="connsiteX23" fmla="*/ 2428 w 10000"/>
                <a:gd name="connsiteY23" fmla="*/ 468 h 11327"/>
                <a:gd name="connsiteX24" fmla="*/ 3411 w 10000"/>
                <a:gd name="connsiteY24" fmla="*/ 175 h 11327"/>
                <a:gd name="connsiteX25" fmla="*/ 4054 w 10000"/>
                <a:gd name="connsiteY25" fmla="*/ 0 h 11327"/>
                <a:gd name="connsiteX26" fmla="*/ 4435 w 10000"/>
                <a:gd name="connsiteY26" fmla="*/ 29 h 11327"/>
                <a:gd name="connsiteX27" fmla="*/ 4836 w 10000"/>
                <a:gd name="connsiteY27" fmla="*/ 88 h 11327"/>
                <a:gd name="connsiteX28" fmla="*/ 5219 w 10000"/>
                <a:gd name="connsiteY28" fmla="*/ 29 h 11327"/>
                <a:gd name="connsiteX29" fmla="*/ 5399 w 10000"/>
                <a:gd name="connsiteY29" fmla="*/ 0 h 11327"/>
                <a:gd name="connsiteX30" fmla="*/ 5821 w 10000"/>
                <a:gd name="connsiteY30" fmla="*/ 146 h 11327"/>
                <a:gd name="connsiteX31" fmla="*/ 6743 w 10000"/>
                <a:gd name="connsiteY31" fmla="*/ 468 h 11327"/>
                <a:gd name="connsiteX32" fmla="*/ 7526 w 10000"/>
                <a:gd name="connsiteY32" fmla="*/ 1255 h 11327"/>
                <a:gd name="connsiteX33" fmla="*/ 8509 w 10000"/>
                <a:gd name="connsiteY33" fmla="*/ 2276 h 11327"/>
                <a:gd name="connsiteX34" fmla="*/ 8831 w 10000"/>
                <a:gd name="connsiteY34" fmla="*/ 2890 h 11327"/>
                <a:gd name="connsiteX35" fmla="*/ 9111 w 10000"/>
                <a:gd name="connsiteY35" fmla="*/ 3737 h 11327"/>
                <a:gd name="connsiteX36" fmla="*/ 9212 w 10000"/>
                <a:gd name="connsiteY36" fmla="*/ 3882 h 11327"/>
                <a:gd name="connsiteX37" fmla="*/ 9633 w 10000"/>
                <a:gd name="connsiteY37" fmla="*/ 4583 h 11327"/>
                <a:gd name="connsiteX38" fmla="*/ 9834 w 10000"/>
                <a:gd name="connsiteY38" fmla="*/ 5342 h 11327"/>
                <a:gd name="connsiteX39" fmla="*/ 9954 w 10000"/>
                <a:gd name="connsiteY39" fmla="*/ 6072 h 11327"/>
                <a:gd name="connsiteX40" fmla="*/ 9774 w 10000"/>
                <a:gd name="connsiteY40" fmla="*/ 8262 h 11327"/>
                <a:gd name="connsiteX41" fmla="*/ 9111 w 10000"/>
                <a:gd name="connsiteY41" fmla="*/ 9534 h 11327"/>
                <a:gd name="connsiteX0" fmla="*/ 9111 w 10000"/>
                <a:gd name="connsiteY0" fmla="*/ 9534 h 11202"/>
                <a:gd name="connsiteX1" fmla="*/ 8346 w 10000"/>
                <a:gd name="connsiteY1" fmla="*/ 10888 h 11202"/>
                <a:gd name="connsiteX2" fmla="*/ 7004 w 10000"/>
                <a:gd name="connsiteY2" fmla="*/ 11138 h 11202"/>
                <a:gd name="connsiteX3" fmla="*/ 6029 w 10000"/>
                <a:gd name="connsiteY3" fmla="*/ 11067 h 11202"/>
                <a:gd name="connsiteX4" fmla="*/ 4820 w 10000"/>
                <a:gd name="connsiteY4" fmla="*/ 9733 h 11202"/>
                <a:gd name="connsiteX5" fmla="*/ 3833 w 10000"/>
                <a:gd name="connsiteY5" fmla="*/ 8904 h 11202"/>
                <a:gd name="connsiteX6" fmla="*/ 3572 w 10000"/>
                <a:gd name="connsiteY6" fmla="*/ 8934 h 11202"/>
                <a:gd name="connsiteX7" fmla="*/ 2207 w 10000"/>
                <a:gd name="connsiteY7" fmla="*/ 8086 h 11202"/>
                <a:gd name="connsiteX8" fmla="*/ 1947 w 10000"/>
                <a:gd name="connsiteY8" fmla="*/ 7269 h 11202"/>
                <a:gd name="connsiteX9" fmla="*/ 1926 w 10000"/>
                <a:gd name="connsiteY9" fmla="*/ 6860 h 11202"/>
                <a:gd name="connsiteX10" fmla="*/ 1867 w 10000"/>
                <a:gd name="connsiteY10" fmla="*/ 6277 h 11202"/>
                <a:gd name="connsiteX11" fmla="*/ 1947 w 10000"/>
                <a:gd name="connsiteY11" fmla="*/ 5926 h 11202"/>
                <a:gd name="connsiteX12" fmla="*/ 923 w 10000"/>
                <a:gd name="connsiteY12" fmla="*/ 6481 h 11202"/>
                <a:gd name="connsiteX13" fmla="*/ 401 w 10000"/>
                <a:gd name="connsiteY13" fmla="*/ 5401 h 11202"/>
                <a:gd name="connsiteX14" fmla="*/ 381 w 10000"/>
                <a:gd name="connsiteY14" fmla="*/ 5197 h 11202"/>
                <a:gd name="connsiteX15" fmla="*/ 281 w 10000"/>
                <a:gd name="connsiteY15" fmla="*/ 5080 h 11202"/>
                <a:gd name="connsiteX16" fmla="*/ 41 w 10000"/>
                <a:gd name="connsiteY16" fmla="*/ 4145 h 11202"/>
                <a:gd name="connsiteX17" fmla="*/ 80 w 10000"/>
                <a:gd name="connsiteY17" fmla="*/ 3941 h 11202"/>
                <a:gd name="connsiteX18" fmla="*/ 0 w 10000"/>
                <a:gd name="connsiteY18" fmla="*/ 3766 h 11202"/>
                <a:gd name="connsiteX19" fmla="*/ 0 w 10000"/>
                <a:gd name="connsiteY19" fmla="*/ 3065 h 11202"/>
                <a:gd name="connsiteX20" fmla="*/ 401 w 10000"/>
                <a:gd name="connsiteY20" fmla="*/ 2423 h 11202"/>
                <a:gd name="connsiteX21" fmla="*/ 1003 w 10000"/>
                <a:gd name="connsiteY21" fmla="*/ 1752 h 11202"/>
                <a:gd name="connsiteX22" fmla="*/ 1585 w 10000"/>
                <a:gd name="connsiteY22" fmla="*/ 905 h 11202"/>
                <a:gd name="connsiteX23" fmla="*/ 2428 w 10000"/>
                <a:gd name="connsiteY23" fmla="*/ 468 h 11202"/>
                <a:gd name="connsiteX24" fmla="*/ 3411 w 10000"/>
                <a:gd name="connsiteY24" fmla="*/ 175 h 11202"/>
                <a:gd name="connsiteX25" fmla="*/ 4054 w 10000"/>
                <a:gd name="connsiteY25" fmla="*/ 0 h 11202"/>
                <a:gd name="connsiteX26" fmla="*/ 4435 w 10000"/>
                <a:gd name="connsiteY26" fmla="*/ 29 h 11202"/>
                <a:gd name="connsiteX27" fmla="*/ 4836 w 10000"/>
                <a:gd name="connsiteY27" fmla="*/ 88 h 11202"/>
                <a:gd name="connsiteX28" fmla="*/ 5219 w 10000"/>
                <a:gd name="connsiteY28" fmla="*/ 29 h 11202"/>
                <a:gd name="connsiteX29" fmla="*/ 5399 w 10000"/>
                <a:gd name="connsiteY29" fmla="*/ 0 h 11202"/>
                <a:gd name="connsiteX30" fmla="*/ 5821 w 10000"/>
                <a:gd name="connsiteY30" fmla="*/ 146 h 11202"/>
                <a:gd name="connsiteX31" fmla="*/ 6743 w 10000"/>
                <a:gd name="connsiteY31" fmla="*/ 468 h 11202"/>
                <a:gd name="connsiteX32" fmla="*/ 7526 w 10000"/>
                <a:gd name="connsiteY32" fmla="*/ 1255 h 11202"/>
                <a:gd name="connsiteX33" fmla="*/ 8509 w 10000"/>
                <a:gd name="connsiteY33" fmla="*/ 2276 h 11202"/>
                <a:gd name="connsiteX34" fmla="*/ 8831 w 10000"/>
                <a:gd name="connsiteY34" fmla="*/ 2890 h 11202"/>
                <a:gd name="connsiteX35" fmla="*/ 9111 w 10000"/>
                <a:gd name="connsiteY35" fmla="*/ 3737 h 11202"/>
                <a:gd name="connsiteX36" fmla="*/ 9212 w 10000"/>
                <a:gd name="connsiteY36" fmla="*/ 3882 h 11202"/>
                <a:gd name="connsiteX37" fmla="*/ 9633 w 10000"/>
                <a:gd name="connsiteY37" fmla="*/ 4583 h 11202"/>
                <a:gd name="connsiteX38" fmla="*/ 9834 w 10000"/>
                <a:gd name="connsiteY38" fmla="*/ 5342 h 11202"/>
                <a:gd name="connsiteX39" fmla="*/ 9954 w 10000"/>
                <a:gd name="connsiteY39" fmla="*/ 6072 h 11202"/>
                <a:gd name="connsiteX40" fmla="*/ 9774 w 10000"/>
                <a:gd name="connsiteY40" fmla="*/ 8262 h 11202"/>
                <a:gd name="connsiteX41" fmla="*/ 9111 w 10000"/>
                <a:gd name="connsiteY41" fmla="*/ 9534 h 11202"/>
                <a:gd name="connsiteX0" fmla="*/ 9111 w 10000"/>
                <a:gd name="connsiteY0" fmla="*/ 9534 h 11138"/>
                <a:gd name="connsiteX1" fmla="*/ 8346 w 10000"/>
                <a:gd name="connsiteY1" fmla="*/ 10888 h 11138"/>
                <a:gd name="connsiteX2" fmla="*/ 7004 w 10000"/>
                <a:gd name="connsiteY2" fmla="*/ 11138 h 11138"/>
                <a:gd name="connsiteX3" fmla="*/ 5965 w 10000"/>
                <a:gd name="connsiteY3" fmla="*/ 10880 h 11138"/>
                <a:gd name="connsiteX4" fmla="*/ 4820 w 10000"/>
                <a:gd name="connsiteY4" fmla="*/ 9733 h 11138"/>
                <a:gd name="connsiteX5" fmla="*/ 3833 w 10000"/>
                <a:gd name="connsiteY5" fmla="*/ 8904 h 11138"/>
                <a:gd name="connsiteX6" fmla="*/ 3572 w 10000"/>
                <a:gd name="connsiteY6" fmla="*/ 8934 h 11138"/>
                <a:gd name="connsiteX7" fmla="*/ 2207 w 10000"/>
                <a:gd name="connsiteY7" fmla="*/ 8086 h 11138"/>
                <a:gd name="connsiteX8" fmla="*/ 1947 w 10000"/>
                <a:gd name="connsiteY8" fmla="*/ 7269 h 11138"/>
                <a:gd name="connsiteX9" fmla="*/ 1926 w 10000"/>
                <a:gd name="connsiteY9" fmla="*/ 6860 h 11138"/>
                <a:gd name="connsiteX10" fmla="*/ 1867 w 10000"/>
                <a:gd name="connsiteY10" fmla="*/ 6277 h 11138"/>
                <a:gd name="connsiteX11" fmla="*/ 1947 w 10000"/>
                <a:gd name="connsiteY11" fmla="*/ 5926 h 11138"/>
                <a:gd name="connsiteX12" fmla="*/ 923 w 10000"/>
                <a:gd name="connsiteY12" fmla="*/ 6481 h 11138"/>
                <a:gd name="connsiteX13" fmla="*/ 401 w 10000"/>
                <a:gd name="connsiteY13" fmla="*/ 5401 h 11138"/>
                <a:gd name="connsiteX14" fmla="*/ 381 w 10000"/>
                <a:gd name="connsiteY14" fmla="*/ 5197 h 11138"/>
                <a:gd name="connsiteX15" fmla="*/ 281 w 10000"/>
                <a:gd name="connsiteY15" fmla="*/ 5080 h 11138"/>
                <a:gd name="connsiteX16" fmla="*/ 41 w 10000"/>
                <a:gd name="connsiteY16" fmla="*/ 4145 h 11138"/>
                <a:gd name="connsiteX17" fmla="*/ 80 w 10000"/>
                <a:gd name="connsiteY17" fmla="*/ 3941 h 11138"/>
                <a:gd name="connsiteX18" fmla="*/ 0 w 10000"/>
                <a:gd name="connsiteY18" fmla="*/ 3766 h 11138"/>
                <a:gd name="connsiteX19" fmla="*/ 0 w 10000"/>
                <a:gd name="connsiteY19" fmla="*/ 3065 h 11138"/>
                <a:gd name="connsiteX20" fmla="*/ 401 w 10000"/>
                <a:gd name="connsiteY20" fmla="*/ 2423 h 11138"/>
                <a:gd name="connsiteX21" fmla="*/ 1003 w 10000"/>
                <a:gd name="connsiteY21" fmla="*/ 1752 h 11138"/>
                <a:gd name="connsiteX22" fmla="*/ 1585 w 10000"/>
                <a:gd name="connsiteY22" fmla="*/ 905 h 11138"/>
                <a:gd name="connsiteX23" fmla="*/ 2428 w 10000"/>
                <a:gd name="connsiteY23" fmla="*/ 468 h 11138"/>
                <a:gd name="connsiteX24" fmla="*/ 3411 w 10000"/>
                <a:gd name="connsiteY24" fmla="*/ 175 h 11138"/>
                <a:gd name="connsiteX25" fmla="*/ 4054 w 10000"/>
                <a:gd name="connsiteY25" fmla="*/ 0 h 11138"/>
                <a:gd name="connsiteX26" fmla="*/ 4435 w 10000"/>
                <a:gd name="connsiteY26" fmla="*/ 29 h 11138"/>
                <a:gd name="connsiteX27" fmla="*/ 4836 w 10000"/>
                <a:gd name="connsiteY27" fmla="*/ 88 h 11138"/>
                <a:gd name="connsiteX28" fmla="*/ 5219 w 10000"/>
                <a:gd name="connsiteY28" fmla="*/ 29 h 11138"/>
                <a:gd name="connsiteX29" fmla="*/ 5399 w 10000"/>
                <a:gd name="connsiteY29" fmla="*/ 0 h 11138"/>
                <a:gd name="connsiteX30" fmla="*/ 5821 w 10000"/>
                <a:gd name="connsiteY30" fmla="*/ 146 h 11138"/>
                <a:gd name="connsiteX31" fmla="*/ 6743 w 10000"/>
                <a:gd name="connsiteY31" fmla="*/ 468 h 11138"/>
                <a:gd name="connsiteX32" fmla="*/ 7526 w 10000"/>
                <a:gd name="connsiteY32" fmla="*/ 1255 h 11138"/>
                <a:gd name="connsiteX33" fmla="*/ 8509 w 10000"/>
                <a:gd name="connsiteY33" fmla="*/ 2276 h 11138"/>
                <a:gd name="connsiteX34" fmla="*/ 8831 w 10000"/>
                <a:gd name="connsiteY34" fmla="*/ 2890 h 11138"/>
                <a:gd name="connsiteX35" fmla="*/ 9111 w 10000"/>
                <a:gd name="connsiteY35" fmla="*/ 3737 h 11138"/>
                <a:gd name="connsiteX36" fmla="*/ 9212 w 10000"/>
                <a:gd name="connsiteY36" fmla="*/ 3882 h 11138"/>
                <a:gd name="connsiteX37" fmla="*/ 9633 w 10000"/>
                <a:gd name="connsiteY37" fmla="*/ 4583 h 11138"/>
                <a:gd name="connsiteX38" fmla="*/ 9834 w 10000"/>
                <a:gd name="connsiteY38" fmla="*/ 5342 h 11138"/>
                <a:gd name="connsiteX39" fmla="*/ 9954 w 10000"/>
                <a:gd name="connsiteY39" fmla="*/ 6072 h 11138"/>
                <a:gd name="connsiteX40" fmla="*/ 9774 w 10000"/>
                <a:gd name="connsiteY40" fmla="*/ 8262 h 11138"/>
                <a:gd name="connsiteX41" fmla="*/ 9111 w 10000"/>
                <a:gd name="connsiteY41" fmla="*/ 9534 h 11138"/>
                <a:gd name="connsiteX0" fmla="*/ 9111 w 10000"/>
                <a:gd name="connsiteY0" fmla="*/ 9534 h 11278"/>
                <a:gd name="connsiteX1" fmla="*/ 8346 w 10000"/>
                <a:gd name="connsiteY1" fmla="*/ 10888 h 11278"/>
                <a:gd name="connsiteX2" fmla="*/ 7100 w 10000"/>
                <a:gd name="connsiteY2" fmla="*/ 11278 h 11278"/>
                <a:gd name="connsiteX3" fmla="*/ 5965 w 10000"/>
                <a:gd name="connsiteY3" fmla="*/ 10880 h 11278"/>
                <a:gd name="connsiteX4" fmla="*/ 4820 w 10000"/>
                <a:gd name="connsiteY4" fmla="*/ 9733 h 11278"/>
                <a:gd name="connsiteX5" fmla="*/ 3833 w 10000"/>
                <a:gd name="connsiteY5" fmla="*/ 8904 h 11278"/>
                <a:gd name="connsiteX6" fmla="*/ 3572 w 10000"/>
                <a:gd name="connsiteY6" fmla="*/ 8934 h 11278"/>
                <a:gd name="connsiteX7" fmla="*/ 2207 w 10000"/>
                <a:gd name="connsiteY7" fmla="*/ 8086 h 11278"/>
                <a:gd name="connsiteX8" fmla="*/ 1947 w 10000"/>
                <a:gd name="connsiteY8" fmla="*/ 7269 h 11278"/>
                <a:gd name="connsiteX9" fmla="*/ 1926 w 10000"/>
                <a:gd name="connsiteY9" fmla="*/ 6860 h 11278"/>
                <a:gd name="connsiteX10" fmla="*/ 1867 w 10000"/>
                <a:gd name="connsiteY10" fmla="*/ 6277 h 11278"/>
                <a:gd name="connsiteX11" fmla="*/ 1947 w 10000"/>
                <a:gd name="connsiteY11" fmla="*/ 5926 h 11278"/>
                <a:gd name="connsiteX12" fmla="*/ 923 w 10000"/>
                <a:gd name="connsiteY12" fmla="*/ 6481 h 11278"/>
                <a:gd name="connsiteX13" fmla="*/ 401 w 10000"/>
                <a:gd name="connsiteY13" fmla="*/ 5401 h 11278"/>
                <a:gd name="connsiteX14" fmla="*/ 381 w 10000"/>
                <a:gd name="connsiteY14" fmla="*/ 5197 h 11278"/>
                <a:gd name="connsiteX15" fmla="*/ 281 w 10000"/>
                <a:gd name="connsiteY15" fmla="*/ 5080 h 11278"/>
                <a:gd name="connsiteX16" fmla="*/ 41 w 10000"/>
                <a:gd name="connsiteY16" fmla="*/ 4145 h 11278"/>
                <a:gd name="connsiteX17" fmla="*/ 80 w 10000"/>
                <a:gd name="connsiteY17" fmla="*/ 3941 h 11278"/>
                <a:gd name="connsiteX18" fmla="*/ 0 w 10000"/>
                <a:gd name="connsiteY18" fmla="*/ 3766 h 11278"/>
                <a:gd name="connsiteX19" fmla="*/ 0 w 10000"/>
                <a:gd name="connsiteY19" fmla="*/ 3065 h 11278"/>
                <a:gd name="connsiteX20" fmla="*/ 401 w 10000"/>
                <a:gd name="connsiteY20" fmla="*/ 2423 h 11278"/>
                <a:gd name="connsiteX21" fmla="*/ 1003 w 10000"/>
                <a:gd name="connsiteY21" fmla="*/ 1752 h 11278"/>
                <a:gd name="connsiteX22" fmla="*/ 1585 w 10000"/>
                <a:gd name="connsiteY22" fmla="*/ 905 h 11278"/>
                <a:gd name="connsiteX23" fmla="*/ 2428 w 10000"/>
                <a:gd name="connsiteY23" fmla="*/ 468 h 11278"/>
                <a:gd name="connsiteX24" fmla="*/ 3411 w 10000"/>
                <a:gd name="connsiteY24" fmla="*/ 175 h 11278"/>
                <a:gd name="connsiteX25" fmla="*/ 4054 w 10000"/>
                <a:gd name="connsiteY25" fmla="*/ 0 h 11278"/>
                <a:gd name="connsiteX26" fmla="*/ 4435 w 10000"/>
                <a:gd name="connsiteY26" fmla="*/ 29 h 11278"/>
                <a:gd name="connsiteX27" fmla="*/ 4836 w 10000"/>
                <a:gd name="connsiteY27" fmla="*/ 88 h 11278"/>
                <a:gd name="connsiteX28" fmla="*/ 5219 w 10000"/>
                <a:gd name="connsiteY28" fmla="*/ 29 h 11278"/>
                <a:gd name="connsiteX29" fmla="*/ 5399 w 10000"/>
                <a:gd name="connsiteY29" fmla="*/ 0 h 11278"/>
                <a:gd name="connsiteX30" fmla="*/ 5821 w 10000"/>
                <a:gd name="connsiteY30" fmla="*/ 146 h 11278"/>
                <a:gd name="connsiteX31" fmla="*/ 6743 w 10000"/>
                <a:gd name="connsiteY31" fmla="*/ 468 h 11278"/>
                <a:gd name="connsiteX32" fmla="*/ 7526 w 10000"/>
                <a:gd name="connsiteY32" fmla="*/ 1255 h 11278"/>
                <a:gd name="connsiteX33" fmla="*/ 8509 w 10000"/>
                <a:gd name="connsiteY33" fmla="*/ 2276 h 11278"/>
                <a:gd name="connsiteX34" fmla="*/ 8831 w 10000"/>
                <a:gd name="connsiteY34" fmla="*/ 2890 h 11278"/>
                <a:gd name="connsiteX35" fmla="*/ 9111 w 10000"/>
                <a:gd name="connsiteY35" fmla="*/ 3737 h 11278"/>
                <a:gd name="connsiteX36" fmla="*/ 9212 w 10000"/>
                <a:gd name="connsiteY36" fmla="*/ 3882 h 11278"/>
                <a:gd name="connsiteX37" fmla="*/ 9633 w 10000"/>
                <a:gd name="connsiteY37" fmla="*/ 4583 h 11278"/>
                <a:gd name="connsiteX38" fmla="*/ 9834 w 10000"/>
                <a:gd name="connsiteY38" fmla="*/ 5342 h 11278"/>
                <a:gd name="connsiteX39" fmla="*/ 9954 w 10000"/>
                <a:gd name="connsiteY39" fmla="*/ 6072 h 11278"/>
                <a:gd name="connsiteX40" fmla="*/ 9774 w 10000"/>
                <a:gd name="connsiteY40" fmla="*/ 8262 h 11278"/>
                <a:gd name="connsiteX41" fmla="*/ 9111 w 10000"/>
                <a:gd name="connsiteY41" fmla="*/ 9534 h 11278"/>
                <a:gd name="connsiteX0" fmla="*/ 9111 w 10000"/>
                <a:gd name="connsiteY0" fmla="*/ 9534 h 11315"/>
                <a:gd name="connsiteX1" fmla="*/ 8346 w 10000"/>
                <a:gd name="connsiteY1" fmla="*/ 10888 h 11315"/>
                <a:gd name="connsiteX2" fmla="*/ 7100 w 10000"/>
                <a:gd name="connsiteY2" fmla="*/ 11278 h 11315"/>
                <a:gd name="connsiteX3" fmla="*/ 5965 w 10000"/>
                <a:gd name="connsiteY3" fmla="*/ 10880 h 11315"/>
                <a:gd name="connsiteX4" fmla="*/ 4820 w 10000"/>
                <a:gd name="connsiteY4" fmla="*/ 9733 h 11315"/>
                <a:gd name="connsiteX5" fmla="*/ 3833 w 10000"/>
                <a:gd name="connsiteY5" fmla="*/ 8904 h 11315"/>
                <a:gd name="connsiteX6" fmla="*/ 3572 w 10000"/>
                <a:gd name="connsiteY6" fmla="*/ 8934 h 11315"/>
                <a:gd name="connsiteX7" fmla="*/ 2207 w 10000"/>
                <a:gd name="connsiteY7" fmla="*/ 8086 h 11315"/>
                <a:gd name="connsiteX8" fmla="*/ 1947 w 10000"/>
                <a:gd name="connsiteY8" fmla="*/ 7269 h 11315"/>
                <a:gd name="connsiteX9" fmla="*/ 1926 w 10000"/>
                <a:gd name="connsiteY9" fmla="*/ 6860 h 11315"/>
                <a:gd name="connsiteX10" fmla="*/ 1867 w 10000"/>
                <a:gd name="connsiteY10" fmla="*/ 6277 h 11315"/>
                <a:gd name="connsiteX11" fmla="*/ 1947 w 10000"/>
                <a:gd name="connsiteY11" fmla="*/ 5926 h 11315"/>
                <a:gd name="connsiteX12" fmla="*/ 923 w 10000"/>
                <a:gd name="connsiteY12" fmla="*/ 6481 h 11315"/>
                <a:gd name="connsiteX13" fmla="*/ 401 w 10000"/>
                <a:gd name="connsiteY13" fmla="*/ 5401 h 11315"/>
                <a:gd name="connsiteX14" fmla="*/ 381 w 10000"/>
                <a:gd name="connsiteY14" fmla="*/ 5197 h 11315"/>
                <a:gd name="connsiteX15" fmla="*/ 281 w 10000"/>
                <a:gd name="connsiteY15" fmla="*/ 5080 h 11315"/>
                <a:gd name="connsiteX16" fmla="*/ 41 w 10000"/>
                <a:gd name="connsiteY16" fmla="*/ 4145 h 11315"/>
                <a:gd name="connsiteX17" fmla="*/ 80 w 10000"/>
                <a:gd name="connsiteY17" fmla="*/ 3941 h 11315"/>
                <a:gd name="connsiteX18" fmla="*/ 0 w 10000"/>
                <a:gd name="connsiteY18" fmla="*/ 3766 h 11315"/>
                <a:gd name="connsiteX19" fmla="*/ 0 w 10000"/>
                <a:gd name="connsiteY19" fmla="*/ 3065 h 11315"/>
                <a:gd name="connsiteX20" fmla="*/ 401 w 10000"/>
                <a:gd name="connsiteY20" fmla="*/ 2423 h 11315"/>
                <a:gd name="connsiteX21" fmla="*/ 1003 w 10000"/>
                <a:gd name="connsiteY21" fmla="*/ 1752 h 11315"/>
                <a:gd name="connsiteX22" fmla="*/ 1585 w 10000"/>
                <a:gd name="connsiteY22" fmla="*/ 905 h 11315"/>
                <a:gd name="connsiteX23" fmla="*/ 2428 w 10000"/>
                <a:gd name="connsiteY23" fmla="*/ 468 h 11315"/>
                <a:gd name="connsiteX24" fmla="*/ 3411 w 10000"/>
                <a:gd name="connsiteY24" fmla="*/ 175 h 11315"/>
                <a:gd name="connsiteX25" fmla="*/ 4054 w 10000"/>
                <a:gd name="connsiteY25" fmla="*/ 0 h 11315"/>
                <a:gd name="connsiteX26" fmla="*/ 4435 w 10000"/>
                <a:gd name="connsiteY26" fmla="*/ 29 h 11315"/>
                <a:gd name="connsiteX27" fmla="*/ 4836 w 10000"/>
                <a:gd name="connsiteY27" fmla="*/ 88 h 11315"/>
                <a:gd name="connsiteX28" fmla="*/ 5219 w 10000"/>
                <a:gd name="connsiteY28" fmla="*/ 29 h 11315"/>
                <a:gd name="connsiteX29" fmla="*/ 5399 w 10000"/>
                <a:gd name="connsiteY29" fmla="*/ 0 h 11315"/>
                <a:gd name="connsiteX30" fmla="*/ 5821 w 10000"/>
                <a:gd name="connsiteY30" fmla="*/ 146 h 11315"/>
                <a:gd name="connsiteX31" fmla="*/ 6743 w 10000"/>
                <a:gd name="connsiteY31" fmla="*/ 468 h 11315"/>
                <a:gd name="connsiteX32" fmla="*/ 7526 w 10000"/>
                <a:gd name="connsiteY32" fmla="*/ 1255 h 11315"/>
                <a:gd name="connsiteX33" fmla="*/ 8509 w 10000"/>
                <a:gd name="connsiteY33" fmla="*/ 2276 h 11315"/>
                <a:gd name="connsiteX34" fmla="*/ 8831 w 10000"/>
                <a:gd name="connsiteY34" fmla="*/ 2890 h 11315"/>
                <a:gd name="connsiteX35" fmla="*/ 9111 w 10000"/>
                <a:gd name="connsiteY35" fmla="*/ 3737 h 11315"/>
                <a:gd name="connsiteX36" fmla="*/ 9212 w 10000"/>
                <a:gd name="connsiteY36" fmla="*/ 3882 h 11315"/>
                <a:gd name="connsiteX37" fmla="*/ 9633 w 10000"/>
                <a:gd name="connsiteY37" fmla="*/ 4583 h 11315"/>
                <a:gd name="connsiteX38" fmla="*/ 9834 w 10000"/>
                <a:gd name="connsiteY38" fmla="*/ 5342 h 11315"/>
                <a:gd name="connsiteX39" fmla="*/ 9954 w 10000"/>
                <a:gd name="connsiteY39" fmla="*/ 6072 h 11315"/>
                <a:gd name="connsiteX40" fmla="*/ 9774 w 10000"/>
                <a:gd name="connsiteY40" fmla="*/ 8262 h 11315"/>
                <a:gd name="connsiteX41" fmla="*/ 9111 w 10000"/>
                <a:gd name="connsiteY41" fmla="*/ 9534 h 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0000" h="11315">
                  <a:moveTo>
                    <a:pt x="9111" y="9534"/>
                  </a:moveTo>
                  <a:cubicBezTo>
                    <a:pt x="8723" y="9995"/>
                    <a:pt x="8649" y="10636"/>
                    <a:pt x="8346" y="10888"/>
                  </a:cubicBezTo>
                  <a:cubicBezTo>
                    <a:pt x="8043" y="11140"/>
                    <a:pt x="7625" y="11419"/>
                    <a:pt x="7100" y="11278"/>
                  </a:cubicBezTo>
                  <a:cubicBezTo>
                    <a:pt x="6717" y="11175"/>
                    <a:pt x="6345" y="11138"/>
                    <a:pt x="5965" y="10880"/>
                  </a:cubicBezTo>
                  <a:cubicBezTo>
                    <a:pt x="5585" y="10623"/>
                    <a:pt x="5322" y="9586"/>
                    <a:pt x="4820" y="9733"/>
                  </a:cubicBezTo>
                  <a:cubicBezTo>
                    <a:pt x="4748" y="9224"/>
                    <a:pt x="4041" y="9037"/>
                    <a:pt x="3833" y="8904"/>
                  </a:cubicBezTo>
                  <a:cubicBezTo>
                    <a:pt x="3625" y="8771"/>
                    <a:pt x="3672" y="8934"/>
                    <a:pt x="3572" y="8934"/>
                  </a:cubicBezTo>
                  <a:cubicBezTo>
                    <a:pt x="3050" y="8934"/>
                    <a:pt x="2448" y="8494"/>
                    <a:pt x="2207" y="8086"/>
                  </a:cubicBezTo>
                  <a:cubicBezTo>
                    <a:pt x="1986" y="7736"/>
                    <a:pt x="1986" y="7736"/>
                    <a:pt x="1947" y="7269"/>
                  </a:cubicBezTo>
                  <a:cubicBezTo>
                    <a:pt x="1947" y="7152"/>
                    <a:pt x="1926" y="7007"/>
                    <a:pt x="1926" y="6860"/>
                  </a:cubicBezTo>
                  <a:cubicBezTo>
                    <a:pt x="1906" y="6666"/>
                    <a:pt x="1887" y="6471"/>
                    <a:pt x="1867" y="6277"/>
                  </a:cubicBezTo>
                  <a:cubicBezTo>
                    <a:pt x="1894" y="6159"/>
                    <a:pt x="1920" y="6043"/>
                    <a:pt x="1947" y="5926"/>
                  </a:cubicBezTo>
                  <a:cubicBezTo>
                    <a:pt x="1585" y="6335"/>
                    <a:pt x="1324" y="6539"/>
                    <a:pt x="923" y="6481"/>
                  </a:cubicBezTo>
                  <a:cubicBezTo>
                    <a:pt x="522" y="6423"/>
                    <a:pt x="401" y="5460"/>
                    <a:pt x="401" y="5401"/>
                  </a:cubicBezTo>
                  <a:cubicBezTo>
                    <a:pt x="394" y="5333"/>
                    <a:pt x="388" y="5265"/>
                    <a:pt x="381" y="5197"/>
                  </a:cubicBezTo>
                  <a:cubicBezTo>
                    <a:pt x="348" y="5158"/>
                    <a:pt x="314" y="5119"/>
                    <a:pt x="281" y="5080"/>
                  </a:cubicBezTo>
                  <a:cubicBezTo>
                    <a:pt x="241" y="5051"/>
                    <a:pt x="-100" y="4700"/>
                    <a:pt x="41" y="4145"/>
                  </a:cubicBezTo>
                  <a:lnTo>
                    <a:pt x="80" y="3941"/>
                  </a:lnTo>
                  <a:cubicBezTo>
                    <a:pt x="53" y="3883"/>
                    <a:pt x="27" y="3824"/>
                    <a:pt x="0" y="3766"/>
                  </a:cubicBezTo>
                  <a:cubicBezTo>
                    <a:pt x="-80" y="3561"/>
                    <a:pt x="-80" y="3328"/>
                    <a:pt x="0" y="3065"/>
                  </a:cubicBezTo>
                  <a:cubicBezTo>
                    <a:pt x="100" y="2685"/>
                    <a:pt x="321" y="2452"/>
                    <a:pt x="401" y="2423"/>
                  </a:cubicBezTo>
                  <a:cubicBezTo>
                    <a:pt x="702" y="2307"/>
                    <a:pt x="843" y="2043"/>
                    <a:pt x="1003" y="1752"/>
                  </a:cubicBezTo>
                  <a:cubicBezTo>
                    <a:pt x="1144" y="1518"/>
                    <a:pt x="1304" y="1226"/>
                    <a:pt x="1585" y="905"/>
                  </a:cubicBezTo>
                  <a:cubicBezTo>
                    <a:pt x="1926" y="526"/>
                    <a:pt x="2107" y="496"/>
                    <a:pt x="2428" y="468"/>
                  </a:cubicBezTo>
                  <a:cubicBezTo>
                    <a:pt x="2669" y="437"/>
                    <a:pt x="2970" y="409"/>
                    <a:pt x="3411" y="175"/>
                  </a:cubicBezTo>
                  <a:cubicBezTo>
                    <a:pt x="3652" y="59"/>
                    <a:pt x="3853" y="0"/>
                    <a:pt x="4054" y="0"/>
                  </a:cubicBezTo>
                  <a:cubicBezTo>
                    <a:pt x="4194" y="0"/>
                    <a:pt x="4314" y="29"/>
                    <a:pt x="4435" y="29"/>
                  </a:cubicBezTo>
                  <a:cubicBezTo>
                    <a:pt x="4555" y="59"/>
                    <a:pt x="4696" y="88"/>
                    <a:pt x="4836" y="88"/>
                  </a:cubicBezTo>
                  <a:cubicBezTo>
                    <a:pt x="4977" y="88"/>
                    <a:pt x="5098" y="59"/>
                    <a:pt x="5219" y="29"/>
                  </a:cubicBezTo>
                  <a:cubicBezTo>
                    <a:pt x="5279" y="0"/>
                    <a:pt x="5338" y="0"/>
                    <a:pt x="5399" y="0"/>
                  </a:cubicBezTo>
                  <a:cubicBezTo>
                    <a:pt x="5539" y="0"/>
                    <a:pt x="5660" y="59"/>
                    <a:pt x="5821" y="146"/>
                  </a:cubicBezTo>
                  <a:cubicBezTo>
                    <a:pt x="6041" y="292"/>
                    <a:pt x="6322" y="437"/>
                    <a:pt x="6743" y="468"/>
                  </a:cubicBezTo>
                  <a:cubicBezTo>
                    <a:pt x="7064" y="496"/>
                    <a:pt x="7285" y="847"/>
                    <a:pt x="7526" y="1255"/>
                  </a:cubicBezTo>
                  <a:cubicBezTo>
                    <a:pt x="7787" y="1664"/>
                    <a:pt x="8067" y="2102"/>
                    <a:pt x="8509" y="2276"/>
                  </a:cubicBezTo>
                  <a:cubicBezTo>
                    <a:pt x="8770" y="2364"/>
                    <a:pt x="8790" y="2511"/>
                    <a:pt x="8831" y="2890"/>
                  </a:cubicBezTo>
                  <a:cubicBezTo>
                    <a:pt x="8851" y="3182"/>
                    <a:pt x="8890" y="3533"/>
                    <a:pt x="9111" y="3737"/>
                  </a:cubicBezTo>
                  <a:cubicBezTo>
                    <a:pt x="9172" y="3795"/>
                    <a:pt x="9172" y="3795"/>
                    <a:pt x="9212" y="3882"/>
                  </a:cubicBezTo>
                  <a:cubicBezTo>
                    <a:pt x="9292" y="4087"/>
                    <a:pt x="9373" y="4291"/>
                    <a:pt x="9633" y="4583"/>
                  </a:cubicBezTo>
                  <a:cubicBezTo>
                    <a:pt x="9793" y="4787"/>
                    <a:pt x="9814" y="4992"/>
                    <a:pt x="9834" y="5342"/>
                  </a:cubicBezTo>
                  <a:cubicBezTo>
                    <a:pt x="9854" y="5576"/>
                    <a:pt x="9854" y="5838"/>
                    <a:pt x="9954" y="6072"/>
                  </a:cubicBezTo>
                  <a:cubicBezTo>
                    <a:pt x="10034" y="6306"/>
                    <a:pt x="10034" y="7356"/>
                    <a:pt x="9774" y="8262"/>
                  </a:cubicBezTo>
                  <a:cubicBezTo>
                    <a:pt x="9674" y="8641"/>
                    <a:pt x="9874" y="9534"/>
                    <a:pt x="9111" y="953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6" name="Freeform 51"/>
            <p:cNvSpPr>
              <a:spLocks/>
            </p:cNvSpPr>
            <p:nvPr/>
          </p:nvSpPr>
          <p:spPr bwMode="auto">
            <a:xfrm>
              <a:off x="929" y="863"/>
              <a:ext cx="945" cy="580"/>
            </a:xfrm>
            <a:custGeom>
              <a:avLst/>
              <a:gdLst>
                <a:gd name="T0" fmla="*/ 330 w 398"/>
                <a:gd name="T1" fmla="*/ 244 h 244"/>
                <a:gd name="T2" fmla="*/ 292 w 398"/>
                <a:gd name="T3" fmla="*/ 236 h 244"/>
                <a:gd name="T4" fmla="*/ 242 w 398"/>
                <a:gd name="T5" fmla="*/ 227 h 244"/>
                <a:gd name="T6" fmla="*/ 159 w 398"/>
                <a:gd name="T7" fmla="*/ 239 h 244"/>
                <a:gd name="T8" fmla="*/ 155 w 398"/>
                <a:gd name="T9" fmla="*/ 240 h 244"/>
                <a:gd name="T10" fmla="*/ 145 w 398"/>
                <a:gd name="T11" fmla="*/ 241 h 244"/>
                <a:gd name="T12" fmla="*/ 91 w 398"/>
                <a:gd name="T13" fmla="*/ 218 h 244"/>
                <a:gd name="T14" fmla="*/ 81 w 398"/>
                <a:gd name="T15" fmla="*/ 196 h 244"/>
                <a:gd name="T16" fmla="*/ 80 w 398"/>
                <a:gd name="T17" fmla="*/ 185 h 244"/>
                <a:gd name="T18" fmla="*/ 78 w 398"/>
                <a:gd name="T19" fmla="*/ 172 h 244"/>
                <a:gd name="T20" fmla="*/ 65 w 398"/>
                <a:gd name="T21" fmla="*/ 176 h 244"/>
                <a:gd name="T22" fmla="*/ 51 w 398"/>
                <a:gd name="T23" fmla="*/ 178 h 244"/>
                <a:gd name="T24" fmla="*/ 51 w 398"/>
                <a:gd name="T25" fmla="*/ 178 h 244"/>
                <a:gd name="T26" fmla="*/ 21 w 398"/>
                <a:gd name="T27" fmla="*/ 146 h 244"/>
                <a:gd name="T28" fmla="*/ 20 w 398"/>
                <a:gd name="T29" fmla="*/ 141 h 244"/>
                <a:gd name="T30" fmla="*/ 15 w 398"/>
                <a:gd name="T31" fmla="*/ 138 h 244"/>
                <a:gd name="T32" fmla="*/ 6 w 398"/>
                <a:gd name="T33" fmla="*/ 112 h 244"/>
                <a:gd name="T34" fmla="*/ 8 w 398"/>
                <a:gd name="T35" fmla="*/ 107 h 244"/>
                <a:gd name="T36" fmla="*/ 5 w 398"/>
                <a:gd name="T37" fmla="*/ 102 h 244"/>
                <a:gd name="T38" fmla="*/ 5 w 398"/>
                <a:gd name="T39" fmla="*/ 83 h 244"/>
                <a:gd name="T40" fmla="*/ 21 w 398"/>
                <a:gd name="T41" fmla="*/ 65 h 244"/>
                <a:gd name="T42" fmla="*/ 44 w 398"/>
                <a:gd name="T43" fmla="*/ 48 h 244"/>
                <a:gd name="T44" fmla="*/ 67 w 398"/>
                <a:gd name="T45" fmla="*/ 25 h 244"/>
                <a:gd name="T46" fmla="*/ 100 w 398"/>
                <a:gd name="T47" fmla="*/ 13 h 244"/>
                <a:gd name="T48" fmla="*/ 138 w 398"/>
                <a:gd name="T49" fmla="*/ 6 h 244"/>
                <a:gd name="T50" fmla="*/ 164 w 398"/>
                <a:gd name="T51" fmla="*/ 0 h 244"/>
                <a:gd name="T52" fmla="*/ 178 w 398"/>
                <a:gd name="T53" fmla="*/ 2 h 244"/>
                <a:gd name="T54" fmla="*/ 194 w 398"/>
                <a:gd name="T55" fmla="*/ 3 h 244"/>
                <a:gd name="T56" fmla="*/ 209 w 398"/>
                <a:gd name="T57" fmla="*/ 1 h 244"/>
                <a:gd name="T58" fmla="*/ 216 w 398"/>
                <a:gd name="T59" fmla="*/ 1 h 244"/>
                <a:gd name="T60" fmla="*/ 233 w 398"/>
                <a:gd name="T61" fmla="*/ 5 h 244"/>
                <a:gd name="T62" fmla="*/ 269 w 398"/>
                <a:gd name="T63" fmla="*/ 13 h 244"/>
                <a:gd name="T64" fmla="*/ 300 w 398"/>
                <a:gd name="T65" fmla="*/ 34 h 244"/>
                <a:gd name="T66" fmla="*/ 338 w 398"/>
                <a:gd name="T67" fmla="*/ 62 h 244"/>
                <a:gd name="T68" fmla="*/ 351 w 398"/>
                <a:gd name="T69" fmla="*/ 79 h 244"/>
                <a:gd name="T70" fmla="*/ 361 w 398"/>
                <a:gd name="T71" fmla="*/ 101 h 244"/>
                <a:gd name="T72" fmla="*/ 366 w 398"/>
                <a:gd name="T73" fmla="*/ 105 h 244"/>
                <a:gd name="T74" fmla="*/ 382 w 398"/>
                <a:gd name="T75" fmla="*/ 124 h 244"/>
                <a:gd name="T76" fmla="*/ 390 w 398"/>
                <a:gd name="T77" fmla="*/ 145 h 244"/>
                <a:gd name="T78" fmla="*/ 395 w 398"/>
                <a:gd name="T79" fmla="*/ 164 h 244"/>
                <a:gd name="T80" fmla="*/ 388 w 398"/>
                <a:gd name="T81" fmla="*/ 223 h 244"/>
                <a:gd name="T82" fmla="*/ 330 w 398"/>
                <a:gd name="T83" fmla="*/ 244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98" h="244">
                  <a:moveTo>
                    <a:pt x="330" y="244"/>
                  </a:moveTo>
                  <a:cubicBezTo>
                    <a:pt x="316" y="244"/>
                    <a:pt x="302" y="241"/>
                    <a:pt x="292" y="236"/>
                  </a:cubicBezTo>
                  <a:cubicBezTo>
                    <a:pt x="278" y="230"/>
                    <a:pt x="262" y="227"/>
                    <a:pt x="242" y="227"/>
                  </a:cubicBezTo>
                  <a:cubicBezTo>
                    <a:pt x="211" y="227"/>
                    <a:pt x="179" y="235"/>
                    <a:pt x="159" y="239"/>
                  </a:cubicBezTo>
                  <a:cubicBezTo>
                    <a:pt x="155" y="240"/>
                    <a:pt x="155" y="240"/>
                    <a:pt x="155" y="240"/>
                  </a:cubicBezTo>
                  <a:cubicBezTo>
                    <a:pt x="152" y="241"/>
                    <a:pt x="148" y="241"/>
                    <a:pt x="145" y="241"/>
                  </a:cubicBezTo>
                  <a:cubicBezTo>
                    <a:pt x="124" y="241"/>
                    <a:pt x="101" y="229"/>
                    <a:pt x="91" y="218"/>
                  </a:cubicBezTo>
                  <a:cubicBezTo>
                    <a:pt x="83" y="209"/>
                    <a:pt x="83" y="209"/>
                    <a:pt x="81" y="196"/>
                  </a:cubicBezTo>
                  <a:cubicBezTo>
                    <a:pt x="81" y="193"/>
                    <a:pt x="81" y="189"/>
                    <a:pt x="80" y="185"/>
                  </a:cubicBezTo>
                  <a:cubicBezTo>
                    <a:pt x="78" y="172"/>
                    <a:pt x="78" y="172"/>
                    <a:pt x="78" y="172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0" y="177"/>
                    <a:pt x="55" y="178"/>
                    <a:pt x="51" y="178"/>
                  </a:cubicBezTo>
                  <a:cubicBezTo>
                    <a:pt x="51" y="178"/>
                    <a:pt x="51" y="178"/>
                    <a:pt x="51" y="178"/>
                  </a:cubicBezTo>
                  <a:cubicBezTo>
                    <a:pt x="24" y="178"/>
                    <a:pt x="21" y="147"/>
                    <a:pt x="21" y="146"/>
                  </a:cubicBezTo>
                  <a:cubicBezTo>
                    <a:pt x="20" y="141"/>
                    <a:pt x="20" y="141"/>
                    <a:pt x="20" y="141"/>
                  </a:cubicBezTo>
                  <a:cubicBezTo>
                    <a:pt x="15" y="138"/>
                    <a:pt x="15" y="138"/>
                    <a:pt x="15" y="138"/>
                  </a:cubicBezTo>
                  <a:cubicBezTo>
                    <a:pt x="14" y="137"/>
                    <a:pt x="0" y="127"/>
                    <a:pt x="6" y="112"/>
                  </a:cubicBezTo>
                  <a:cubicBezTo>
                    <a:pt x="8" y="107"/>
                    <a:pt x="8" y="107"/>
                    <a:pt x="8" y="107"/>
                  </a:cubicBezTo>
                  <a:cubicBezTo>
                    <a:pt x="5" y="102"/>
                    <a:pt x="5" y="102"/>
                    <a:pt x="5" y="102"/>
                  </a:cubicBezTo>
                  <a:cubicBezTo>
                    <a:pt x="2" y="97"/>
                    <a:pt x="2" y="90"/>
                    <a:pt x="5" y="83"/>
                  </a:cubicBezTo>
                  <a:cubicBezTo>
                    <a:pt x="9" y="73"/>
                    <a:pt x="17" y="66"/>
                    <a:pt x="21" y="65"/>
                  </a:cubicBezTo>
                  <a:cubicBezTo>
                    <a:pt x="32" y="63"/>
                    <a:pt x="38" y="56"/>
                    <a:pt x="44" y="48"/>
                  </a:cubicBezTo>
                  <a:cubicBezTo>
                    <a:pt x="49" y="41"/>
                    <a:pt x="56" y="34"/>
                    <a:pt x="67" y="25"/>
                  </a:cubicBezTo>
                  <a:cubicBezTo>
                    <a:pt x="80" y="14"/>
                    <a:pt x="88" y="14"/>
                    <a:pt x="100" y="13"/>
                  </a:cubicBezTo>
                  <a:cubicBezTo>
                    <a:pt x="109" y="13"/>
                    <a:pt x="121" y="12"/>
                    <a:pt x="138" y="6"/>
                  </a:cubicBezTo>
                  <a:cubicBezTo>
                    <a:pt x="147" y="2"/>
                    <a:pt x="156" y="0"/>
                    <a:pt x="164" y="0"/>
                  </a:cubicBezTo>
                  <a:cubicBezTo>
                    <a:pt x="169" y="0"/>
                    <a:pt x="174" y="1"/>
                    <a:pt x="178" y="2"/>
                  </a:cubicBezTo>
                  <a:cubicBezTo>
                    <a:pt x="183" y="2"/>
                    <a:pt x="189" y="3"/>
                    <a:pt x="194" y="3"/>
                  </a:cubicBezTo>
                  <a:cubicBezTo>
                    <a:pt x="199" y="3"/>
                    <a:pt x="204" y="2"/>
                    <a:pt x="209" y="1"/>
                  </a:cubicBezTo>
                  <a:cubicBezTo>
                    <a:pt x="212" y="1"/>
                    <a:pt x="214" y="1"/>
                    <a:pt x="216" y="1"/>
                  </a:cubicBezTo>
                  <a:cubicBezTo>
                    <a:pt x="222" y="1"/>
                    <a:pt x="227" y="2"/>
                    <a:pt x="233" y="5"/>
                  </a:cubicBezTo>
                  <a:cubicBezTo>
                    <a:pt x="242" y="8"/>
                    <a:pt x="252" y="12"/>
                    <a:pt x="269" y="13"/>
                  </a:cubicBezTo>
                  <a:cubicBezTo>
                    <a:pt x="282" y="14"/>
                    <a:pt x="290" y="23"/>
                    <a:pt x="300" y="34"/>
                  </a:cubicBezTo>
                  <a:cubicBezTo>
                    <a:pt x="310" y="45"/>
                    <a:pt x="321" y="57"/>
                    <a:pt x="338" y="62"/>
                  </a:cubicBezTo>
                  <a:cubicBezTo>
                    <a:pt x="348" y="64"/>
                    <a:pt x="349" y="68"/>
                    <a:pt x="351" y="79"/>
                  </a:cubicBezTo>
                  <a:cubicBezTo>
                    <a:pt x="352" y="86"/>
                    <a:pt x="353" y="95"/>
                    <a:pt x="361" y="101"/>
                  </a:cubicBezTo>
                  <a:cubicBezTo>
                    <a:pt x="364" y="102"/>
                    <a:pt x="364" y="103"/>
                    <a:pt x="366" y="105"/>
                  </a:cubicBezTo>
                  <a:cubicBezTo>
                    <a:pt x="368" y="111"/>
                    <a:pt x="372" y="116"/>
                    <a:pt x="382" y="124"/>
                  </a:cubicBezTo>
                  <a:cubicBezTo>
                    <a:pt x="389" y="129"/>
                    <a:pt x="389" y="135"/>
                    <a:pt x="390" y="145"/>
                  </a:cubicBezTo>
                  <a:cubicBezTo>
                    <a:pt x="391" y="151"/>
                    <a:pt x="391" y="158"/>
                    <a:pt x="395" y="164"/>
                  </a:cubicBezTo>
                  <a:cubicBezTo>
                    <a:pt x="398" y="170"/>
                    <a:pt x="398" y="199"/>
                    <a:pt x="388" y="223"/>
                  </a:cubicBezTo>
                  <a:cubicBezTo>
                    <a:pt x="384" y="233"/>
                    <a:pt x="360" y="244"/>
                    <a:pt x="330" y="24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27" name="liver_monocolor"/>
          <p:cNvGrpSpPr>
            <a:grpSpLocks noChangeAspect="1"/>
          </p:cNvGrpSpPr>
          <p:nvPr/>
        </p:nvGrpSpPr>
        <p:grpSpPr bwMode="auto">
          <a:xfrm>
            <a:off x="5756424" y="2994910"/>
            <a:ext cx="339857" cy="274799"/>
            <a:chOff x="3337" y="1094"/>
            <a:chExt cx="1400" cy="1132"/>
          </a:xfrm>
        </p:grpSpPr>
        <p:sp>
          <p:nvSpPr>
            <p:cNvPr id="828" name="AutoShape 112"/>
            <p:cNvSpPr>
              <a:spLocks noChangeAspect="1" noChangeArrowheads="1" noTextEdit="1"/>
            </p:cNvSpPr>
            <p:nvPr/>
          </p:nvSpPr>
          <p:spPr bwMode="auto">
            <a:xfrm>
              <a:off x="3408" y="1096"/>
              <a:ext cx="131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9" name="Freeform 114"/>
            <p:cNvSpPr>
              <a:spLocks/>
            </p:cNvSpPr>
            <p:nvPr/>
          </p:nvSpPr>
          <p:spPr bwMode="auto">
            <a:xfrm>
              <a:off x="3388" y="1163"/>
              <a:ext cx="1349" cy="1063"/>
            </a:xfrm>
            <a:custGeom>
              <a:avLst/>
              <a:gdLst>
                <a:gd name="T0" fmla="*/ 62 w 568"/>
                <a:gd name="T1" fmla="*/ 151 h 447"/>
                <a:gd name="T2" fmla="*/ 67 w 568"/>
                <a:gd name="T3" fmla="*/ 394 h 447"/>
                <a:gd name="T4" fmla="*/ 72 w 568"/>
                <a:gd name="T5" fmla="*/ 406 h 447"/>
                <a:gd name="T6" fmla="*/ 119 w 568"/>
                <a:gd name="T7" fmla="*/ 447 h 447"/>
                <a:gd name="T8" fmla="*/ 119 w 568"/>
                <a:gd name="T9" fmla="*/ 447 h 447"/>
                <a:gd name="T10" fmla="*/ 165 w 568"/>
                <a:gd name="T11" fmla="*/ 409 h 447"/>
                <a:gd name="T12" fmla="*/ 197 w 568"/>
                <a:gd name="T13" fmla="*/ 415 h 447"/>
                <a:gd name="T14" fmla="*/ 207 w 568"/>
                <a:gd name="T15" fmla="*/ 415 h 447"/>
                <a:gd name="T16" fmla="*/ 260 w 568"/>
                <a:gd name="T17" fmla="*/ 357 h 447"/>
                <a:gd name="T18" fmla="*/ 260 w 568"/>
                <a:gd name="T19" fmla="*/ 351 h 447"/>
                <a:gd name="T20" fmla="*/ 318 w 568"/>
                <a:gd name="T21" fmla="*/ 306 h 447"/>
                <a:gd name="T22" fmla="*/ 331 w 568"/>
                <a:gd name="T23" fmla="*/ 331 h 447"/>
                <a:gd name="T24" fmla="*/ 356 w 568"/>
                <a:gd name="T25" fmla="*/ 365 h 447"/>
                <a:gd name="T26" fmla="*/ 365 w 568"/>
                <a:gd name="T27" fmla="*/ 373 h 447"/>
                <a:gd name="T28" fmla="*/ 370 w 568"/>
                <a:gd name="T29" fmla="*/ 374 h 447"/>
                <a:gd name="T30" fmla="*/ 378 w 568"/>
                <a:gd name="T31" fmla="*/ 372 h 447"/>
                <a:gd name="T32" fmla="*/ 389 w 568"/>
                <a:gd name="T33" fmla="*/ 365 h 447"/>
                <a:gd name="T34" fmla="*/ 397 w 568"/>
                <a:gd name="T35" fmla="*/ 355 h 447"/>
                <a:gd name="T36" fmla="*/ 394 w 568"/>
                <a:gd name="T37" fmla="*/ 342 h 447"/>
                <a:gd name="T38" fmla="*/ 363 w 568"/>
                <a:gd name="T39" fmla="*/ 286 h 447"/>
                <a:gd name="T40" fmla="*/ 367 w 568"/>
                <a:gd name="T41" fmla="*/ 286 h 447"/>
                <a:gd name="T42" fmla="*/ 382 w 568"/>
                <a:gd name="T43" fmla="*/ 289 h 447"/>
                <a:gd name="T44" fmla="*/ 393 w 568"/>
                <a:gd name="T45" fmla="*/ 290 h 447"/>
                <a:gd name="T46" fmla="*/ 393 w 568"/>
                <a:gd name="T47" fmla="*/ 290 h 447"/>
                <a:gd name="T48" fmla="*/ 506 w 568"/>
                <a:gd name="T49" fmla="*/ 192 h 447"/>
                <a:gd name="T50" fmla="*/ 541 w 568"/>
                <a:gd name="T51" fmla="*/ 149 h 447"/>
                <a:gd name="T52" fmla="*/ 567 w 568"/>
                <a:gd name="T53" fmla="*/ 94 h 447"/>
                <a:gd name="T54" fmla="*/ 525 w 568"/>
                <a:gd name="T55" fmla="*/ 62 h 447"/>
                <a:gd name="T56" fmla="*/ 486 w 568"/>
                <a:gd name="T57" fmla="*/ 54 h 447"/>
                <a:gd name="T58" fmla="*/ 447 w 568"/>
                <a:gd name="T59" fmla="*/ 49 h 447"/>
                <a:gd name="T60" fmla="*/ 396 w 568"/>
                <a:gd name="T61" fmla="*/ 54 h 447"/>
                <a:gd name="T62" fmla="*/ 404 w 568"/>
                <a:gd name="T63" fmla="*/ 36 h 447"/>
                <a:gd name="T64" fmla="*/ 408 w 568"/>
                <a:gd name="T65" fmla="*/ 24 h 447"/>
                <a:gd name="T66" fmla="*/ 401 w 568"/>
                <a:gd name="T67" fmla="*/ 13 h 447"/>
                <a:gd name="T68" fmla="*/ 362 w 568"/>
                <a:gd name="T69" fmla="*/ 0 h 447"/>
                <a:gd name="T70" fmla="*/ 329 w 568"/>
                <a:gd name="T71" fmla="*/ 10 h 447"/>
                <a:gd name="T72" fmla="*/ 321 w 568"/>
                <a:gd name="T73" fmla="*/ 23 h 447"/>
                <a:gd name="T74" fmla="*/ 326 w 568"/>
                <a:gd name="T75" fmla="*/ 68 h 447"/>
                <a:gd name="T76" fmla="*/ 321 w 568"/>
                <a:gd name="T77" fmla="*/ 67 h 447"/>
                <a:gd name="T78" fmla="*/ 268 w 568"/>
                <a:gd name="T79" fmla="*/ 76 h 447"/>
                <a:gd name="T80" fmla="*/ 254 w 568"/>
                <a:gd name="T81" fmla="*/ 27 h 447"/>
                <a:gd name="T82" fmla="*/ 241 w 568"/>
                <a:gd name="T83" fmla="*/ 17 h 447"/>
                <a:gd name="T84" fmla="*/ 232 w 568"/>
                <a:gd name="T85" fmla="*/ 17 h 447"/>
                <a:gd name="T86" fmla="*/ 176 w 568"/>
                <a:gd name="T87" fmla="*/ 50 h 447"/>
                <a:gd name="T88" fmla="*/ 175 w 568"/>
                <a:gd name="T89" fmla="*/ 62 h 447"/>
                <a:gd name="T90" fmla="*/ 183 w 568"/>
                <a:gd name="T91" fmla="*/ 72 h 447"/>
                <a:gd name="T92" fmla="*/ 196 w 568"/>
                <a:gd name="T93" fmla="*/ 83 h 447"/>
                <a:gd name="T94" fmla="*/ 62 w 568"/>
                <a:gd name="T95" fmla="*/ 151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68" h="447">
                  <a:moveTo>
                    <a:pt x="62" y="151"/>
                  </a:moveTo>
                  <a:cubicBezTo>
                    <a:pt x="0" y="223"/>
                    <a:pt x="47" y="343"/>
                    <a:pt x="67" y="394"/>
                  </a:cubicBezTo>
                  <a:cubicBezTo>
                    <a:pt x="69" y="399"/>
                    <a:pt x="71" y="402"/>
                    <a:pt x="72" y="406"/>
                  </a:cubicBezTo>
                  <a:cubicBezTo>
                    <a:pt x="82" y="432"/>
                    <a:pt x="99" y="447"/>
                    <a:pt x="119" y="447"/>
                  </a:cubicBezTo>
                  <a:cubicBezTo>
                    <a:pt x="119" y="447"/>
                    <a:pt x="119" y="447"/>
                    <a:pt x="119" y="447"/>
                  </a:cubicBezTo>
                  <a:cubicBezTo>
                    <a:pt x="130" y="447"/>
                    <a:pt x="150" y="442"/>
                    <a:pt x="165" y="409"/>
                  </a:cubicBezTo>
                  <a:cubicBezTo>
                    <a:pt x="173" y="411"/>
                    <a:pt x="183" y="413"/>
                    <a:pt x="197" y="415"/>
                  </a:cubicBezTo>
                  <a:cubicBezTo>
                    <a:pt x="200" y="415"/>
                    <a:pt x="204" y="415"/>
                    <a:pt x="207" y="415"/>
                  </a:cubicBezTo>
                  <a:cubicBezTo>
                    <a:pt x="243" y="415"/>
                    <a:pt x="252" y="384"/>
                    <a:pt x="260" y="357"/>
                  </a:cubicBezTo>
                  <a:cubicBezTo>
                    <a:pt x="260" y="355"/>
                    <a:pt x="261" y="353"/>
                    <a:pt x="260" y="351"/>
                  </a:cubicBezTo>
                  <a:cubicBezTo>
                    <a:pt x="280" y="339"/>
                    <a:pt x="302" y="323"/>
                    <a:pt x="318" y="306"/>
                  </a:cubicBezTo>
                  <a:cubicBezTo>
                    <a:pt x="321" y="317"/>
                    <a:pt x="326" y="325"/>
                    <a:pt x="331" y="331"/>
                  </a:cubicBezTo>
                  <a:cubicBezTo>
                    <a:pt x="349" y="352"/>
                    <a:pt x="355" y="364"/>
                    <a:pt x="356" y="365"/>
                  </a:cubicBezTo>
                  <a:cubicBezTo>
                    <a:pt x="357" y="369"/>
                    <a:pt x="361" y="372"/>
                    <a:pt x="365" y="373"/>
                  </a:cubicBezTo>
                  <a:cubicBezTo>
                    <a:pt x="367" y="374"/>
                    <a:pt x="368" y="374"/>
                    <a:pt x="370" y="374"/>
                  </a:cubicBezTo>
                  <a:cubicBezTo>
                    <a:pt x="373" y="374"/>
                    <a:pt x="376" y="373"/>
                    <a:pt x="378" y="372"/>
                  </a:cubicBezTo>
                  <a:cubicBezTo>
                    <a:pt x="389" y="365"/>
                    <a:pt x="389" y="365"/>
                    <a:pt x="389" y="365"/>
                  </a:cubicBezTo>
                  <a:cubicBezTo>
                    <a:pt x="393" y="363"/>
                    <a:pt x="396" y="359"/>
                    <a:pt x="397" y="355"/>
                  </a:cubicBezTo>
                  <a:cubicBezTo>
                    <a:pt x="398" y="350"/>
                    <a:pt x="397" y="345"/>
                    <a:pt x="394" y="342"/>
                  </a:cubicBezTo>
                  <a:cubicBezTo>
                    <a:pt x="386" y="332"/>
                    <a:pt x="369" y="307"/>
                    <a:pt x="363" y="286"/>
                  </a:cubicBezTo>
                  <a:cubicBezTo>
                    <a:pt x="364" y="286"/>
                    <a:pt x="365" y="286"/>
                    <a:pt x="367" y="286"/>
                  </a:cubicBezTo>
                  <a:cubicBezTo>
                    <a:pt x="371" y="287"/>
                    <a:pt x="376" y="287"/>
                    <a:pt x="382" y="289"/>
                  </a:cubicBezTo>
                  <a:cubicBezTo>
                    <a:pt x="386" y="289"/>
                    <a:pt x="389" y="290"/>
                    <a:pt x="393" y="290"/>
                  </a:cubicBezTo>
                  <a:cubicBezTo>
                    <a:pt x="393" y="290"/>
                    <a:pt x="393" y="290"/>
                    <a:pt x="393" y="290"/>
                  </a:cubicBezTo>
                  <a:cubicBezTo>
                    <a:pt x="431" y="290"/>
                    <a:pt x="464" y="249"/>
                    <a:pt x="506" y="192"/>
                  </a:cubicBezTo>
                  <a:cubicBezTo>
                    <a:pt x="521" y="171"/>
                    <a:pt x="533" y="158"/>
                    <a:pt x="541" y="149"/>
                  </a:cubicBezTo>
                  <a:cubicBezTo>
                    <a:pt x="557" y="130"/>
                    <a:pt x="565" y="121"/>
                    <a:pt x="567" y="94"/>
                  </a:cubicBezTo>
                  <a:cubicBezTo>
                    <a:pt x="568" y="71"/>
                    <a:pt x="551" y="68"/>
                    <a:pt x="525" y="62"/>
                  </a:cubicBezTo>
                  <a:cubicBezTo>
                    <a:pt x="516" y="60"/>
                    <a:pt x="502" y="58"/>
                    <a:pt x="486" y="54"/>
                  </a:cubicBezTo>
                  <a:cubicBezTo>
                    <a:pt x="474" y="51"/>
                    <a:pt x="461" y="49"/>
                    <a:pt x="447" y="49"/>
                  </a:cubicBezTo>
                  <a:cubicBezTo>
                    <a:pt x="431" y="49"/>
                    <a:pt x="413" y="51"/>
                    <a:pt x="396" y="54"/>
                  </a:cubicBezTo>
                  <a:cubicBezTo>
                    <a:pt x="398" y="44"/>
                    <a:pt x="404" y="36"/>
                    <a:pt x="404" y="36"/>
                  </a:cubicBezTo>
                  <a:cubicBezTo>
                    <a:pt x="407" y="33"/>
                    <a:pt x="408" y="29"/>
                    <a:pt x="408" y="24"/>
                  </a:cubicBezTo>
                  <a:cubicBezTo>
                    <a:pt x="407" y="20"/>
                    <a:pt x="405" y="16"/>
                    <a:pt x="401" y="13"/>
                  </a:cubicBezTo>
                  <a:cubicBezTo>
                    <a:pt x="400" y="12"/>
                    <a:pt x="384" y="0"/>
                    <a:pt x="362" y="0"/>
                  </a:cubicBezTo>
                  <a:cubicBezTo>
                    <a:pt x="350" y="0"/>
                    <a:pt x="339" y="3"/>
                    <a:pt x="329" y="10"/>
                  </a:cubicBezTo>
                  <a:cubicBezTo>
                    <a:pt x="324" y="12"/>
                    <a:pt x="321" y="18"/>
                    <a:pt x="321" y="23"/>
                  </a:cubicBezTo>
                  <a:cubicBezTo>
                    <a:pt x="321" y="24"/>
                    <a:pt x="321" y="45"/>
                    <a:pt x="326" y="68"/>
                  </a:cubicBezTo>
                  <a:cubicBezTo>
                    <a:pt x="324" y="67"/>
                    <a:pt x="322" y="67"/>
                    <a:pt x="321" y="67"/>
                  </a:cubicBezTo>
                  <a:cubicBezTo>
                    <a:pt x="299" y="67"/>
                    <a:pt x="279" y="72"/>
                    <a:pt x="268" y="76"/>
                  </a:cubicBezTo>
                  <a:cubicBezTo>
                    <a:pt x="264" y="50"/>
                    <a:pt x="254" y="28"/>
                    <a:pt x="254" y="27"/>
                  </a:cubicBezTo>
                  <a:cubicBezTo>
                    <a:pt x="251" y="22"/>
                    <a:pt x="247" y="18"/>
                    <a:pt x="241" y="17"/>
                  </a:cubicBezTo>
                  <a:cubicBezTo>
                    <a:pt x="238" y="17"/>
                    <a:pt x="235" y="17"/>
                    <a:pt x="232" y="17"/>
                  </a:cubicBezTo>
                  <a:cubicBezTo>
                    <a:pt x="194" y="17"/>
                    <a:pt x="177" y="49"/>
                    <a:pt x="176" y="50"/>
                  </a:cubicBezTo>
                  <a:cubicBezTo>
                    <a:pt x="174" y="54"/>
                    <a:pt x="174" y="58"/>
                    <a:pt x="175" y="62"/>
                  </a:cubicBezTo>
                  <a:cubicBezTo>
                    <a:pt x="176" y="67"/>
                    <a:pt x="179" y="70"/>
                    <a:pt x="183" y="72"/>
                  </a:cubicBezTo>
                  <a:cubicBezTo>
                    <a:pt x="183" y="72"/>
                    <a:pt x="190" y="76"/>
                    <a:pt x="196" y="83"/>
                  </a:cubicBezTo>
                  <a:cubicBezTo>
                    <a:pt x="141" y="90"/>
                    <a:pt x="95" y="114"/>
                    <a:pt x="62" y="151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0" name="Freeform 115"/>
            <p:cNvSpPr>
              <a:spLocks/>
            </p:cNvSpPr>
            <p:nvPr/>
          </p:nvSpPr>
          <p:spPr bwMode="auto">
            <a:xfrm>
              <a:off x="3731" y="1930"/>
              <a:ext cx="185" cy="121"/>
            </a:xfrm>
            <a:custGeom>
              <a:avLst/>
              <a:gdLst>
                <a:gd name="T0" fmla="*/ 0 w 78"/>
                <a:gd name="T1" fmla="*/ 40 h 51"/>
                <a:gd name="T2" fmla="*/ 33 w 78"/>
                <a:gd name="T3" fmla="*/ 47 h 51"/>
                <a:gd name="T4" fmla="*/ 78 w 78"/>
                <a:gd name="T5" fmla="*/ 0 h 51"/>
                <a:gd name="T6" fmla="*/ 71 w 78"/>
                <a:gd name="T7" fmla="*/ 4 h 51"/>
                <a:gd name="T8" fmla="*/ 0 w 78"/>
                <a:gd name="T9" fmla="*/ 4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" h="51">
                  <a:moveTo>
                    <a:pt x="0" y="40"/>
                  </a:moveTo>
                  <a:cubicBezTo>
                    <a:pt x="7" y="43"/>
                    <a:pt x="18" y="45"/>
                    <a:pt x="33" y="47"/>
                  </a:cubicBezTo>
                  <a:cubicBezTo>
                    <a:pt x="63" y="51"/>
                    <a:pt x="70" y="31"/>
                    <a:pt x="78" y="0"/>
                  </a:cubicBezTo>
                  <a:cubicBezTo>
                    <a:pt x="76" y="2"/>
                    <a:pt x="74" y="3"/>
                    <a:pt x="71" y="4"/>
                  </a:cubicBezTo>
                  <a:cubicBezTo>
                    <a:pt x="35" y="22"/>
                    <a:pt x="17" y="13"/>
                    <a:pt x="0" y="4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1" name="Freeform 116"/>
            <p:cNvSpPr>
              <a:spLocks noEditPoints="1"/>
            </p:cNvSpPr>
            <p:nvPr/>
          </p:nvSpPr>
          <p:spPr bwMode="auto">
            <a:xfrm>
              <a:off x="3693" y="1917"/>
              <a:ext cx="266" cy="190"/>
            </a:xfrm>
            <a:custGeom>
              <a:avLst/>
              <a:gdLst>
                <a:gd name="T0" fmla="*/ 57 w 112"/>
                <a:gd name="T1" fmla="*/ 80 h 80"/>
                <a:gd name="T2" fmla="*/ 57 w 112"/>
                <a:gd name="T3" fmla="*/ 80 h 80"/>
                <a:gd name="T4" fmla="*/ 47 w 112"/>
                <a:gd name="T5" fmla="*/ 80 h 80"/>
                <a:gd name="T6" fmla="*/ 10 w 112"/>
                <a:gd name="T7" fmla="*/ 72 h 80"/>
                <a:gd name="T8" fmla="*/ 1 w 112"/>
                <a:gd name="T9" fmla="*/ 62 h 80"/>
                <a:gd name="T10" fmla="*/ 3 w 112"/>
                <a:gd name="T11" fmla="*/ 49 h 80"/>
                <a:gd name="T12" fmla="*/ 49 w 112"/>
                <a:gd name="T13" fmla="*/ 18 h 80"/>
                <a:gd name="T14" fmla="*/ 80 w 112"/>
                <a:gd name="T15" fmla="*/ 7 h 80"/>
                <a:gd name="T16" fmla="*/ 87 w 112"/>
                <a:gd name="T17" fmla="*/ 3 h 80"/>
                <a:gd name="T18" fmla="*/ 104 w 112"/>
                <a:gd name="T19" fmla="*/ 5 h 80"/>
                <a:gd name="T20" fmla="*/ 110 w 112"/>
                <a:gd name="T21" fmla="*/ 22 h 80"/>
                <a:gd name="T22" fmla="*/ 57 w 112"/>
                <a:gd name="T23" fmla="*/ 80 h 80"/>
                <a:gd name="T24" fmla="*/ 63 w 112"/>
                <a:gd name="T25" fmla="*/ 48 h 80"/>
                <a:gd name="T26" fmla="*/ 60 w 112"/>
                <a:gd name="T27" fmla="*/ 48 h 80"/>
                <a:gd name="T28" fmla="*/ 63 w 112"/>
                <a:gd name="T29" fmla="*/ 4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2" h="80">
                  <a:moveTo>
                    <a:pt x="57" y="80"/>
                  </a:moveTo>
                  <a:cubicBezTo>
                    <a:pt x="57" y="80"/>
                    <a:pt x="57" y="80"/>
                    <a:pt x="57" y="80"/>
                  </a:cubicBezTo>
                  <a:cubicBezTo>
                    <a:pt x="54" y="80"/>
                    <a:pt x="50" y="80"/>
                    <a:pt x="47" y="80"/>
                  </a:cubicBezTo>
                  <a:cubicBezTo>
                    <a:pt x="30" y="77"/>
                    <a:pt x="19" y="75"/>
                    <a:pt x="10" y="72"/>
                  </a:cubicBezTo>
                  <a:cubicBezTo>
                    <a:pt x="6" y="70"/>
                    <a:pt x="3" y="66"/>
                    <a:pt x="1" y="62"/>
                  </a:cubicBezTo>
                  <a:cubicBezTo>
                    <a:pt x="0" y="58"/>
                    <a:pt x="0" y="53"/>
                    <a:pt x="3" y="49"/>
                  </a:cubicBezTo>
                  <a:cubicBezTo>
                    <a:pt x="16" y="27"/>
                    <a:pt x="33" y="22"/>
                    <a:pt x="49" y="18"/>
                  </a:cubicBezTo>
                  <a:cubicBezTo>
                    <a:pt x="58" y="16"/>
                    <a:pt x="68" y="13"/>
                    <a:pt x="80" y="7"/>
                  </a:cubicBezTo>
                  <a:cubicBezTo>
                    <a:pt x="82" y="6"/>
                    <a:pt x="84" y="5"/>
                    <a:pt x="87" y="3"/>
                  </a:cubicBezTo>
                  <a:cubicBezTo>
                    <a:pt x="92" y="0"/>
                    <a:pt x="99" y="1"/>
                    <a:pt x="104" y="5"/>
                  </a:cubicBezTo>
                  <a:cubicBezTo>
                    <a:pt x="109" y="9"/>
                    <a:pt x="112" y="15"/>
                    <a:pt x="110" y="22"/>
                  </a:cubicBezTo>
                  <a:cubicBezTo>
                    <a:pt x="102" y="49"/>
                    <a:pt x="93" y="80"/>
                    <a:pt x="57" y="80"/>
                  </a:cubicBezTo>
                  <a:close/>
                  <a:moveTo>
                    <a:pt x="63" y="48"/>
                  </a:moveTo>
                  <a:cubicBezTo>
                    <a:pt x="62" y="48"/>
                    <a:pt x="61" y="48"/>
                    <a:pt x="60" y="48"/>
                  </a:cubicBezTo>
                  <a:cubicBezTo>
                    <a:pt x="61" y="48"/>
                    <a:pt x="62" y="48"/>
                    <a:pt x="63" y="4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2" name="Freeform 117"/>
            <p:cNvSpPr>
              <a:spLocks/>
            </p:cNvSpPr>
            <p:nvPr/>
          </p:nvSpPr>
          <p:spPr bwMode="auto">
            <a:xfrm>
              <a:off x="3964" y="1279"/>
              <a:ext cx="278" cy="665"/>
            </a:xfrm>
            <a:custGeom>
              <a:avLst/>
              <a:gdLst>
                <a:gd name="T0" fmla="*/ 0 w 117"/>
                <a:gd name="T1" fmla="*/ 16 h 280"/>
                <a:gd name="T2" fmla="*/ 0 w 117"/>
                <a:gd name="T3" fmla="*/ 16 h 280"/>
                <a:gd name="T4" fmla="*/ 11 w 117"/>
                <a:gd name="T5" fmla="*/ 17 h 280"/>
                <a:gd name="T6" fmla="*/ 48 w 117"/>
                <a:gd name="T7" fmla="*/ 75 h 280"/>
                <a:gd name="T8" fmla="*/ 61 w 117"/>
                <a:gd name="T9" fmla="*/ 192 h 280"/>
                <a:gd name="T10" fmla="*/ 79 w 117"/>
                <a:gd name="T11" fmla="*/ 243 h 280"/>
                <a:gd name="T12" fmla="*/ 106 w 117"/>
                <a:gd name="T13" fmla="*/ 280 h 280"/>
                <a:gd name="T14" fmla="*/ 117 w 117"/>
                <a:gd name="T15" fmla="*/ 274 h 280"/>
                <a:gd name="T16" fmla="*/ 80 w 117"/>
                <a:gd name="T17" fmla="*/ 193 h 280"/>
                <a:gd name="T18" fmla="*/ 80 w 117"/>
                <a:gd name="T19" fmla="*/ 186 h 280"/>
                <a:gd name="T20" fmla="*/ 74 w 117"/>
                <a:gd name="T21" fmla="*/ 8 h 280"/>
                <a:gd name="T22" fmla="*/ 75 w 117"/>
                <a:gd name="T23" fmla="*/ 7 h 280"/>
                <a:gd name="T24" fmla="*/ 0 w 117"/>
                <a:gd name="T25" fmla="*/ 16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280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0" y="16"/>
                    <a:pt x="5" y="16"/>
                    <a:pt x="11" y="17"/>
                  </a:cubicBezTo>
                  <a:cubicBezTo>
                    <a:pt x="23" y="21"/>
                    <a:pt x="44" y="33"/>
                    <a:pt x="48" y="75"/>
                  </a:cubicBezTo>
                  <a:cubicBezTo>
                    <a:pt x="53" y="113"/>
                    <a:pt x="55" y="157"/>
                    <a:pt x="61" y="192"/>
                  </a:cubicBezTo>
                  <a:cubicBezTo>
                    <a:pt x="65" y="214"/>
                    <a:pt x="71" y="233"/>
                    <a:pt x="79" y="243"/>
                  </a:cubicBezTo>
                  <a:cubicBezTo>
                    <a:pt x="100" y="266"/>
                    <a:pt x="106" y="280"/>
                    <a:pt x="106" y="280"/>
                  </a:cubicBezTo>
                  <a:cubicBezTo>
                    <a:pt x="117" y="274"/>
                    <a:pt x="117" y="274"/>
                    <a:pt x="117" y="274"/>
                  </a:cubicBezTo>
                  <a:cubicBezTo>
                    <a:pt x="117" y="274"/>
                    <a:pt x="80" y="228"/>
                    <a:pt x="80" y="193"/>
                  </a:cubicBezTo>
                  <a:cubicBezTo>
                    <a:pt x="80" y="191"/>
                    <a:pt x="80" y="188"/>
                    <a:pt x="80" y="186"/>
                  </a:cubicBezTo>
                  <a:cubicBezTo>
                    <a:pt x="76" y="145"/>
                    <a:pt x="46" y="39"/>
                    <a:pt x="74" y="8"/>
                  </a:cubicBezTo>
                  <a:cubicBezTo>
                    <a:pt x="75" y="8"/>
                    <a:pt x="75" y="7"/>
                    <a:pt x="75" y="7"/>
                  </a:cubicBezTo>
                  <a:cubicBezTo>
                    <a:pt x="38" y="0"/>
                    <a:pt x="0" y="16"/>
                    <a:pt x="0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3" name="Freeform 118"/>
            <p:cNvSpPr>
              <a:spLocks noEditPoints="1"/>
            </p:cNvSpPr>
            <p:nvPr/>
          </p:nvSpPr>
          <p:spPr bwMode="auto">
            <a:xfrm>
              <a:off x="3923" y="1253"/>
              <a:ext cx="359" cy="729"/>
            </a:xfrm>
            <a:custGeom>
              <a:avLst/>
              <a:gdLst>
                <a:gd name="T0" fmla="*/ 123 w 151"/>
                <a:gd name="T1" fmla="*/ 307 h 307"/>
                <a:gd name="T2" fmla="*/ 118 w 151"/>
                <a:gd name="T3" fmla="*/ 306 h 307"/>
                <a:gd name="T4" fmla="*/ 109 w 151"/>
                <a:gd name="T5" fmla="*/ 298 h 307"/>
                <a:gd name="T6" fmla="*/ 84 w 151"/>
                <a:gd name="T7" fmla="*/ 264 h 307"/>
                <a:gd name="T8" fmla="*/ 63 w 151"/>
                <a:gd name="T9" fmla="*/ 205 h 307"/>
                <a:gd name="T10" fmla="*/ 53 w 151"/>
                <a:gd name="T11" fmla="*/ 126 h 307"/>
                <a:gd name="T12" fmla="*/ 49 w 151"/>
                <a:gd name="T13" fmla="*/ 88 h 307"/>
                <a:gd name="T14" fmla="*/ 23 w 151"/>
                <a:gd name="T15" fmla="*/ 44 h 307"/>
                <a:gd name="T16" fmla="*/ 18 w 151"/>
                <a:gd name="T17" fmla="*/ 43 h 307"/>
                <a:gd name="T18" fmla="*/ 2 w 151"/>
                <a:gd name="T19" fmla="*/ 30 h 307"/>
                <a:gd name="T20" fmla="*/ 11 w 151"/>
                <a:gd name="T21" fmla="*/ 12 h 307"/>
                <a:gd name="T22" fmla="*/ 74 w 151"/>
                <a:gd name="T23" fmla="*/ 0 h 307"/>
                <a:gd name="T24" fmla="*/ 95 w 151"/>
                <a:gd name="T25" fmla="*/ 2 h 307"/>
                <a:gd name="T26" fmla="*/ 108 w 151"/>
                <a:gd name="T27" fmla="*/ 13 h 307"/>
                <a:gd name="T28" fmla="*/ 104 w 151"/>
                <a:gd name="T29" fmla="*/ 29 h 307"/>
                <a:gd name="T30" fmla="*/ 103 w 151"/>
                <a:gd name="T31" fmla="*/ 30 h 307"/>
                <a:gd name="T32" fmla="*/ 106 w 151"/>
                <a:gd name="T33" fmla="*/ 153 h 307"/>
                <a:gd name="T34" fmla="*/ 113 w 151"/>
                <a:gd name="T35" fmla="*/ 195 h 307"/>
                <a:gd name="T36" fmla="*/ 113 w 151"/>
                <a:gd name="T37" fmla="*/ 204 h 307"/>
                <a:gd name="T38" fmla="*/ 147 w 151"/>
                <a:gd name="T39" fmla="*/ 275 h 307"/>
                <a:gd name="T40" fmla="*/ 150 w 151"/>
                <a:gd name="T41" fmla="*/ 288 h 307"/>
                <a:gd name="T42" fmla="*/ 142 w 151"/>
                <a:gd name="T43" fmla="*/ 298 h 307"/>
                <a:gd name="T44" fmla="*/ 131 w 151"/>
                <a:gd name="T45" fmla="*/ 305 h 307"/>
                <a:gd name="T46" fmla="*/ 123 w 151"/>
                <a:gd name="T47" fmla="*/ 307 h 307"/>
                <a:gd name="T48" fmla="*/ 62 w 151"/>
                <a:gd name="T49" fmla="*/ 33 h 307"/>
                <a:gd name="T50" fmla="*/ 66 w 151"/>
                <a:gd name="T51" fmla="*/ 38 h 307"/>
                <a:gd name="T52" fmla="*/ 67 w 151"/>
                <a:gd name="T53" fmla="*/ 32 h 307"/>
                <a:gd name="T54" fmla="*/ 62 w 151"/>
                <a:gd name="T55" fmla="*/ 33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51" h="307">
                  <a:moveTo>
                    <a:pt x="123" y="307"/>
                  </a:moveTo>
                  <a:cubicBezTo>
                    <a:pt x="121" y="307"/>
                    <a:pt x="120" y="307"/>
                    <a:pt x="118" y="306"/>
                  </a:cubicBezTo>
                  <a:cubicBezTo>
                    <a:pt x="114" y="305"/>
                    <a:pt x="110" y="302"/>
                    <a:pt x="109" y="298"/>
                  </a:cubicBezTo>
                  <a:cubicBezTo>
                    <a:pt x="108" y="297"/>
                    <a:pt x="102" y="285"/>
                    <a:pt x="84" y="264"/>
                  </a:cubicBezTo>
                  <a:cubicBezTo>
                    <a:pt x="74" y="253"/>
                    <a:pt x="68" y="235"/>
                    <a:pt x="63" y="205"/>
                  </a:cubicBezTo>
                  <a:cubicBezTo>
                    <a:pt x="58" y="181"/>
                    <a:pt x="56" y="153"/>
                    <a:pt x="53" y="126"/>
                  </a:cubicBezTo>
                  <a:cubicBezTo>
                    <a:pt x="52" y="113"/>
                    <a:pt x="51" y="100"/>
                    <a:pt x="49" y="88"/>
                  </a:cubicBezTo>
                  <a:cubicBezTo>
                    <a:pt x="47" y="63"/>
                    <a:pt x="37" y="48"/>
                    <a:pt x="23" y="44"/>
                  </a:cubicBezTo>
                  <a:cubicBezTo>
                    <a:pt x="21" y="43"/>
                    <a:pt x="18" y="43"/>
                    <a:pt x="18" y="43"/>
                  </a:cubicBezTo>
                  <a:cubicBezTo>
                    <a:pt x="10" y="43"/>
                    <a:pt x="3" y="38"/>
                    <a:pt x="2" y="30"/>
                  </a:cubicBezTo>
                  <a:cubicBezTo>
                    <a:pt x="0" y="22"/>
                    <a:pt x="4" y="15"/>
                    <a:pt x="11" y="12"/>
                  </a:cubicBezTo>
                  <a:cubicBezTo>
                    <a:pt x="14" y="11"/>
                    <a:pt x="42" y="0"/>
                    <a:pt x="74" y="0"/>
                  </a:cubicBezTo>
                  <a:cubicBezTo>
                    <a:pt x="81" y="0"/>
                    <a:pt x="88" y="1"/>
                    <a:pt x="95" y="2"/>
                  </a:cubicBezTo>
                  <a:cubicBezTo>
                    <a:pt x="101" y="3"/>
                    <a:pt x="106" y="7"/>
                    <a:pt x="108" y="13"/>
                  </a:cubicBezTo>
                  <a:cubicBezTo>
                    <a:pt x="109" y="19"/>
                    <a:pt x="108" y="25"/>
                    <a:pt x="104" y="29"/>
                  </a:cubicBezTo>
                  <a:cubicBezTo>
                    <a:pt x="103" y="29"/>
                    <a:pt x="103" y="30"/>
                    <a:pt x="103" y="30"/>
                  </a:cubicBezTo>
                  <a:cubicBezTo>
                    <a:pt x="87" y="47"/>
                    <a:pt x="100" y="116"/>
                    <a:pt x="106" y="153"/>
                  </a:cubicBezTo>
                  <a:cubicBezTo>
                    <a:pt x="109" y="170"/>
                    <a:pt x="112" y="184"/>
                    <a:pt x="113" y="195"/>
                  </a:cubicBezTo>
                  <a:cubicBezTo>
                    <a:pt x="113" y="199"/>
                    <a:pt x="113" y="201"/>
                    <a:pt x="113" y="204"/>
                  </a:cubicBezTo>
                  <a:cubicBezTo>
                    <a:pt x="113" y="228"/>
                    <a:pt x="137" y="263"/>
                    <a:pt x="147" y="275"/>
                  </a:cubicBezTo>
                  <a:cubicBezTo>
                    <a:pt x="150" y="278"/>
                    <a:pt x="151" y="283"/>
                    <a:pt x="150" y="288"/>
                  </a:cubicBezTo>
                  <a:cubicBezTo>
                    <a:pt x="149" y="292"/>
                    <a:pt x="146" y="296"/>
                    <a:pt x="142" y="298"/>
                  </a:cubicBezTo>
                  <a:cubicBezTo>
                    <a:pt x="131" y="305"/>
                    <a:pt x="131" y="305"/>
                    <a:pt x="131" y="305"/>
                  </a:cubicBezTo>
                  <a:cubicBezTo>
                    <a:pt x="129" y="306"/>
                    <a:pt x="126" y="307"/>
                    <a:pt x="123" y="307"/>
                  </a:cubicBezTo>
                  <a:close/>
                  <a:moveTo>
                    <a:pt x="62" y="33"/>
                  </a:moveTo>
                  <a:cubicBezTo>
                    <a:pt x="63" y="34"/>
                    <a:pt x="65" y="36"/>
                    <a:pt x="66" y="38"/>
                  </a:cubicBezTo>
                  <a:cubicBezTo>
                    <a:pt x="66" y="36"/>
                    <a:pt x="67" y="34"/>
                    <a:pt x="67" y="32"/>
                  </a:cubicBezTo>
                  <a:cubicBezTo>
                    <a:pt x="65" y="33"/>
                    <a:pt x="64" y="33"/>
                    <a:pt x="62" y="3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4" name="Freeform 119"/>
            <p:cNvSpPr>
              <a:spLocks/>
            </p:cNvSpPr>
            <p:nvPr/>
          </p:nvSpPr>
          <p:spPr bwMode="auto">
            <a:xfrm>
              <a:off x="4137" y="1108"/>
              <a:ext cx="131" cy="173"/>
            </a:xfrm>
            <a:custGeom>
              <a:avLst/>
              <a:gdLst>
                <a:gd name="T0" fmla="*/ 55 w 55"/>
                <a:gd name="T1" fmla="*/ 20 h 73"/>
                <a:gd name="T2" fmla="*/ 0 w 55"/>
                <a:gd name="T3" fmla="*/ 17 h 73"/>
                <a:gd name="T4" fmla="*/ 9 w 55"/>
                <a:gd name="T5" fmla="*/ 73 h 73"/>
                <a:gd name="T6" fmla="*/ 43 w 55"/>
                <a:gd name="T7" fmla="*/ 61 h 73"/>
                <a:gd name="T8" fmla="*/ 55 w 55"/>
                <a:gd name="T9" fmla="*/ 2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" h="73">
                  <a:moveTo>
                    <a:pt x="55" y="20"/>
                  </a:moveTo>
                  <a:cubicBezTo>
                    <a:pt x="55" y="20"/>
                    <a:pt x="29" y="0"/>
                    <a:pt x="0" y="17"/>
                  </a:cubicBezTo>
                  <a:cubicBezTo>
                    <a:pt x="0" y="17"/>
                    <a:pt x="0" y="46"/>
                    <a:pt x="9" y="73"/>
                  </a:cubicBezTo>
                  <a:cubicBezTo>
                    <a:pt x="18" y="69"/>
                    <a:pt x="30" y="64"/>
                    <a:pt x="43" y="61"/>
                  </a:cubicBezTo>
                  <a:cubicBezTo>
                    <a:pt x="40" y="37"/>
                    <a:pt x="55" y="20"/>
                    <a:pt x="55" y="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5" name="Freeform 120"/>
            <p:cNvSpPr>
              <a:spLocks/>
            </p:cNvSpPr>
            <p:nvPr/>
          </p:nvSpPr>
          <p:spPr bwMode="auto">
            <a:xfrm>
              <a:off x="4099" y="1094"/>
              <a:ext cx="207" cy="225"/>
            </a:xfrm>
            <a:custGeom>
              <a:avLst/>
              <a:gdLst>
                <a:gd name="T0" fmla="*/ 25 w 87"/>
                <a:gd name="T1" fmla="*/ 95 h 95"/>
                <a:gd name="T2" fmla="*/ 18 w 87"/>
                <a:gd name="T3" fmla="*/ 94 h 95"/>
                <a:gd name="T4" fmla="*/ 9 w 87"/>
                <a:gd name="T5" fmla="*/ 84 h 95"/>
                <a:gd name="T6" fmla="*/ 0 w 87"/>
                <a:gd name="T7" fmla="*/ 23 h 95"/>
                <a:gd name="T8" fmla="*/ 8 w 87"/>
                <a:gd name="T9" fmla="*/ 10 h 95"/>
                <a:gd name="T10" fmla="*/ 41 w 87"/>
                <a:gd name="T11" fmla="*/ 0 h 95"/>
                <a:gd name="T12" fmla="*/ 80 w 87"/>
                <a:gd name="T13" fmla="*/ 13 h 95"/>
                <a:gd name="T14" fmla="*/ 87 w 87"/>
                <a:gd name="T15" fmla="*/ 24 h 95"/>
                <a:gd name="T16" fmla="*/ 83 w 87"/>
                <a:gd name="T17" fmla="*/ 36 h 95"/>
                <a:gd name="T18" fmla="*/ 83 w 87"/>
                <a:gd name="T19" fmla="*/ 36 h 95"/>
                <a:gd name="T20" fmla="*/ 75 w 87"/>
                <a:gd name="T21" fmla="*/ 65 h 95"/>
                <a:gd name="T22" fmla="*/ 63 w 87"/>
                <a:gd name="T23" fmla="*/ 82 h 95"/>
                <a:gd name="T24" fmla="*/ 32 w 87"/>
                <a:gd name="T25" fmla="*/ 93 h 95"/>
                <a:gd name="T26" fmla="*/ 25 w 87"/>
                <a:gd name="T27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7" h="95">
                  <a:moveTo>
                    <a:pt x="25" y="95"/>
                  </a:moveTo>
                  <a:cubicBezTo>
                    <a:pt x="23" y="95"/>
                    <a:pt x="20" y="95"/>
                    <a:pt x="18" y="94"/>
                  </a:cubicBezTo>
                  <a:cubicBezTo>
                    <a:pt x="14" y="92"/>
                    <a:pt x="11" y="88"/>
                    <a:pt x="9" y="84"/>
                  </a:cubicBezTo>
                  <a:cubicBezTo>
                    <a:pt x="0" y="55"/>
                    <a:pt x="0" y="24"/>
                    <a:pt x="0" y="23"/>
                  </a:cubicBezTo>
                  <a:cubicBezTo>
                    <a:pt x="0" y="18"/>
                    <a:pt x="3" y="12"/>
                    <a:pt x="8" y="10"/>
                  </a:cubicBezTo>
                  <a:cubicBezTo>
                    <a:pt x="18" y="3"/>
                    <a:pt x="29" y="0"/>
                    <a:pt x="41" y="0"/>
                  </a:cubicBezTo>
                  <a:cubicBezTo>
                    <a:pt x="63" y="0"/>
                    <a:pt x="79" y="12"/>
                    <a:pt x="80" y="13"/>
                  </a:cubicBezTo>
                  <a:cubicBezTo>
                    <a:pt x="84" y="16"/>
                    <a:pt x="86" y="20"/>
                    <a:pt x="87" y="24"/>
                  </a:cubicBezTo>
                  <a:cubicBezTo>
                    <a:pt x="87" y="29"/>
                    <a:pt x="86" y="33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73" y="49"/>
                    <a:pt x="75" y="65"/>
                  </a:cubicBezTo>
                  <a:cubicBezTo>
                    <a:pt x="76" y="73"/>
                    <a:pt x="71" y="80"/>
                    <a:pt x="63" y="82"/>
                  </a:cubicBezTo>
                  <a:cubicBezTo>
                    <a:pt x="51" y="86"/>
                    <a:pt x="40" y="89"/>
                    <a:pt x="32" y="93"/>
                  </a:cubicBezTo>
                  <a:cubicBezTo>
                    <a:pt x="29" y="94"/>
                    <a:pt x="27" y="95"/>
                    <a:pt x="25" y="9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6" name="Freeform 121"/>
            <p:cNvSpPr>
              <a:spLocks/>
            </p:cNvSpPr>
            <p:nvPr/>
          </p:nvSpPr>
          <p:spPr bwMode="auto">
            <a:xfrm>
              <a:off x="3788" y="1162"/>
              <a:ext cx="152" cy="148"/>
            </a:xfrm>
            <a:custGeom>
              <a:avLst/>
              <a:gdLst>
                <a:gd name="T0" fmla="*/ 49 w 64"/>
                <a:gd name="T1" fmla="*/ 4 h 62"/>
                <a:gd name="T2" fmla="*/ 0 w 64"/>
                <a:gd name="T3" fmla="*/ 28 h 62"/>
                <a:gd name="T4" fmla="*/ 27 w 64"/>
                <a:gd name="T5" fmla="*/ 61 h 62"/>
                <a:gd name="T6" fmla="*/ 64 w 64"/>
                <a:gd name="T7" fmla="*/ 62 h 62"/>
                <a:gd name="T8" fmla="*/ 49 w 64"/>
                <a:gd name="T9" fmla="*/ 4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62">
                  <a:moveTo>
                    <a:pt x="49" y="4"/>
                  </a:moveTo>
                  <a:cubicBezTo>
                    <a:pt x="16" y="0"/>
                    <a:pt x="0" y="28"/>
                    <a:pt x="0" y="28"/>
                  </a:cubicBezTo>
                  <a:cubicBezTo>
                    <a:pt x="0" y="28"/>
                    <a:pt x="20" y="38"/>
                    <a:pt x="27" y="61"/>
                  </a:cubicBezTo>
                  <a:cubicBezTo>
                    <a:pt x="40" y="60"/>
                    <a:pt x="52" y="61"/>
                    <a:pt x="64" y="62"/>
                  </a:cubicBezTo>
                  <a:cubicBezTo>
                    <a:pt x="62" y="33"/>
                    <a:pt x="49" y="4"/>
                    <a:pt x="49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7" name="Freeform 122"/>
            <p:cNvSpPr>
              <a:spLocks/>
            </p:cNvSpPr>
            <p:nvPr/>
          </p:nvSpPr>
          <p:spPr bwMode="auto">
            <a:xfrm>
              <a:off x="3750" y="1134"/>
              <a:ext cx="228" cy="214"/>
            </a:xfrm>
            <a:custGeom>
              <a:avLst/>
              <a:gdLst>
                <a:gd name="T0" fmla="*/ 80 w 96"/>
                <a:gd name="T1" fmla="*/ 90 h 90"/>
                <a:gd name="T2" fmla="*/ 78 w 96"/>
                <a:gd name="T3" fmla="*/ 90 h 90"/>
                <a:gd name="T4" fmla="*/ 44 w 96"/>
                <a:gd name="T5" fmla="*/ 89 h 90"/>
                <a:gd name="T6" fmla="*/ 27 w 96"/>
                <a:gd name="T7" fmla="*/ 77 h 90"/>
                <a:gd name="T8" fmla="*/ 9 w 96"/>
                <a:gd name="T9" fmla="*/ 55 h 90"/>
                <a:gd name="T10" fmla="*/ 1 w 96"/>
                <a:gd name="T11" fmla="*/ 45 h 90"/>
                <a:gd name="T12" fmla="*/ 2 w 96"/>
                <a:gd name="T13" fmla="*/ 33 h 90"/>
                <a:gd name="T14" fmla="*/ 58 w 96"/>
                <a:gd name="T15" fmla="*/ 0 h 90"/>
                <a:gd name="T16" fmla="*/ 67 w 96"/>
                <a:gd name="T17" fmla="*/ 0 h 90"/>
                <a:gd name="T18" fmla="*/ 80 w 96"/>
                <a:gd name="T19" fmla="*/ 10 h 90"/>
                <a:gd name="T20" fmla="*/ 96 w 96"/>
                <a:gd name="T21" fmla="*/ 73 h 90"/>
                <a:gd name="T22" fmla="*/ 91 w 96"/>
                <a:gd name="T23" fmla="*/ 85 h 90"/>
                <a:gd name="T24" fmla="*/ 80 w 96"/>
                <a:gd name="T25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6" h="90">
                  <a:moveTo>
                    <a:pt x="80" y="90"/>
                  </a:moveTo>
                  <a:cubicBezTo>
                    <a:pt x="79" y="90"/>
                    <a:pt x="79" y="90"/>
                    <a:pt x="78" y="90"/>
                  </a:cubicBezTo>
                  <a:cubicBezTo>
                    <a:pt x="67" y="89"/>
                    <a:pt x="55" y="88"/>
                    <a:pt x="44" y="89"/>
                  </a:cubicBezTo>
                  <a:cubicBezTo>
                    <a:pt x="36" y="89"/>
                    <a:pt x="30" y="84"/>
                    <a:pt x="27" y="77"/>
                  </a:cubicBezTo>
                  <a:cubicBezTo>
                    <a:pt x="23" y="62"/>
                    <a:pt x="10" y="55"/>
                    <a:pt x="9" y="55"/>
                  </a:cubicBezTo>
                  <a:cubicBezTo>
                    <a:pt x="5" y="53"/>
                    <a:pt x="2" y="50"/>
                    <a:pt x="1" y="45"/>
                  </a:cubicBezTo>
                  <a:cubicBezTo>
                    <a:pt x="0" y="41"/>
                    <a:pt x="0" y="37"/>
                    <a:pt x="2" y="33"/>
                  </a:cubicBezTo>
                  <a:cubicBezTo>
                    <a:pt x="3" y="32"/>
                    <a:pt x="20" y="0"/>
                    <a:pt x="58" y="0"/>
                  </a:cubicBezTo>
                  <a:cubicBezTo>
                    <a:pt x="61" y="0"/>
                    <a:pt x="64" y="0"/>
                    <a:pt x="67" y="0"/>
                  </a:cubicBezTo>
                  <a:cubicBezTo>
                    <a:pt x="73" y="1"/>
                    <a:pt x="77" y="5"/>
                    <a:pt x="80" y="10"/>
                  </a:cubicBezTo>
                  <a:cubicBezTo>
                    <a:pt x="80" y="11"/>
                    <a:pt x="93" y="41"/>
                    <a:pt x="96" y="73"/>
                  </a:cubicBezTo>
                  <a:cubicBezTo>
                    <a:pt x="96" y="77"/>
                    <a:pt x="95" y="82"/>
                    <a:pt x="91" y="85"/>
                  </a:cubicBezTo>
                  <a:cubicBezTo>
                    <a:pt x="88" y="88"/>
                    <a:pt x="84" y="90"/>
                    <a:pt x="80" y="9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8" name="Freeform 123"/>
            <p:cNvSpPr>
              <a:spLocks/>
            </p:cNvSpPr>
            <p:nvPr/>
          </p:nvSpPr>
          <p:spPr bwMode="auto">
            <a:xfrm>
              <a:off x="4087" y="1241"/>
              <a:ext cx="558" cy="518"/>
            </a:xfrm>
            <a:custGeom>
              <a:avLst/>
              <a:gdLst>
                <a:gd name="T0" fmla="*/ 166 w 235"/>
                <a:gd name="T1" fmla="*/ 7 h 218"/>
                <a:gd name="T2" fmla="*/ 66 w 235"/>
                <a:gd name="T3" fmla="*/ 12 h 218"/>
                <a:gd name="T4" fmla="*/ 31 w 235"/>
                <a:gd name="T5" fmla="*/ 24 h 218"/>
                <a:gd name="T6" fmla="*/ 29 w 235"/>
                <a:gd name="T7" fmla="*/ 25 h 218"/>
                <a:gd name="T8" fmla="*/ 35 w 235"/>
                <a:gd name="T9" fmla="*/ 203 h 218"/>
                <a:gd name="T10" fmla="*/ 69 w 235"/>
                <a:gd name="T11" fmla="*/ 211 h 218"/>
                <a:gd name="T12" fmla="*/ 177 w 235"/>
                <a:gd name="T13" fmla="*/ 121 h 218"/>
                <a:gd name="T14" fmla="*/ 235 w 235"/>
                <a:gd name="T15" fmla="*/ 32 h 218"/>
                <a:gd name="T16" fmla="*/ 166 w 235"/>
                <a:gd name="T17" fmla="*/ 7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5" h="218">
                  <a:moveTo>
                    <a:pt x="166" y="7"/>
                  </a:moveTo>
                  <a:cubicBezTo>
                    <a:pt x="136" y="0"/>
                    <a:pt x="98" y="4"/>
                    <a:pt x="66" y="12"/>
                  </a:cubicBezTo>
                  <a:cubicBezTo>
                    <a:pt x="53" y="15"/>
                    <a:pt x="41" y="20"/>
                    <a:pt x="31" y="24"/>
                  </a:cubicBezTo>
                  <a:cubicBezTo>
                    <a:pt x="31" y="24"/>
                    <a:pt x="30" y="25"/>
                    <a:pt x="29" y="25"/>
                  </a:cubicBezTo>
                  <a:cubicBezTo>
                    <a:pt x="0" y="56"/>
                    <a:pt x="31" y="162"/>
                    <a:pt x="35" y="203"/>
                  </a:cubicBezTo>
                  <a:cubicBezTo>
                    <a:pt x="42" y="209"/>
                    <a:pt x="52" y="207"/>
                    <a:pt x="69" y="211"/>
                  </a:cubicBezTo>
                  <a:cubicBezTo>
                    <a:pt x="102" y="218"/>
                    <a:pt x="133" y="180"/>
                    <a:pt x="177" y="121"/>
                  </a:cubicBezTo>
                  <a:cubicBezTo>
                    <a:pt x="221" y="61"/>
                    <a:pt x="233" y="64"/>
                    <a:pt x="235" y="32"/>
                  </a:cubicBezTo>
                  <a:cubicBezTo>
                    <a:pt x="235" y="18"/>
                    <a:pt x="226" y="22"/>
                    <a:pt x="166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9" name="Freeform 124"/>
            <p:cNvSpPr>
              <a:spLocks noEditPoints="1"/>
            </p:cNvSpPr>
            <p:nvPr/>
          </p:nvSpPr>
          <p:spPr bwMode="auto">
            <a:xfrm>
              <a:off x="4066" y="1219"/>
              <a:ext cx="620" cy="573"/>
            </a:xfrm>
            <a:custGeom>
              <a:avLst/>
              <a:gdLst>
                <a:gd name="T0" fmla="*/ 86 w 261"/>
                <a:gd name="T1" fmla="*/ 241 h 241"/>
                <a:gd name="T2" fmla="*/ 86 w 261"/>
                <a:gd name="T3" fmla="*/ 241 h 241"/>
                <a:gd name="T4" fmla="*/ 75 w 261"/>
                <a:gd name="T5" fmla="*/ 240 h 241"/>
                <a:gd name="T6" fmla="*/ 60 w 261"/>
                <a:gd name="T7" fmla="*/ 237 h 241"/>
                <a:gd name="T8" fmla="*/ 33 w 261"/>
                <a:gd name="T9" fmla="*/ 228 h 241"/>
                <a:gd name="T10" fmla="*/ 28 w 261"/>
                <a:gd name="T11" fmla="*/ 217 h 241"/>
                <a:gd name="T12" fmla="*/ 22 w 261"/>
                <a:gd name="T13" fmla="*/ 178 h 241"/>
                <a:gd name="T14" fmla="*/ 26 w 261"/>
                <a:gd name="T15" fmla="*/ 27 h 241"/>
                <a:gd name="T16" fmla="*/ 31 w 261"/>
                <a:gd name="T17" fmla="*/ 24 h 241"/>
                <a:gd name="T18" fmla="*/ 33 w 261"/>
                <a:gd name="T19" fmla="*/ 23 h 241"/>
                <a:gd name="T20" fmla="*/ 34 w 261"/>
                <a:gd name="T21" fmla="*/ 23 h 241"/>
                <a:gd name="T22" fmla="*/ 71 w 261"/>
                <a:gd name="T23" fmla="*/ 10 h 241"/>
                <a:gd name="T24" fmla="*/ 140 w 261"/>
                <a:gd name="T25" fmla="*/ 0 h 241"/>
                <a:gd name="T26" fmla="*/ 179 w 261"/>
                <a:gd name="T27" fmla="*/ 5 h 241"/>
                <a:gd name="T28" fmla="*/ 218 w 261"/>
                <a:gd name="T29" fmla="*/ 13 h 241"/>
                <a:gd name="T30" fmla="*/ 260 w 261"/>
                <a:gd name="T31" fmla="*/ 45 h 241"/>
                <a:gd name="T32" fmla="*/ 234 w 261"/>
                <a:gd name="T33" fmla="*/ 100 h 241"/>
                <a:gd name="T34" fmla="*/ 199 w 261"/>
                <a:gd name="T35" fmla="*/ 143 h 241"/>
                <a:gd name="T36" fmla="*/ 86 w 261"/>
                <a:gd name="T37" fmla="*/ 241 h 241"/>
                <a:gd name="T38" fmla="*/ 59 w 261"/>
                <a:gd name="T39" fmla="*/ 205 h 241"/>
                <a:gd name="T40" fmla="*/ 63 w 261"/>
                <a:gd name="T41" fmla="*/ 205 h 241"/>
                <a:gd name="T42" fmla="*/ 82 w 261"/>
                <a:gd name="T43" fmla="*/ 208 h 241"/>
                <a:gd name="T44" fmla="*/ 86 w 261"/>
                <a:gd name="T45" fmla="*/ 209 h 241"/>
                <a:gd name="T46" fmla="*/ 173 w 261"/>
                <a:gd name="T47" fmla="*/ 124 h 241"/>
                <a:gd name="T48" fmla="*/ 210 w 261"/>
                <a:gd name="T49" fmla="*/ 79 h 241"/>
                <a:gd name="T50" fmla="*/ 227 w 261"/>
                <a:gd name="T51" fmla="*/ 48 h 241"/>
                <a:gd name="T52" fmla="*/ 212 w 261"/>
                <a:gd name="T53" fmla="*/ 45 h 241"/>
                <a:gd name="T54" fmla="*/ 171 w 261"/>
                <a:gd name="T55" fmla="*/ 36 h 241"/>
                <a:gd name="T56" fmla="*/ 140 w 261"/>
                <a:gd name="T57" fmla="*/ 32 h 241"/>
                <a:gd name="T58" fmla="*/ 79 w 261"/>
                <a:gd name="T59" fmla="*/ 41 h 241"/>
                <a:gd name="T60" fmla="*/ 48 w 261"/>
                <a:gd name="T61" fmla="*/ 51 h 241"/>
                <a:gd name="T62" fmla="*/ 53 w 261"/>
                <a:gd name="T63" fmla="*/ 172 h 241"/>
                <a:gd name="T64" fmla="*/ 59 w 261"/>
                <a:gd name="T65" fmla="*/ 205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61" h="241">
                  <a:moveTo>
                    <a:pt x="86" y="241"/>
                  </a:moveTo>
                  <a:cubicBezTo>
                    <a:pt x="86" y="241"/>
                    <a:pt x="86" y="241"/>
                    <a:pt x="86" y="241"/>
                  </a:cubicBezTo>
                  <a:cubicBezTo>
                    <a:pt x="82" y="241"/>
                    <a:pt x="79" y="240"/>
                    <a:pt x="75" y="240"/>
                  </a:cubicBezTo>
                  <a:cubicBezTo>
                    <a:pt x="69" y="238"/>
                    <a:pt x="64" y="238"/>
                    <a:pt x="60" y="237"/>
                  </a:cubicBezTo>
                  <a:cubicBezTo>
                    <a:pt x="51" y="236"/>
                    <a:pt x="41" y="235"/>
                    <a:pt x="33" y="228"/>
                  </a:cubicBezTo>
                  <a:cubicBezTo>
                    <a:pt x="30" y="225"/>
                    <a:pt x="28" y="221"/>
                    <a:pt x="28" y="217"/>
                  </a:cubicBezTo>
                  <a:cubicBezTo>
                    <a:pt x="27" y="208"/>
                    <a:pt x="25" y="194"/>
                    <a:pt x="22" y="178"/>
                  </a:cubicBezTo>
                  <a:cubicBezTo>
                    <a:pt x="12" y="123"/>
                    <a:pt x="0" y="56"/>
                    <a:pt x="26" y="27"/>
                  </a:cubicBezTo>
                  <a:cubicBezTo>
                    <a:pt x="28" y="26"/>
                    <a:pt x="29" y="25"/>
                    <a:pt x="31" y="24"/>
                  </a:cubicBezTo>
                  <a:cubicBezTo>
                    <a:pt x="32" y="23"/>
                    <a:pt x="32" y="23"/>
                    <a:pt x="33" y="23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44" y="18"/>
                    <a:pt x="57" y="13"/>
                    <a:pt x="71" y="10"/>
                  </a:cubicBezTo>
                  <a:cubicBezTo>
                    <a:pt x="94" y="4"/>
                    <a:pt x="118" y="0"/>
                    <a:pt x="140" y="0"/>
                  </a:cubicBezTo>
                  <a:cubicBezTo>
                    <a:pt x="154" y="0"/>
                    <a:pt x="167" y="2"/>
                    <a:pt x="179" y="5"/>
                  </a:cubicBezTo>
                  <a:cubicBezTo>
                    <a:pt x="195" y="9"/>
                    <a:pt x="209" y="11"/>
                    <a:pt x="218" y="13"/>
                  </a:cubicBezTo>
                  <a:cubicBezTo>
                    <a:pt x="244" y="19"/>
                    <a:pt x="261" y="22"/>
                    <a:pt x="260" y="45"/>
                  </a:cubicBezTo>
                  <a:cubicBezTo>
                    <a:pt x="258" y="72"/>
                    <a:pt x="250" y="81"/>
                    <a:pt x="234" y="100"/>
                  </a:cubicBezTo>
                  <a:cubicBezTo>
                    <a:pt x="226" y="109"/>
                    <a:pt x="214" y="122"/>
                    <a:pt x="199" y="143"/>
                  </a:cubicBezTo>
                  <a:cubicBezTo>
                    <a:pt x="157" y="200"/>
                    <a:pt x="124" y="241"/>
                    <a:pt x="86" y="241"/>
                  </a:cubicBezTo>
                  <a:close/>
                  <a:moveTo>
                    <a:pt x="59" y="205"/>
                  </a:moveTo>
                  <a:cubicBezTo>
                    <a:pt x="60" y="205"/>
                    <a:pt x="62" y="205"/>
                    <a:pt x="63" y="205"/>
                  </a:cubicBezTo>
                  <a:cubicBezTo>
                    <a:pt x="68" y="206"/>
                    <a:pt x="75" y="207"/>
                    <a:pt x="82" y="208"/>
                  </a:cubicBezTo>
                  <a:cubicBezTo>
                    <a:pt x="83" y="209"/>
                    <a:pt x="85" y="209"/>
                    <a:pt x="86" y="209"/>
                  </a:cubicBezTo>
                  <a:cubicBezTo>
                    <a:pt x="109" y="209"/>
                    <a:pt x="140" y="169"/>
                    <a:pt x="173" y="124"/>
                  </a:cubicBezTo>
                  <a:cubicBezTo>
                    <a:pt x="189" y="102"/>
                    <a:pt x="201" y="89"/>
                    <a:pt x="210" y="79"/>
                  </a:cubicBezTo>
                  <a:cubicBezTo>
                    <a:pt x="223" y="64"/>
                    <a:pt x="226" y="60"/>
                    <a:pt x="227" y="48"/>
                  </a:cubicBezTo>
                  <a:cubicBezTo>
                    <a:pt x="223" y="47"/>
                    <a:pt x="218" y="46"/>
                    <a:pt x="212" y="45"/>
                  </a:cubicBezTo>
                  <a:cubicBezTo>
                    <a:pt x="202" y="43"/>
                    <a:pt x="188" y="40"/>
                    <a:pt x="171" y="36"/>
                  </a:cubicBezTo>
                  <a:cubicBezTo>
                    <a:pt x="162" y="33"/>
                    <a:pt x="151" y="32"/>
                    <a:pt x="140" y="32"/>
                  </a:cubicBezTo>
                  <a:cubicBezTo>
                    <a:pt x="121" y="32"/>
                    <a:pt x="99" y="35"/>
                    <a:pt x="79" y="41"/>
                  </a:cubicBezTo>
                  <a:cubicBezTo>
                    <a:pt x="67" y="44"/>
                    <a:pt x="57" y="47"/>
                    <a:pt x="48" y="51"/>
                  </a:cubicBezTo>
                  <a:cubicBezTo>
                    <a:pt x="35" y="71"/>
                    <a:pt x="47" y="136"/>
                    <a:pt x="53" y="172"/>
                  </a:cubicBezTo>
                  <a:cubicBezTo>
                    <a:pt x="55" y="184"/>
                    <a:pt x="57" y="195"/>
                    <a:pt x="59" y="20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0" name="Freeform 125"/>
            <p:cNvSpPr>
              <a:spLocks/>
            </p:cNvSpPr>
            <p:nvPr/>
          </p:nvSpPr>
          <p:spPr bwMode="auto">
            <a:xfrm>
              <a:off x="3368" y="1322"/>
              <a:ext cx="729" cy="827"/>
            </a:xfrm>
            <a:custGeom>
              <a:avLst/>
              <a:gdLst>
                <a:gd name="T0" fmla="*/ 256 w 307"/>
                <a:gd name="T1" fmla="*/ 4 h 348"/>
                <a:gd name="T2" fmla="*/ 246 w 307"/>
                <a:gd name="T3" fmla="*/ 2 h 348"/>
                <a:gd name="T4" fmla="*/ 246 w 307"/>
                <a:gd name="T5" fmla="*/ 2 h 348"/>
                <a:gd name="T6" fmla="*/ 242 w 307"/>
                <a:gd name="T7" fmla="*/ 2 h 348"/>
                <a:gd name="T8" fmla="*/ 205 w 307"/>
                <a:gd name="T9" fmla="*/ 1 h 348"/>
                <a:gd name="T10" fmla="*/ 61 w 307"/>
                <a:gd name="T11" fmla="*/ 66 h 348"/>
                <a:gd name="T12" fmla="*/ 74 w 307"/>
                <a:gd name="T13" fmla="*/ 304 h 348"/>
                <a:gd name="T14" fmla="*/ 139 w 307"/>
                <a:gd name="T15" fmla="*/ 304 h 348"/>
                <a:gd name="T16" fmla="*/ 146 w 307"/>
                <a:gd name="T17" fmla="*/ 289 h 348"/>
                <a:gd name="T18" fmla="*/ 217 w 307"/>
                <a:gd name="T19" fmla="*/ 253 h 348"/>
                <a:gd name="T20" fmla="*/ 224 w 307"/>
                <a:gd name="T21" fmla="*/ 250 h 348"/>
                <a:gd name="T22" fmla="*/ 307 w 307"/>
                <a:gd name="T23" fmla="*/ 178 h 348"/>
                <a:gd name="T24" fmla="*/ 294 w 307"/>
                <a:gd name="T25" fmla="*/ 62 h 348"/>
                <a:gd name="T26" fmla="*/ 256 w 307"/>
                <a:gd name="T27" fmla="*/ 4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07" h="348">
                  <a:moveTo>
                    <a:pt x="256" y="4"/>
                  </a:moveTo>
                  <a:cubicBezTo>
                    <a:pt x="253" y="3"/>
                    <a:pt x="249" y="3"/>
                    <a:pt x="246" y="2"/>
                  </a:cubicBezTo>
                  <a:cubicBezTo>
                    <a:pt x="246" y="2"/>
                    <a:pt x="246" y="2"/>
                    <a:pt x="246" y="2"/>
                  </a:cubicBezTo>
                  <a:cubicBezTo>
                    <a:pt x="245" y="2"/>
                    <a:pt x="243" y="2"/>
                    <a:pt x="242" y="2"/>
                  </a:cubicBezTo>
                  <a:cubicBezTo>
                    <a:pt x="231" y="1"/>
                    <a:pt x="218" y="0"/>
                    <a:pt x="205" y="1"/>
                  </a:cubicBezTo>
                  <a:cubicBezTo>
                    <a:pt x="155" y="4"/>
                    <a:pt x="100" y="21"/>
                    <a:pt x="61" y="66"/>
                  </a:cubicBezTo>
                  <a:cubicBezTo>
                    <a:pt x="0" y="136"/>
                    <a:pt x="59" y="264"/>
                    <a:pt x="74" y="304"/>
                  </a:cubicBezTo>
                  <a:cubicBezTo>
                    <a:pt x="89" y="344"/>
                    <a:pt x="120" y="348"/>
                    <a:pt x="139" y="304"/>
                  </a:cubicBezTo>
                  <a:cubicBezTo>
                    <a:pt x="141" y="298"/>
                    <a:pt x="144" y="293"/>
                    <a:pt x="146" y="289"/>
                  </a:cubicBezTo>
                  <a:cubicBezTo>
                    <a:pt x="163" y="263"/>
                    <a:pt x="181" y="272"/>
                    <a:pt x="217" y="253"/>
                  </a:cubicBezTo>
                  <a:cubicBezTo>
                    <a:pt x="219" y="252"/>
                    <a:pt x="222" y="251"/>
                    <a:pt x="224" y="250"/>
                  </a:cubicBezTo>
                  <a:cubicBezTo>
                    <a:pt x="261" y="229"/>
                    <a:pt x="302" y="197"/>
                    <a:pt x="307" y="178"/>
                  </a:cubicBezTo>
                  <a:cubicBezTo>
                    <a:pt x="301" y="144"/>
                    <a:pt x="298" y="99"/>
                    <a:pt x="294" y="62"/>
                  </a:cubicBezTo>
                  <a:cubicBezTo>
                    <a:pt x="289" y="20"/>
                    <a:pt x="269" y="7"/>
                    <a:pt x="256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1" name="Freeform 126"/>
            <p:cNvSpPr>
              <a:spLocks noEditPoints="1"/>
            </p:cNvSpPr>
            <p:nvPr/>
          </p:nvSpPr>
          <p:spPr bwMode="auto">
            <a:xfrm>
              <a:off x="3337" y="1305"/>
              <a:ext cx="798" cy="872"/>
            </a:xfrm>
            <a:custGeom>
              <a:avLst/>
              <a:gdLst>
                <a:gd name="T0" fmla="*/ 119 w 336"/>
                <a:gd name="T1" fmla="*/ 367 h 367"/>
                <a:gd name="T2" fmla="*/ 119 w 336"/>
                <a:gd name="T3" fmla="*/ 367 h 367"/>
                <a:gd name="T4" fmla="*/ 72 w 336"/>
                <a:gd name="T5" fmla="*/ 326 h 367"/>
                <a:gd name="T6" fmla="*/ 67 w 336"/>
                <a:gd name="T7" fmla="*/ 314 h 367"/>
                <a:gd name="T8" fmla="*/ 62 w 336"/>
                <a:gd name="T9" fmla="*/ 71 h 367"/>
                <a:gd name="T10" fmla="*/ 218 w 336"/>
                <a:gd name="T11" fmla="*/ 1 h 367"/>
                <a:gd name="T12" fmla="*/ 257 w 336"/>
                <a:gd name="T13" fmla="*/ 2 h 367"/>
                <a:gd name="T14" fmla="*/ 260 w 336"/>
                <a:gd name="T15" fmla="*/ 3 h 367"/>
                <a:gd name="T16" fmla="*/ 272 w 336"/>
                <a:gd name="T17" fmla="*/ 4 h 367"/>
                <a:gd name="T18" fmla="*/ 273 w 336"/>
                <a:gd name="T19" fmla="*/ 4 h 367"/>
                <a:gd name="T20" fmla="*/ 323 w 336"/>
                <a:gd name="T21" fmla="*/ 76 h 367"/>
                <a:gd name="T22" fmla="*/ 326 w 336"/>
                <a:gd name="T23" fmla="*/ 114 h 367"/>
                <a:gd name="T24" fmla="*/ 335 w 336"/>
                <a:gd name="T25" fmla="*/ 191 h 367"/>
                <a:gd name="T26" fmla="*/ 335 w 336"/>
                <a:gd name="T27" fmla="*/ 198 h 367"/>
                <a:gd name="T28" fmla="*/ 245 w 336"/>
                <a:gd name="T29" fmla="*/ 280 h 367"/>
                <a:gd name="T30" fmla="*/ 237 w 336"/>
                <a:gd name="T31" fmla="*/ 284 h 367"/>
                <a:gd name="T32" fmla="*/ 200 w 336"/>
                <a:gd name="T33" fmla="*/ 297 h 367"/>
                <a:gd name="T34" fmla="*/ 173 w 336"/>
                <a:gd name="T35" fmla="*/ 314 h 367"/>
                <a:gd name="T36" fmla="*/ 167 w 336"/>
                <a:gd name="T37" fmla="*/ 326 h 367"/>
                <a:gd name="T38" fmla="*/ 119 w 336"/>
                <a:gd name="T39" fmla="*/ 367 h 367"/>
                <a:gd name="T40" fmla="*/ 230 w 336"/>
                <a:gd name="T41" fmla="*/ 33 h 367"/>
                <a:gd name="T42" fmla="*/ 219 w 336"/>
                <a:gd name="T43" fmla="*/ 33 h 367"/>
                <a:gd name="T44" fmla="*/ 86 w 336"/>
                <a:gd name="T45" fmla="*/ 92 h 367"/>
                <a:gd name="T46" fmla="*/ 97 w 336"/>
                <a:gd name="T47" fmla="*/ 303 h 367"/>
                <a:gd name="T48" fmla="*/ 102 w 336"/>
                <a:gd name="T49" fmla="*/ 314 h 367"/>
                <a:gd name="T50" fmla="*/ 119 w 336"/>
                <a:gd name="T51" fmla="*/ 335 h 367"/>
                <a:gd name="T52" fmla="*/ 119 w 336"/>
                <a:gd name="T53" fmla="*/ 335 h 367"/>
                <a:gd name="T54" fmla="*/ 137 w 336"/>
                <a:gd name="T55" fmla="*/ 313 h 367"/>
                <a:gd name="T56" fmla="*/ 146 w 336"/>
                <a:gd name="T57" fmla="*/ 297 h 367"/>
                <a:gd name="T58" fmla="*/ 191 w 336"/>
                <a:gd name="T59" fmla="*/ 266 h 367"/>
                <a:gd name="T60" fmla="*/ 223 w 336"/>
                <a:gd name="T61" fmla="*/ 255 h 367"/>
                <a:gd name="T62" fmla="*/ 230 w 336"/>
                <a:gd name="T63" fmla="*/ 251 h 367"/>
                <a:gd name="T64" fmla="*/ 303 w 336"/>
                <a:gd name="T65" fmla="*/ 193 h 367"/>
                <a:gd name="T66" fmla="*/ 295 w 336"/>
                <a:gd name="T67" fmla="*/ 117 h 367"/>
                <a:gd name="T68" fmla="*/ 291 w 336"/>
                <a:gd name="T69" fmla="*/ 80 h 367"/>
                <a:gd name="T70" fmla="*/ 265 w 336"/>
                <a:gd name="T71" fmla="*/ 35 h 367"/>
                <a:gd name="T72" fmla="*/ 257 w 336"/>
                <a:gd name="T73" fmla="*/ 34 h 367"/>
                <a:gd name="T74" fmla="*/ 254 w 336"/>
                <a:gd name="T75" fmla="*/ 34 h 367"/>
                <a:gd name="T76" fmla="*/ 230 w 336"/>
                <a:gd name="T77" fmla="*/ 33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36" h="367">
                  <a:moveTo>
                    <a:pt x="119" y="367"/>
                  </a:moveTo>
                  <a:cubicBezTo>
                    <a:pt x="119" y="367"/>
                    <a:pt x="119" y="367"/>
                    <a:pt x="119" y="367"/>
                  </a:cubicBezTo>
                  <a:cubicBezTo>
                    <a:pt x="99" y="367"/>
                    <a:pt x="82" y="352"/>
                    <a:pt x="72" y="326"/>
                  </a:cubicBezTo>
                  <a:cubicBezTo>
                    <a:pt x="71" y="322"/>
                    <a:pt x="69" y="319"/>
                    <a:pt x="67" y="314"/>
                  </a:cubicBezTo>
                  <a:cubicBezTo>
                    <a:pt x="47" y="263"/>
                    <a:pt x="0" y="143"/>
                    <a:pt x="62" y="71"/>
                  </a:cubicBezTo>
                  <a:cubicBezTo>
                    <a:pt x="99" y="29"/>
                    <a:pt x="154" y="4"/>
                    <a:pt x="218" y="1"/>
                  </a:cubicBezTo>
                  <a:cubicBezTo>
                    <a:pt x="231" y="0"/>
                    <a:pt x="244" y="1"/>
                    <a:pt x="257" y="2"/>
                  </a:cubicBezTo>
                  <a:cubicBezTo>
                    <a:pt x="258" y="2"/>
                    <a:pt x="259" y="2"/>
                    <a:pt x="260" y="3"/>
                  </a:cubicBezTo>
                  <a:cubicBezTo>
                    <a:pt x="264" y="3"/>
                    <a:pt x="268" y="3"/>
                    <a:pt x="272" y="4"/>
                  </a:cubicBezTo>
                  <a:cubicBezTo>
                    <a:pt x="272" y="4"/>
                    <a:pt x="273" y="4"/>
                    <a:pt x="273" y="4"/>
                  </a:cubicBezTo>
                  <a:cubicBezTo>
                    <a:pt x="289" y="9"/>
                    <a:pt x="317" y="24"/>
                    <a:pt x="323" y="76"/>
                  </a:cubicBezTo>
                  <a:cubicBezTo>
                    <a:pt x="324" y="88"/>
                    <a:pt x="325" y="102"/>
                    <a:pt x="326" y="114"/>
                  </a:cubicBezTo>
                  <a:cubicBezTo>
                    <a:pt x="329" y="141"/>
                    <a:pt x="332" y="169"/>
                    <a:pt x="335" y="191"/>
                  </a:cubicBezTo>
                  <a:cubicBezTo>
                    <a:pt x="336" y="193"/>
                    <a:pt x="336" y="196"/>
                    <a:pt x="335" y="198"/>
                  </a:cubicBezTo>
                  <a:cubicBezTo>
                    <a:pt x="328" y="227"/>
                    <a:pt x="275" y="263"/>
                    <a:pt x="245" y="280"/>
                  </a:cubicBezTo>
                  <a:cubicBezTo>
                    <a:pt x="242" y="281"/>
                    <a:pt x="240" y="282"/>
                    <a:pt x="237" y="284"/>
                  </a:cubicBezTo>
                  <a:cubicBezTo>
                    <a:pt x="222" y="291"/>
                    <a:pt x="210" y="295"/>
                    <a:pt x="200" y="297"/>
                  </a:cubicBezTo>
                  <a:cubicBezTo>
                    <a:pt x="186" y="301"/>
                    <a:pt x="180" y="303"/>
                    <a:pt x="173" y="314"/>
                  </a:cubicBezTo>
                  <a:cubicBezTo>
                    <a:pt x="171" y="317"/>
                    <a:pt x="169" y="321"/>
                    <a:pt x="167" y="326"/>
                  </a:cubicBezTo>
                  <a:cubicBezTo>
                    <a:pt x="151" y="362"/>
                    <a:pt x="130" y="367"/>
                    <a:pt x="119" y="367"/>
                  </a:cubicBezTo>
                  <a:close/>
                  <a:moveTo>
                    <a:pt x="230" y="33"/>
                  </a:moveTo>
                  <a:cubicBezTo>
                    <a:pt x="227" y="33"/>
                    <a:pt x="223" y="33"/>
                    <a:pt x="219" y="33"/>
                  </a:cubicBezTo>
                  <a:cubicBezTo>
                    <a:pt x="187" y="35"/>
                    <a:pt x="128" y="44"/>
                    <a:pt x="86" y="92"/>
                  </a:cubicBezTo>
                  <a:cubicBezTo>
                    <a:pt x="37" y="149"/>
                    <a:pt x="79" y="257"/>
                    <a:pt x="97" y="303"/>
                  </a:cubicBezTo>
                  <a:cubicBezTo>
                    <a:pt x="99" y="307"/>
                    <a:pt x="100" y="311"/>
                    <a:pt x="102" y="314"/>
                  </a:cubicBezTo>
                  <a:cubicBezTo>
                    <a:pt x="107" y="329"/>
                    <a:pt x="114" y="335"/>
                    <a:pt x="119" y="335"/>
                  </a:cubicBezTo>
                  <a:cubicBezTo>
                    <a:pt x="119" y="335"/>
                    <a:pt x="119" y="335"/>
                    <a:pt x="119" y="335"/>
                  </a:cubicBezTo>
                  <a:cubicBezTo>
                    <a:pt x="123" y="335"/>
                    <a:pt x="131" y="329"/>
                    <a:pt x="137" y="313"/>
                  </a:cubicBezTo>
                  <a:cubicBezTo>
                    <a:pt x="140" y="307"/>
                    <a:pt x="143" y="302"/>
                    <a:pt x="146" y="297"/>
                  </a:cubicBezTo>
                  <a:cubicBezTo>
                    <a:pt x="159" y="275"/>
                    <a:pt x="176" y="271"/>
                    <a:pt x="191" y="266"/>
                  </a:cubicBezTo>
                  <a:cubicBezTo>
                    <a:pt x="200" y="264"/>
                    <a:pt x="210" y="261"/>
                    <a:pt x="223" y="255"/>
                  </a:cubicBezTo>
                  <a:cubicBezTo>
                    <a:pt x="225" y="254"/>
                    <a:pt x="227" y="253"/>
                    <a:pt x="230" y="251"/>
                  </a:cubicBezTo>
                  <a:cubicBezTo>
                    <a:pt x="269" y="230"/>
                    <a:pt x="297" y="204"/>
                    <a:pt x="303" y="193"/>
                  </a:cubicBezTo>
                  <a:cubicBezTo>
                    <a:pt x="299" y="170"/>
                    <a:pt x="297" y="143"/>
                    <a:pt x="295" y="117"/>
                  </a:cubicBezTo>
                  <a:cubicBezTo>
                    <a:pt x="293" y="104"/>
                    <a:pt x="292" y="92"/>
                    <a:pt x="291" y="80"/>
                  </a:cubicBezTo>
                  <a:cubicBezTo>
                    <a:pt x="288" y="55"/>
                    <a:pt x="279" y="40"/>
                    <a:pt x="265" y="35"/>
                  </a:cubicBezTo>
                  <a:cubicBezTo>
                    <a:pt x="263" y="35"/>
                    <a:pt x="260" y="35"/>
                    <a:pt x="257" y="34"/>
                  </a:cubicBezTo>
                  <a:cubicBezTo>
                    <a:pt x="256" y="34"/>
                    <a:pt x="255" y="34"/>
                    <a:pt x="254" y="34"/>
                  </a:cubicBezTo>
                  <a:cubicBezTo>
                    <a:pt x="246" y="33"/>
                    <a:pt x="238" y="33"/>
                    <a:pt x="230" y="3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2" name="Freeform 129"/>
            <p:cNvSpPr>
              <a:spLocks/>
            </p:cNvSpPr>
            <p:nvPr/>
          </p:nvSpPr>
          <p:spPr bwMode="auto">
            <a:xfrm>
              <a:off x="4130" y="1134"/>
              <a:ext cx="142" cy="173"/>
            </a:xfrm>
            <a:custGeom>
              <a:avLst/>
              <a:gdLst>
                <a:gd name="T0" fmla="*/ 55 w 55"/>
                <a:gd name="T1" fmla="*/ 20 h 73"/>
                <a:gd name="T2" fmla="*/ 0 w 55"/>
                <a:gd name="T3" fmla="*/ 17 h 73"/>
                <a:gd name="T4" fmla="*/ 9 w 55"/>
                <a:gd name="T5" fmla="*/ 73 h 73"/>
                <a:gd name="T6" fmla="*/ 43 w 55"/>
                <a:gd name="T7" fmla="*/ 61 h 73"/>
                <a:gd name="T8" fmla="*/ 55 w 55"/>
                <a:gd name="T9" fmla="*/ 20 h 73"/>
                <a:gd name="connsiteX0" fmla="*/ 10571 w 10571"/>
                <a:gd name="connsiteY0" fmla="*/ 968 h 9719"/>
                <a:gd name="connsiteX1" fmla="*/ 571 w 10571"/>
                <a:gd name="connsiteY1" fmla="*/ 557 h 9719"/>
                <a:gd name="connsiteX2" fmla="*/ 2207 w 10571"/>
                <a:gd name="connsiteY2" fmla="*/ 9719 h 9719"/>
                <a:gd name="connsiteX3" fmla="*/ 8389 w 10571"/>
                <a:gd name="connsiteY3" fmla="*/ 6584 h 9719"/>
                <a:gd name="connsiteX4" fmla="*/ 10571 w 10571"/>
                <a:gd name="connsiteY4" fmla="*/ 968 h 9719"/>
                <a:gd name="connsiteX0" fmla="*/ 10000 w 10321"/>
                <a:gd name="connsiteY0" fmla="*/ 1310 h 10314"/>
                <a:gd name="connsiteX1" fmla="*/ 540 w 10321"/>
                <a:gd name="connsiteY1" fmla="*/ 887 h 10314"/>
                <a:gd name="connsiteX2" fmla="*/ 2088 w 10321"/>
                <a:gd name="connsiteY2" fmla="*/ 10314 h 10314"/>
                <a:gd name="connsiteX3" fmla="*/ 8559 w 10321"/>
                <a:gd name="connsiteY3" fmla="*/ 8965 h 10314"/>
                <a:gd name="connsiteX4" fmla="*/ 10000 w 10321"/>
                <a:gd name="connsiteY4" fmla="*/ 1310 h 1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21" h="10314">
                  <a:moveTo>
                    <a:pt x="10000" y="1310"/>
                  </a:moveTo>
                  <a:cubicBezTo>
                    <a:pt x="8664" y="-36"/>
                    <a:pt x="1859" y="-613"/>
                    <a:pt x="540" y="887"/>
                  </a:cubicBezTo>
                  <a:cubicBezTo>
                    <a:pt x="-779" y="2388"/>
                    <a:pt x="540" y="6508"/>
                    <a:pt x="2088" y="10314"/>
                  </a:cubicBezTo>
                  <a:cubicBezTo>
                    <a:pt x="3636" y="9750"/>
                    <a:pt x="6324" y="9388"/>
                    <a:pt x="8559" y="8965"/>
                  </a:cubicBezTo>
                  <a:cubicBezTo>
                    <a:pt x="8043" y="5582"/>
                    <a:pt x="11337" y="2656"/>
                    <a:pt x="10000" y="131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3" name="Freeform 130"/>
            <p:cNvSpPr>
              <a:spLocks/>
            </p:cNvSpPr>
            <p:nvPr/>
          </p:nvSpPr>
          <p:spPr bwMode="auto">
            <a:xfrm>
              <a:off x="3788" y="1171"/>
              <a:ext cx="155" cy="175"/>
            </a:xfrm>
            <a:custGeom>
              <a:avLst/>
              <a:gdLst>
                <a:gd name="T0" fmla="*/ 49 w 64"/>
                <a:gd name="T1" fmla="*/ 4 h 62"/>
                <a:gd name="T2" fmla="*/ 0 w 64"/>
                <a:gd name="T3" fmla="*/ 28 h 62"/>
                <a:gd name="T4" fmla="*/ 27 w 64"/>
                <a:gd name="T5" fmla="*/ 61 h 62"/>
                <a:gd name="T6" fmla="*/ 64 w 64"/>
                <a:gd name="T7" fmla="*/ 62 h 62"/>
                <a:gd name="T8" fmla="*/ 49 w 64"/>
                <a:gd name="T9" fmla="*/ 4 h 62"/>
                <a:gd name="connsiteX0" fmla="*/ 7656 w 10000"/>
                <a:gd name="connsiteY0" fmla="*/ 64 h 11177"/>
                <a:gd name="connsiteX1" fmla="*/ 0 w 10000"/>
                <a:gd name="connsiteY1" fmla="*/ 3935 h 11177"/>
                <a:gd name="connsiteX2" fmla="*/ 4219 w 10000"/>
                <a:gd name="connsiteY2" fmla="*/ 9258 h 11177"/>
                <a:gd name="connsiteX3" fmla="*/ 4603 w 10000"/>
                <a:gd name="connsiteY3" fmla="*/ 11176 h 11177"/>
                <a:gd name="connsiteX4" fmla="*/ 10000 w 10000"/>
                <a:gd name="connsiteY4" fmla="*/ 9419 h 11177"/>
                <a:gd name="connsiteX5" fmla="*/ 7656 w 10000"/>
                <a:gd name="connsiteY5" fmla="*/ 64 h 11177"/>
                <a:gd name="connsiteX0" fmla="*/ 7656 w 10189"/>
                <a:gd name="connsiteY0" fmla="*/ 64 h 11840"/>
                <a:gd name="connsiteX1" fmla="*/ 0 w 10189"/>
                <a:gd name="connsiteY1" fmla="*/ 3935 h 11840"/>
                <a:gd name="connsiteX2" fmla="*/ 4219 w 10189"/>
                <a:gd name="connsiteY2" fmla="*/ 9258 h 11840"/>
                <a:gd name="connsiteX3" fmla="*/ 4603 w 10189"/>
                <a:gd name="connsiteY3" fmla="*/ 11176 h 11840"/>
                <a:gd name="connsiteX4" fmla="*/ 10189 w 10189"/>
                <a:gd name="connsiteY4" fmla="*/ 11167 h 11840"/>
                <a:gd name="connsiteX5" fmla="*/ 7656 w 10189"/>
                <a:gd name="connsiteY5" fmla="*/ 64 h 11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189" h="11840">
                  <a:moveTo>
                    <a:pt x="7656" y="64"/>
                  </a:moveTo>
                  <a:cubicBezTo>
                    <a:pt x="2500" y="-581"/>
                    <a:pt x="0" y="3935"/>
                    <a:pt x="0" y="3935"/>
                  </a:cubicBezTo>
                  <a:cubicBezTo>
                    <a:pt x="0" y="3935"/>
                    <a:pt x="3421" y="8407"/>
                    <a:pt x="4219" y="9258"/>
                  </a:cubicBezTo>
                  <a:cubicBezTo>
                    <a:pt x="5017" y="10109"/>
                    <a:pt x="3640" y="11149"/>
                    <a:pt x="4603" y="11176"/>
                  </a:cubicBezTo>
                  <a:cubicBezTo>
                    <a:pt x="5566" y="11203"/>
                    <a:pt x="9712" y="12664"/>
                    <a:pt x="10189" y="11167"/>
                  </a:cubicBezTo>
                  <a:cubicBezTo>
                    <a:pt x="9877" y="6490"/>
                    <a:pt x="7656" y="64"/>
                    <a:pt x="7656" y="6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4" name="Freeform 131"/>
            <p:cNvSpPr>
              <a:spLocks/>
            </p:cNvSpPr>
            <p:nvPr/>
          </p:nvSpPr>
          <p:spPr bwMode="auto">
            <a:xfrm>
              <a:off x="3930" y="1249"/>
              <a:ext cx="715" cy="703"/>
            </a:xfrm>
            <a:custGeom>
              <a:avLst/>
              <a:gdLst>
                <a:gd name="T0" fmla="*/ 166 w 235"/>
                <a:gd name="T1" fmla="*/ 7 h 218"/>
                <a:gd name="T2" fmla="*/ 66 w 235"/>
                <a:gd name="T3" fmla="*/ 12 h 218"/>
                <a:gd name="T4" fmla="*/ 31 w 235"/>
                <a:gd name="T5" fmla="*/ 24 h 218"/>
                <a:gd name="T6" fmla="*/ 29 w 235"/>
                <a:gd name="T7" fmla="*/ 25 h 218"/>
                <a:gd name="T8" fmla="*/ 35 w 235"/>
                <a:gd name="T9" fmla="*/ 203 h 218"/>
                <a:gd name="T10" fmla="*/ 69 w 235"/>
                <a:gd name="T11" fmla="*/ 211 h 218"/>
                <a:gd name="T12" fmla="*/ 177 w 235"/>
                <a:gd name="T13" fmla="*/ 121 h 218"/>
                <a:gd name="T14" fmla="*/ 235 w 235"/>
                <a:gd name="T15" fmla="*/ 32 h 218"/>
                <a:gd name="T16" fmla="*/ 166 w 235"/>
                <a:gd name="T17" fmla="*/ 7 h 218"/>
                <a:gd name="connsiteX0" fmla="*/ 9724 w 12660"/>
                <a:gd name="connsiteY0" fmla="*/ 166 h 9561"/>
                <a:gd name="connsiteX1" fmla="*/ 5469 w 12660"/>
                <a:gd name="connsiteY1" fmla="*/ 395 h 9561"/>
                <a:gd name="connsiteX2" fmla="*/ 3979 w 12660"/>
                <a:gd name="connsiteY2" fmla="*/ 946 h 9561"/>
                <a:gd name="connsiteX3" fmla="*/ 195 w 12660"/>
                <a:gd name="connsiteY3" fmla="*/ 1656 h 9561"/>
                <a:gd name="connsiteX4" fmla="*/ 4149 w 12660"/>
                <a:gd name="connsiteY4" fmla="*/ 9157 h 9561"/>
                <a:gd name="connsiteX5" fmla="*/ 5596 w 12660"/>
                <a:gd name="connsiteY5" fmla="*/ 9524 h 9561"/>
                <a:gd name="connsiteX6" fmla="*/ 10192 w 12660"/>
                <a:gd name="connsiteY6" fmla="*/ 5395 h 9561"/>
                <a:gd name="connsiteX7" fmla="*/ 12660 w 12660"/>
                <a:gd name="connsiteY7" fmla="*/ 1313 h 9561"/>
                <a:gd name="connsiteX8" fmla="*/ 9724 w 12660"/>
                <a:gd name="connsiteY8" fmla="*/ 166 h 9561"/>
                <a:gd name="connsiteX0" fmla="*/ 7788 w 10107"/>
                <a:gd name="connsiteY0" fmla="*/ 174 h 10448"/>
                <a:gd name="connsiteX1" fmla="*/ 4427 w 10107"/>
                <a:gd name="connsiteY1" fmla="*/ 413 h 10448"/>
                <a:gd name="connsiteX2" fmla="*/ 3250 w 10107"/>
                <a:gd name="connsiteY2" fmla="*/ 989 h 10448"/>
                <a:gd name="connsiteX3" fmla="*/ 261 w 10107"/>
                <a:gd name="connsiteY3" fmla="*/ 1732 h 10448"/>
                <a:gd name="connsiteX4" fmla="*/ 1476 w 10107"/>
                <a:gd name="connsiteY4" fmla="*/ 10156 h 10448"/>
                <a:gd name="connsiteX5" fmla="*/ 4527 w 10107"/>
                <a:gd name="connsiteY5" fmla="*/ 9961 h 10448"/>
                <a:gd name="connsiteX6" fmla="*/ 8158 w 10107"/>
                <a:gd name="connsiteY6" fmla="*/ 5643 h 10448"/>
                <a:gd name="connsiteX7" fmla="*/ 10107 w 10107"/>
                <a:gd name="connsiteY7" fmla="*/ 1373 h 10448"/>
                <a:gd name="connsiteX8" fmla="*/ 7788 w 10107"/>
                <a:gd name="connsiteY8" fmla="*/ 174 h 10448"/>
                <a:gd name="connsiteX0" fmla="*/ 7788 w 10107"/>
                <a:gd name="connsiteY0" fmla="*/ 174 h 10353"/>
                <a:gd name="connsiteX1" fmla="*/ 4427 w 10107"/>
                <a:gd name="connsiteY1" fmla="*/ 413 h 10353"/>
                <a:gd name="connsiteX2" fmla="*/ 3250 w 10107"/>
                <a:gd name="connsiteY2" fmla="*/ 989 h 10353"/>
                <a:gd name="connsiteX3" fmla="*/ 261 w 10107"/>
                <a:gd name="connsiteY3" fmla="*/ 1732 h 10353"/>
                <a:gd name="connsiteX4" fmla="*/ 1476 w 10107"/>
                <a:gd name="connsiteY4" fmla="*/ 10156 h 10353"/>
                <a:gd name="connsiteX5" fmla="*/ 4527 w 10107"/>
                <a:gd name="connsiteY5" fmla="*/ 9961 h 10353"/>
                <a:gd name="connsiteX6" fmla="*/ 8158 w 10107"/>
                <a:gd name="connsiteY6" fmla="*/ 5643 h 10353"/>
                <a:gd name="connsiteX7" fmla="*/ 10107 w 10107"/>
                <a:gd name="connsiteY7" fmla="*/ 1373 h 10353"/>
                <a:gd name="connsiteX8" fmla="*/ 7788 w 10107"/>
                <a:gd name="connsiteY8" fmla="*/ 174 h 10353"/>
                <a:gd name="connsiteX0" fmla="*/ 7750 w 10069"/>
                <a:gd name="connsiteY0" fmla="*/ 174 h 10633"/>
                <a:gd name="connsiteX1" fmla="*/ 4389 w 10069"/>
                <a:gd name="connsiteY1" fmla="*/ 413 h 10633"/>
                <a:gd name="connsiteX2" fmla="*/ 3212 w 10069"/>
                <a:gd name="connsiteY2" fmla="*/ 989 h 10633"/>
                <a:gd name="connsiteX3" fmla="*/ 223 w 10069"/>
                <a:gd name="connsiteY3" fmla="*/ 1732 h 10633"/>
                <a:gd name="connsiteX4" fmla="*/ 1925 w 10069"/>
                <a:gd name="connsiteY4" fmla="*/ 10620 h 10633"/>
                <a:gd name="connsiteX5" fmla="*/ 4489 w 10069"/>
                <a:gd name="connsiteY5" fmla="*/ 9961 h 10633"/>
                <a:gd name="connsiteX6" fmla="*/ 8120 w 10069"/>
                <a:gd name="connsiteY6" fmla="*/ 5643 h 10633"/>
                <a:gd name="connsiteX7" fmla="*/ 10069 w 10069"/>
                <a:gd name="connsiteY7" fmla="*/ 1373 h 10633"/>
                <a:gd name="connsiteX8" fmla="*/ 7750 w 10069"/>
                <a:gd name="connsiteY8" fmla="*/ 174 h 10633"/>
                <a:gd name="connsiteX0" fmla="*/ 7750 w 10069"/>
                <a:gd name="connsiteY0" fmla="*/ 174 h 10620"/>
                <a:gd name="connsiteX1" fmla="*/ 4389 w 10069"/>
                <a:gd name="connsiteY1" fmla="*/ 413 h 10620"/>
                <a:gd name="connsiteX2" fmla="*/ 3212 w 10069"/>
                <a:gd name="connsiteY2" fmla="*/ 989 h 10620"/>
                <a:gd name="connsiteX3" fmla="*/ 223 w 10069"/>
                <a:gd name="connsiteY3" fmla="*/ 1732 h 10620"/>
                <a:gd name="connsiteX4" fmla="*/ 1925 w 10069"/>
                <a:gd name="connsiteY4" fmla="*/ 10620 h 10620"/>
                <a:gd name="connsiteX5" fmla="*/ 4489 w 10069"/>
                <a:gd name="connsiteY5" fmla="*/ 9961 h 10620"/>
                <a:gd name="connsiteX6" fmla="*/ 8120 w 10069"/>
                <a:gd name="connsiteY6" fmla="*/ 5643 h 10620"/>
                <a:gd name="connsiteX7" fmla="*/ 10069 w 10069"/>
                <a:gd name="connsiteY7" fmla="*/ 1373 h 10620"/>
                <a:gd name="connsiteX8" fmla="*/ 7750 w 10069"/>
                <a:gd name="connsiteY8" fmla="*/ 174 h 10620"/>
                <a:gd name="connsiteX0" fmla="*/ 7750 w 10069"/>
                <a:gd name="connsiteY0" fmla="*/ 174 h 12501"/>
                <a:gd name="connsiteX1" fmla="*/ 4389 w 10069"/>
                <a:gd name="connsiteY1" fmla="*/ 413 h 12501"/>
                <a:gd name="connsiteX2" fmla="*/ 3212 w 10069"/>
                <a:gd name="connsiteY2" fmla="*/ 989 h 12501"/>
                <a:gd name="connsiteX3" fmla="*/ 223 w 10069"/>
                <a:gd name="connsiteY3" fmla="*/ 1732 h 12501"/>
                <a:gd name="connsiteX4" fmla="*/ 1925 w 10069"/>
                <a:gd name="connsiteY4" fmla="*/ 10620 h 12501"/>
                <a:gd name="connsiteX5" fmla="*/ 3105 w 10069"/>
                <a:gd name="connsiteY5" fmla="*/ 12488 h 12501"/>
                <a:gd name="connsiteX6" fmla="*/ 4489 w 10069"/>
                <a:gd name="connsiteY6" fmla="*/ 9961 h 12501"/>
                <a:gd name="connsiteX7" fmla="*/ 8120 w 10069"/>
                <a:gd name="connsiteY7" fmla="*/ 5643 h 12501"/>
                <a:gd name="connsiteX8" fmla="*/ 10069 w 10069"/>
                <a:gd name="connsiteY8" fmla="*/ 1373 h 12501"/>
                <a:gd name="connsiteX9" fmla="*/ 7750 w 10069"/>
                <a:gd name="connsiteY9" fmla="*/ 174 h 12501"/>
                <a:gd name="connsiteX0" fmla="*/ 7750 w 10069"/>
                <a:gd name="connsiteY0" fmla="*/ 174 h 11180"/>
                <a:gd name="connsiteX1" fmla="*/ 4389 w 10069"/>
                <a:gd name="connsiteY1" fmla="*/ 413 h 11180"/>
                <a:gd name="connsiteX2" fmla="*/ 3212 w 10069"/>
                <a:gd name="connsiteY2" fmla="*/ 989 h 11180"/>
                <a:gd name="connsiteX3" fmla="*/ 223 w 10069"/>
                <a:gd name="connsiteY3" fmla="*/ 1732 h 11180"/>
                <a:gd name="connsiteX4" fmla="*/ 1925 w 10069"/>
                <a:gd name="connsiteY4" fmla="*/ 10620 h 11180"/>
                <a:gd name="connsiteX5" fmla="*/ 3470 w 10069"/>
                <a:gd name="connsiteY5" fmla="*/ 10227 h 11180"/>
                <a:gd name="connsiteX6" fmla="*/ 4489 w 10069"/>
                <a:gd name="connsiteY6" fmla="*/ 9961 h 11180"/>
                <a:gd name="connsiteX7" fmla="*/ 8120 w 10069"/>
                <a:gd name="connsiteY7" fmla="*/ 5643 h 11180"/>
                <a:gd name="connsiteX8" fmla="*/ 10069 w 10069"/>
                <a:gd name="connsiteY8" fmla="*/ 1373 h 11180"/>
                <a:gd name="connsiteX9" fmla="*/ 7750 w 10069"/>
                <a:gd name="connsiteY9" fmla="*/ 174 h 11180"/>
                <a:gd name="connsiteX0" fmla="*/ 7750 w 10069"/>
                <a:gd name="connsiteY0" fmla="*/ 174 h 13872"/>
                <a:gd name="connsiteX1" fmla="*/ 4389 w 10069"/>
                <a:gd name="connsiteY1" fmla="*/ 413 h 13872"/>
                <a:gd name="connsiteX2" fmla="*/ 3212 w 10069"/>
                <a:gd name="connsiteY2" fmla="*/ 989 h 13872"/>
                <a:gd name="connsiteX3" fmla="*/ 223 w 10069"/>
                <a:gd name="connsiteY3" fmla="*/ 1732 h 13872"/>
                <a:gd name="connsiteX4" fmla="*/ 1925 w 10069"/>
                <a:gd name="connsiteY4" fmla="*/ 10620 h 13872"/>
                <a:gd name="connsiteX5" fmla="*/ 4160 w 10069"/>
                <a:gd name="connsiteY5" fmla="*/ 13871 h 13872"/>
                <a:gd name="connsiteX6" fmla="*/ 3470 w 10069"/>
                <a:gd name="connsiteY6" fmla="*/ 10227 h 13872"/>
                <a:gd name="connsiteX7" fmla="*/ 4489 w 10069"/>
                <a:gd name="connsiteY7" fmla="*/ 9961 h 13872"/>
                <a:gd name="connsiteX8" fmla="*/ 8120 w 10069"/>
                <a:gd name="connsiteY8" fmla="*/ 5643 h 13872"/>
                <a:gd name="connsiteX9" fmla="*/ 10069 w 10069"/>
                <a:gd name="connsiteY9" fmla="*/ 1373 h 13872"/>
                <a:gd name="connsiteX10" fmla="*/ 7750 w 10069"/>
                <a:gd name="connsiteY10" fmla="*/ 174 h 13872"/>
                <a:gd name="connsiteX0" fmla="*/ 7750 w 10069"/>
                <a:gd name="connsiteY0" fmla="*/ 174 h 13872"/>
                <a:gd name="connsiteX1" fmla="*/ 4389 w 10069"/>
                <a:gd name="connsiteY1" fmla="*/ 413 h 13872"/>
                <a:gd name="connsiteX2" fmla="*/ 3212 w 10069"/>
                <a:gd name="connsiteY2" fmla="*/ 989 h 13872"/>
                <a:gd name="connsiteX3" fmla="*/ 223 w 10069"/>
                <a:gd name="connsiteY3" fmla="*/ 1732 h 13872"/>
                <a:gd name="connsiteX4" fmla="*/ 1925 w 10069"/>
                <a:gd name="connsiteY4" fmla="*/ 10620 h 13872"/>
                <a:gd name="connsiteX5" fmla="*/ 4160 w 10069"/>
                <a:gd name="connsiteY5" fmla="*/ 13871 h 13872"/>
                <a:gd name="connsiteX6" fmla="*/ 3470 w 10069"/>
                <a:gd name="connsiteY6" fmla="*/ 10227 h 13872"/>
                <a:gd name="connsiteX7" fmla="*/ 4489 w 10069"/>
                <a:gd name="connsiteY7" fmla="*/ 9961 h 13872"/>
                <a:gd name="connsiteX8" fmla="*/ 8120 w 10069"/>
                <a:gd name="connsiteY8" fmla="*/ 5643 h 13872"/>
                <a:gd name="connsiteX9" fmla="*/ 10069 w 10069"/>
                <a:gd name="connsiteY9" fmla="*/ 1373 h 13872"/>
                <a:gd name="connsiteX10" fmla="*/ 7750 w 10069"/>
                <a:gd name="connsiteY10" fmla="*/ 174 h 13872"/>
                <a:gd name="connsiteX0" fmla="*/ 7750 w 10069"/>
                <a:gd name="connsiteY0" fmla="*/ 174 h 13960"/>
                <a:gd name="connsiteX1" fmla="*/ 4389 w 10069"/>
                <a:gd name="connsiteY1" fmla="*/ 413 h 13960"/>
                <a:gd name="connsiteX2" fmla="*/ 3212 w 10069"/>
                <a:gd name="connsiteY2" fmla="*/ 989 h 13960"/>
                <a:gd name="connsiteX3" fmla="*/ 223 w 10069"/>
                <a:gd name="connsiteY3" fmla="*/ 1732 h 13960"/>
                <a:gd name="connsiteX4" fmla="*/ 1925 w 10069"/>
                <a:gd name="connsiteY4" fmla="*/ 10620 h 13960"/>
                <a:gd name="connsiteX5" fmla="*/ 4160 w 10069"/>
                <a:gd name="connsiteY5" fmla="*/ 13871 h 13960"/>
                <a:gd name="connsiteX6" fmla="*/ 4444 w 10069"/>
                <a:gd name="connsiteY6" fmla="*/ 12947 h 13960"/>
                <a:gd name="connsiteX7" fmla="*/ 3470 w 10069"/>
                <a:gd name="connsiteY7" fmla="*/ 10227 h 13960"/>
                <a:gd name="connsiteX8" fmla="*/ 4489 w 10069"/>
                <a:gd name="connsiteY8" fmla="*/ 9961 h 13960"/>
                <a:gd name="connsiteX9" fmla="*/ 8120 w 10069"/>
                <a:gd name="connsiteY9" fmla="*/ 5643 h 13960"/>
                <a:gd name="connsiteX10" fmla="*/ 10069 w 10069"/>
                <a:gd name="connsiteY10" fmla="*/ 1373 h 13960"/>
                <a:gd name="connsiteX11" fmla="*/ 7750 w 10069"/>
                <a:gd name="connsiteY11" fmla="*/ 174 h 13960"/>
                <a:gd name="connsiteX0" fmla="*/ 7750 w 10069"/>
                <a:gd name="connsiteY0" fmla="*/ 174 h 14339"/>
                <a:gd name="connsiteX1" fmla="*/ 4389 w 10069"/>
                <a:gd name="connsiteY1" fmla="*/ 413 h 14339"/>
                <a:gd name="connsiteX2" fmla="*/ 3212 w 10069"/>
                <a:gd name="connsiteY2" fmla="*/ 989 h 14339"/>
                <a:gd name="connsiteX3" fmla="*/ 223 w 10069"/>
                <a:gd name="connsiteY3" fmla="*/ 1732 h 14339"/>
                <a:gd name="connsiteX4" fmla="*/ 1925 w 10069"/>
                <a:gd name="connsiteY4" fmla="*/ 10620 h 14339"/>
                <a:gd name="connsiteX5" fmla="*/ 3998 w 10069"/>
                <a:gd name="connsiteY5" fmla="*/ 14277 h 14339"/>
                <a:gd name="connsiteX6" fmla="*/ 4444 w 10069"/>
                <a:gd name="connsiteY6" fmla="*/ 12947 h 14339"/>
                <a:gd name="connsiteX7" fmla="*/ 3470 w 10069"/>
                <a:gd name="connsiteY7" fmla="*/ 10227 h 14339"/>
                <a:gd name="connsiteX8" fmla="*/ 4489 w 10069"/>
                <a:gd name="connsiteY8" fmla="*/ 9961 h 14339"/>
                <a:gd name="connsiteX9" fmla="*/ 8120 w 10069"/>
                <a:gd name="connsiteY9" fmla="*/ 5643 h 14339"/>
                <a:gd name="connsiteX10" fmla="*/ 10069 w 10069"/>
                <a:gd name="connsiteY10" fmla="*/ 1373 h 14339"/>
                <a:gd name="connsiteX11" fmla="*/ 7750 w 10069"/>
                <a:gd name="connsiteY11" fmla="*/ 174 h 14339"/>
                <a:gd name="connsiteX0" fmla="*/ 7750 w 10069"/>
                <a:gd name="connsiteY0" fmla="*/ 174 h 14455"/>
                <a:gd name="connsiteX1" fmla="*/ 4389 w 10069"/>
                <a:gd name="connsiteY1" fmla="*/ 413 h 14455"/>
                <a:gd name="connsiteX2" fmla="*/ 3212 w 10069"/>
                <a:gd name="connsiteY2" fmla="*/ 989 h 14455"/>
                <a:gd name="connsiteX3" fmla="*/ 223 w 10069"/>
                <a:gd name="connsiteY3" fmla="*/ 1732 h 14455"/>
                <a:gd name="connsiteX4" fmla="*/ 1925 w 10069"/>
                <a:gd name="connsiteY4" fmla="*/ 10620 h 14455"/>
                <a:gd name="connsiteX5" fmla="*/ 3998 w 10069"/>
                <a:gd name="connsiteY5" fmla="*/ 14277 h 14455"/>
                <a:gd name="connsiteX6" fmla="*/ 4403 w 10069"/>
                <a:gd name="connsiteY6" fmla="*/ 13875 h 14455"/>
                <a:gd name="connsiteX7" fmla="*/ 3470 w 10069"/>
                <a:gd name="connsiteY7" fmla="*/ 10227 h 14455"/>
                <a:gd name="connsiteX8" fmla="*/ 4489 w 10069"/>
                <a:gd name="connsiteY8" fmla="*/ 9961 h 14455"/>
                <a:gd name="connsiteX9" fmla="*/ 8120 w 10069"/>
                <a:gd name="connsiteY9" fmla="*/ 5643 h 14455"/>
                <a:gd name="connsiteX10" fmla="*/ 10069 w 10069"/>
                <a:gd name="connsiteY10" fmla="*/ 1373 h 14455"/>
                <a:gd name="connsiteX11" fmla="*/ 7750 w 10069"/>
                <a:gd name="connsiteY11" fmla="*/ 174 h 14455"/>
                <a:gd name="connsiteX0" fmla="*/ 7750 w 10069"/>
                <a:gd name="connsiteY0" fmla="*/ 174 h 14210"/>
                <a:gd name="connsiteX1" fmla="*/ 4389 w 10069"/>
                <a:gd name="connsiteY1" fmla="*/ 413 h 14210"/>
                <a:gd name="connsiteX2" fmla="*/ 3212 w 10069"/>
                <a:gd name="connsiteY2" fmla="*/ 989 h 14210"/>
                <a:gd name="connsiteX3" fmla="*/ 223 w 10069"/>
                <a:gd name="connsiteY3" fmla="*/ 1732 h 14210"/>
                <a:gd name="connsiteX4" fmla="*/ 1925 w 10069"/>
                <a:gd name="connsiteY4" fmla="*/ 10620 h 14210"/>
                <a:gd name="connsiteX5" fmla="*/ 3754 w 10069"/>
                <a:gd name="connsiteY5" fmla="*/ 13813 h 14210"/>
                <a:gd name="connsiteX6" fmla="*/ 4403 w 10069"/>
                <a:gd name="connsiteY6" fmla="*/ 13875 h 14210"/>
                <a:gd name="connsiteX7" fmla="*/ 3470 w 10069"/>
                <a:gd name="connsiteY7" fmla="*/ 10227 h 14210"/>
                <a:gd name="connsiteX8" fmla="*/ 4489 w 10069"/>
                <a:gd name="connsiteY8" fmla="*/ 9961 h 14210"/>
                <a:gd name="connsiteX9" fmla="*/ 8120 w 10069"/>
                <a:gd name="connsiteY9" fmla="*/ 5643 h 14210"/>
                <a:gd name="connsiteX10" fmla="*/ 10069 w 10069"/>
                <a:gd name="connsiteY10" fmla="*/ 1373 h 14210"/>
                <a:gd name="connsiteX11" fmla="*/ 7750 w 10069"/>
                <a:gd name="connsiteY11" fmla="*/ 174 h 14210"/>
                <a:gd name="connsiteX0" fmla="*/ 7723 w 10042"/>
                <a:gd name="connsiteY0" fmla="*/ 174 h 14210"/>
                <a:gd name="connsiteX1" fmla="*/ 4362 w 10042"/>
                <a:gd name="connsiteY1" fmla="*/ 413 h 14210"/>
                <a:gd name="connsiteX2" fmla="*/ 3185 w 10042"/>
                <a:gd name="connsiteY2" fmla="*/ 989 h 14210"/>
                <a:gd name="connsiteX3" fmla="*/ 196 w 10042"/>
                <a:gd name="connsiteY3" fmla="*/ 1732 h 14210"/>
                <a:gd name="connsiteX4" fmla="*/ 2345 w 10042"/>
                <a:gd name="connsiteY4" fmla="*/ 10446 h 14210"/>
                <a:gd name="connsiteX5" fmla="*/ 3727 w 10042"/>
                <a:gd name="connsiteY5" fmla="*/ 13813 h 14210"/>
                <a:gd name="connsiteX6" fmla="*/ 4376 w 10042"/>
                <a:gd name="connsiteY6" fmla="*/ 13875 h 14210"/>
                <a:gd name="connsiteX7" fmla="*/ 3443 w 10042"/>
                <a:gd name="connsiteY7" fmla="*/ 10227 h 14210"/>
                <a:gd name="connsiteX8" fmla="*/ 4462 w 10042"/>
                <a:gd name="connsiteY8" fmla="*/ 9961 h 14210"/>
                <a:gd name="connsiteX9" fmla="*/ 8093 w 10042"/>
                <a:gd name="connsiteY9" fmla="*/ 5643 h 14210"/>
                <a:gd name="connsiteX10" fmla="*/ 10042 w 10042"/>
                <a:gd name="connsiteY10" fmla="*/ 1373 h 14210"/>
                <a:gd name="connsiteX11" fmla="*/ 7723 w 10042"/>
                <a:gd name="connsiteY11" fmla="*/ 174 h 14210"/>
                <a:gd name="connsiteX0" fmla="*/ 7800 w 10119"/>
                <a:gd name="connsiteY0" fmla="*/ 174 h 14210"/>
                <a:gd name="connsiteX1" fmla="*/ 4439 w 10119"/>
                <a:gd name="connsiteY1" fmla="*/ 413 h 14210"/>
                <a:gd name="connsiteX2" fmla="*/ 3262 w 10119"/>
                <a:gd name="connsiteY2" fmla="*/ 989 h 14210"/>
                <a:gd name="connsiteX3" fmla="*/ 273 w 10119"/>
                <a:gd name="connsiteY3" fmla="*/ 1732 h 14210"/>
                <a:gd name="connsiteX4" fmla="*/ 2422 w 10119"/>
                <a:gd name="connsiteY4" fmla="*/ 10446 h 14210"/>
                <a:gd name="connsiteX5" fmla="*/ 3804 w 10119"/>
                <a:gd name="connsiteY5" fmla="*/ 13813 h 14210"/>
                <a:gd name="connsiteX6" fmla="*/ 4453 w 10119"/>
                <a:gd name="connsiteY6" fmla="*/ 13875 h 14210"/>
                <a:gd name="connsiteX7" fmla="*/ 3520 w 10119"/>
                <a:gd name="connsiteY7" fmla="*/ 10227 h 14210"/>
                <a:gd name="connsiteX8" fmla="*/ 4539 w 10119"/>
                <a:gd name="connsiteY8" fmla="*/ 9961 h 14210"/>
                <a:gd name="connsiteX9" fmla="*/ 8170 w 10119"/>
                <a:gd name="connsiteY9" fmla="*/ 5643 h 14210"/>
                <a:gd name="connsiteX10" fmla="*/ 10119 w 10119"/>
                <a:gd name="connsiteY10" fmla="*/ 1373 h 14210"/>
                <a:gd name="connsiteX11" fmla="*/ 7800 w 10119"/>
                <a:gd name="connsiteY11" fmla="*/ 174 h 14210"/>
                <a:gd name="connsiteX0" fmla="*/ 7808 w 10127"/>
                <a:gd name="connsiteY0" fmla="*/ 174 h 14210"/>
                <a:gd name="connsiteX1" fmla="*/ 4447 w 10127"/>
                <a:gd name="connsiteY1" fmla="*/ 413 h 14210"/>
                <a:gd name="connsiteX2" fmla="*/ 3270 w 10127"/>
                <a:gd name="connsiteY2" fmla="*/ 989 h 14210"/>
                <a:gd name="connsiteX3" fmla="*/ 281 w 10127"/>
                <a:gd name="connsiteY3" fmla="*/ 1732 h 14210"/>
                <a:gd name="connsiteX4" fmla="*/ 2349 w 10127"/>
                <a:gd name="connsiteY4" fmla="*/ 10562 h 14210"/>
                <a:gd name="connsiteX5" fmla="*/ 3812 w 10127"/>
                <a:gd name="connsiteY5" fmla="*/ 13813 h 14210"/>
                <a:gd name="connsiteX6" fmla="*/ 4461 w 10127"/>
                <a:gd name="connsiteY6" fmla="*/ 13875 h 14210"/>
                <a:gd name="connsiteX7" fmla="*/ 3528 w 10127"/>
                <a:gd name="connsiteY7" fmla="*/ 10227 h 14210"/>
                <a:gd name="connsiteX8" fmla="*/ 4547 w 10127"/>
                <a:gd name="connsiteY8" fmla="*/ 9961 h 14210"/>
                <a:gd name="connsiteX9" fmla="*/ 8178 w 10127"/>
                <a:gd name="connsiteY9" fmla="*/ 5643 h 14210"/>
                <a:gd name="connsiteX10" fmla="*/ 10127 w 10127"/>
                <a:gd name="connsiteY10" fmla="*/ 1373 h 14210"/>
                <a:gd name="connsiteX11" fmla="*/ 7808 w 10127"/>
                <a:gd name="connsiteY11" fmla="*/ 174 h 14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127" h="14210">
                  <a:moveTo>
                    <a:pt x="7808" y="174"/>
                  </a:moveTo>
                  <a:cubicBezTo>
                    <a:pt x="6799" y="-162"/>
                    <a:pt x="5522" y="29"/>
                    <a:pt x="4447" y="413"/>
                  </a:cubicBezTo>
                  <a:cubicBezTo>
                    <a:pt x="4009" y="557"/>
                    <a:pt x="3964" y="770"/>
                    <a:pt x="3270" y="989"/>
                  </a:cubicBezTo>
                  <a:cubicBezTo>
                    <a:pt x="2576" y="1209"/>
                    <a:pt x="315" y="1732"/>
                    <a:pt x="281" y="1732"/>
                  </a:cubicBezTo>
                  <a:cubicBezTo>
                    <a:pt x="-694" y="3219"/>
                    <a:pt x="1078" y="11666"/>
                    <a:pt x="2349" y="10562"/>
                  </a:cubicBezTo>
                  <a:cubicBezTo>
                    <a:pt x="2802" y="12064"/>
                    <a:pt x="3555" y="13879"/>
                    <a:pt x="3812" y="13813"/>
                  </a:cubicBezTo>
                  <a:cubicBezTo>
                    <a:pt x="4137" y="14143"/>
                    <a:pt x="4576" y="14482"/>
                    <a:pt x="4461" y="13875"/>
                  </a:cubicBezTo>
                  <a:cubicBezTo>
                    <a:pt x="4346" y="13268"/>
                    <a:pt x="3426" y="10667"/>
                    <a:pt x="3528" y="10227"/>
                  </a:cubicBezTo>
                  <a:cubicBezTo>
                    <a:pt x="3630" y="9787"/>
                    <a:pt x="3772" y="10725"/>
                    <a:pt x="4547" y="9961"/>
                  </a:cubicBezTo>
                  <a:cubicBezTo>
                    <a:pt x="5322" y="9197"/>
                    <a:pt x="6699" y="8474"/>
                    <a:pt x="8178" y="5643"/>
                  </a:cubicBezTo>
                  <a:cubicBezTo>
                    <a:pt x="9656" y="2764"/>
                    <a:pt x="10060" y="2909"/>
                    <a:pt x="10127" y="1373"/>
                  </a:cubicBezTo>
                  <a:cubicBezTo>
                    <a:pt x="10127" y="702"/>
                    <a:pt x="9824" y="893"/>
                    <a:pt x="7808" y="17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5" name="Freeform 132"/>
            <p:cNvSpPr>
              <a:spLocks/>
            </p:cNvSpPr>
            <p:nvPr/>
          </p:nvSpPr>
          <p:spPr bwMode="auto">
            <a:xfrm>
              <a:off x="3448" y="1323"/>
              <a:ext cx="649" cy="796"/>
            </a:xfrm>
            <a:custGeom>
              <a:avLst/>
              <a:gdLst>
                <a:gd name="T0" fmla="*/ 256 w 307"/>
                <a:gd name="T1" fmla="*/ 4 h 348"/>
                <a:gd name="T2" fmla="*/ 246 w 307"/>
                <a:gd name="T3" fmla="*/ 2 h 348"/>
                <a:gd name="T4" fmla="*/ 246 w 307"/>
                <a:gd name="T5" fmla="*/ 2 h 348"/>
                <a:gd name="T6" fmla="*/ 242 w 307"/>
                <a:gd name="T7" fmla="*/ 2 h 348"/>
                <a:gd name="T8" fmla="*/ 205 w 307"/>
                <a:gd name="T9" fmla="*/ 1 h 348"/>
                <a:gd name="T10" fmla="*/ 61 w 307"/>
                <a:gd name="T11" fmla="*/ 66 h 348"/>
                <a:gd name="T12" fmla="*/ 74 w 307"/>
                <a:gd name="T13" fmla="*/ 304 h 348"/>
                <a:gd name="T14" fmla="*/ 139 w 307"/>
                <a:gd name="T15" fmla="*/ 304 h 348"/>
                <a:gd name="T16" fmla="*/ 146 w 307"/>
                <a:gd name="T17" fmla="*/ 289 h 348"/>
                <a:gd name="T18" fmla="*/ 217 w 307"/>
                <a:gd name="T19" fmla="*/ 253 h 348"/>
                <a:gd name="T20" fmla="*/ 224 w 307"/>
                <a:gd name="T21" fmla="*/ 250 h 348"/>
                <a:gd name="T22" fmla="*/ 307 w 307"/>
                <a:gd name="T23" fmla="*/ 178 h 348"/>
                <a:gd name="T24" fmla="*/ 294 w 307"/>
                <a:gd name="T25" fmla="*/ 62 h 348"/>
                <a:gd name="T26" fmla="*/ 256 w 307"/>
                <a:gd name="T27" fmla="*/ 4 h 348"/>
                <a:gd name="connsiteX0" fmla="*/ 7235 w 8896"/>
                <a:gd name="connsiteY0" fmla="*/ 99 h 9625"/>
                <a:gd name="connsiteX1" fmla="*/ 6909 w 8896"/>
                <a:gd name="connsiteY1" fmla="*/ 41 h 9625"/>
                <a:gd name="connsiteX2" fmla="*/ 6909 w 8896"/>
                <a:gd name="connsiteY2" fmla="*/ 41 h 9625"/>
                <a:gd name="connsiteX3" fmla="*/ 6779 w 8896"/>
                <a:gd name="connsiteY3" fmla="*/ 41 h 9625"/>
                <a:gd name="connsiteX4" fmla="*/ 5574 w 8896"/>
                <a:gd name="connsiteY4" fmla="*/ 13 h 9625"/>
                <a:gd name="connsiteX5" fmla="*/ 883 w 8896"/>
                <a:gd name="connsiteY5" fmla="*/ 1881 h 9625"/>
                <a:gd name="connsiteX6" fmla="*/ 1306 w 8896"/>
                <a:gd name="connsiteY6" fmla="*/ 8720 h 9625"/>
                <a:gd name="connsiteX7" fmla="*/ 3424 w 8896"/>
                <a:gd name="connsiteY7" fmla="*/ 8720 h 9625"/>
                <a:gd name="connsiteX8" fmla="*/ 3652 w 8896"/>
                <a:gd name="connsiteY8" fmla="*/ 8289 h 9625"/>
                <a:gd name="connsiteX9" fmla="*/ 6003 w 8896"/>
                <a:gd name="connsiteY9" fmla="*/ 8571 h 9625"/>
                <a:gd name="connsiteX10" fmla="*/ 6192 w 8896"/>
                <a:gd name="connsiteY10" fmla="*/ 7168 h 9625"/>
                <a:gd name="connsiteX11" fmla="*/ 8896 w 8896"/>
                <a:gd name="connsiteY11" fmla="*/ 5099 h 9625"/>
                <a:gd name="connsiteX12" fmla="*/ 8473 w 8896"/>
                <a:gd name="connsiteY12" fmla="*/ 1766 h 9625"/>
                <a:gd name="connsiteX13" fmla="*/ 7235 w 8896"/>
                <a:gd name="connsiteY13" fmla="*/ 99 h 9625"/>
                <a:gd name="connsiteX0" fmla="*/ 8132 w 9999"/>
                <a:gd name="connsiteY0" fmla="*/ 102 h 9999"/>
                <a:gd name="connsiteX1" fmla="*/ 7765 w 9999"/>
                <a:gd name="connsiteY1" fmla="*/ 42 h 9999"/>
                <a:gd name="connsiteX2" fmla="*/ 7765 w 9999"/>
                <a:gd name="connsiteY2" fmla="*/ 42 h 9999"/>
                <a:gd name="connsiteX3" fmla="*/ 7619 w 9999"/>
                <a:gd name="connsiteY3" fmla="*/ 42 h 9999"/>
                <a:gd name="connsiteX4" fmla="*/ 6265 w 9999"/>
                <a:gd name="connsiteY4" fmla="*/ 13 h 9999"/>
                <a:gd name="connsiteX5" fmla="*/ 992 w 9999"/>
                <a:gd name="connsiteY5" fmla="*/ 1953 h 9999"/>
                <a:gd name="connsiteX6" fmla="*/ 1467 w 9999"/>
                <a:gd name="connsiteY6" fmla="*/ 9059 h 9999"/>
                <a:gd name="connsiteX7" fmla="*/ 3848 w 9999"/>
                <a:gd name="connsiteY7" fmla="*/ 9059 h 9999"/>
                <a:gd name="connsiteX8" fmla="*/ 4104 w 9999"/>
                <a:gd name="connsiteY8" fmla="*/ 8611 h 9999"/>
                <a:gd name="connsiteX9" fmla="*/ 7189 w 9999"/>
                <a:gd name="connsiteY9" fmla="*/ 8544 h 9999"/>
                <a:gd name="connsiteX10" fmla="*/ 6959 w 9999"/>
                <a:gd name="connsiteY10" fmla="*/ 7446 h 9999"/>
                <a:gd name="connsiteX11" fmla="*/ 9999 w 9999"/>
                <a:gd name="connsiteY11" fmla="*/ 5297 h 9999"/>
                <a:gd name="connsiteX12" fmla="*/ 9524 w 9999"/>
                <a:gd name="connsiteY12" fmla="*/ 1834 h 9999"/>
                <a:gd name="connsiteX13" fmla="*/ 8132 w 9999"/>
                <a:gd name="connsiteY13" fmla="*/ 102 h 9999"/>
                <a:gd name="connsiteX0" fmla="*/ 8133 w 10000"/>
                <a:gd name="connsiteY0" fmla="*/ 102 h 10000"/>
                <a:gd name="connsiteX1" fmla="*/ 7766 w 10000"/>
                <a:gd name="connsiteY1" fmla="*/ 42 h 10000"/>
                <a:gd name="connsiteX2" fmla="*/ 7766 w 10000"/>
                <a:gd name="connsiteY2" fmla="*/ 42 h 10000"/>
                <a:gd name="connsiteX3" fmla="*/ 7620 w 10000"/>
                <a:gd name="connsiteY3" fmla="*/ 42 h 10000"/>
                <a:gd name="connsiteX4" fmla="*/ 6266 w 10000"/>
                <a:gd name="connsiteY4" fmla="*/ 13 h 10000"/>
                <a:gd name="connsiteX5" fmla="*/ 992 w 10000"/>
                <a:gd name="connsiteY5" fmla="*/ 1953 h 10000"/>
                <a:gd name="connsiteX6" fmla="*/ 1467 w 10000"/>
                <a:gd name="connsiteY6" fmla="*/ 9060 h 10000"/>
                <a:gd name="connsiteX7" fmla="*/ 3848 w 10000"/>
                <a:gd name="connsiteY7" fmla="*/ 9060 h 10000"/>
                <a:gd name="connsiteX8" fmla="*/ 4104 w 10000"/>
                <a:gd name="connsiteY8" fmla="*/ 8612 h 10000"/>
                <a:gd name="connsiteX9" fmla="*/ 7190 w 10000"/>
                <a:gd name="connsiteY9" fmla="*/ 8545 h 10000"/>
                <a:gd name="connsiteX10" fmla="*/ 6960 w 10000"/>
                <a:gd name="connsiteY10" fmla="*/ 7447 h 10000"/>
                <a:gd name="connsiteX11" fmla="*/ 10000 w 10000"/>
                <a:gd name="connsiteY11" fmla="*/ 5298 h 10000"/>
                <a:gd name="connsiteX12" fmla="*/ 9525 w 10000"/>
                <a:gd name="connsiteY12" fmla="*/ 1834 h 10000"/>
                <a:gd name="connsiteX13" fmla="*/ 8133 w 10000"/>
                <a:gd name="connsiteY13" fmla="*/ 102 h 10000"/>
                <a:gd name="connsiteX0" fmla="*/ 8133 w 10000"/>
                <a:gd name="connsiteY0" fmla="*/ 102 h 10000"/>
                <a:gd name="connsiteX1" fmla="*/ 7766 w 10000"/>
                <a:gd name="connsiteY1" fmla="*/ 42 h 10000"/>
                <a:gd name="connsiteX2" fmla="*/ 7766 w 10000"/>
                <a:gd name="connsiteY2" fmla="*/ 42 h 10000"/>
                <a:gd name="connsiteX3" fmla="*/ 7620 w 10000"/>
                <a:gd name="connsiteY3" fmla="*/ 42 h 10000"/>
                <a:gd name="connsiteX4" fmla="*/ 6266 w 10000"/>
                <a:gd name="connsiteY4" fmla="*/ 13 h 10000"/>
                <a:gd name="connsiteX5" fmla="*/ 992 w 10000"/>
                <a:gd name="connsiteY5" fmla="*/ 1953 h 10000"/>
                <a:gd name="connsiteX6" fmla="*/ 1467 w 10000"/>
                <a:gd name="connsiteY6" fmla="*/ 9060 h 10000"/>
                <a:gd name="connsiteX7" fmla="*/ 3848 w 10000"/>
                <a:gd name="connsiteY7" fmla="*/ 9060 h 10000"/>
                <a:gd name="connsiteX8" fmla="*/ 4104 w 10000"/>
                <a:gd name="connsiteY8" fmla="*/ 8612 h 10000"/>
                <a:gd name="connsiteX9" fmla="*/ 7190 w 10000"/>
                <a:gd name="connsiteY9" fmla="*/ 8545 h 10000"/>
                <a:gd name="connsiteX10" fmla="*/ 6960 w 10000"/>
                <a:gd name="connsiteY10" fmla="*/ 7447 h 10000"/>
                <a:gd name="connsiteX11" fmla="*/ 10000 w 10000"/>
                <a:gd name="connsiteY11" fmla="*/ 5298 h 10000"/>
                <a:gd name="connsiteX12" fmla="*/ 9525 w 10000"/>
                <a:gd name="connsiteY12" fmla="*/ 1834 h 10000"/>
                <a:gd name="connsiteX13" fmla="*/ 8133 w 10000"/>
                <a:gd name="connsiteY13" fmla="*/ 102 h 10000"/>
                <a:gd name="connsiteX0" fmla="*/ 8133 w 10000"/>
                <a:gd name="connsiteY0" fmla="*/ 102 h 10000"/>
                <a:gd name="connsiteX1" fmla="*/ 7766 w 10000"/>
                <a:gd name="connsiteY1" fmla="*/ 42 h 10000"/>
                <a:gd name="connsiteX2" fmla="*/ 7766 w 10000"/>
                <a:gd name="connsiteY2" fmla="*/ 42 h 10000"/>
                <a:gd name="connsiteX3" fmla="*/ 7620 w 10000"/>
                <a:gd name="connsiteY3" fmla="*/ 42 h 10000"/>
                <a:gd name="connsiteX4" fmla="*/ 6266 w 10000"/>
                <a:gd name="connsiteY4" fmla="*/ 13 h 10000"/>
                <a:gd name="connsiteX5" fmla="*/ 992 w 10000"/>
                <a:gd name="connsiteY5" fmla="*/ 1953 h 10000"/>
                <a:gd name="connsiteX6" fmla="*/ 1467 w 10000"/>
                <a:gd name="connsiteY6" fmla="*/ 9060 h 10000"/>
                <a:gd name="connsiteX7" fmla="*/ 3848 w 10000"/>
                <a:gd name="connsiteY7" fmla="*/ 9060 h 10000"/>
                <a:gd name="connsiteX8" fmla="*/ 4104 w 10000"/>
                <a:gd name="connsiteY8" fmla="*/ 8612 h 10000"/>
                <a:gd name="connsiteX9" fmla="*/ 7190 w 10000"/>
                <a:gd name="connsiteY9" fmla="*/ 8545 h 10000"/>
                <a:gd name="connsiteX10" fmla="*/ 6960 w 10000"/>
                <a:gd name="connsiteY10" fmla="*/ 7447 h 10000"/>
                <a:gd name="connsiteX11" fmla="*/ 10000 w 10000"/>
                <a:gd name="connsiteY11" fmla="*/ 5298 h 10000"/>
                <a:gd name="connsiteX12" fmla="*/ 9525 w 10000"/>
                <a:gd name="connsiteY12" fmla="*/ 1834 h 10000"/>
                <a:gd name="connsiteX13" fmla="*/ 8133 w 10000"/>
                <a:gd name="connsiteY13" fmla="*/ 102 h 10000"/>
                <a:gd name="connsiteX0" fmla="*/ 8133 w 10000"/>
                <a:gd name="connsiteY0" fmla="*/ 102 h 10000"/>
                <a:gd name="connsiteX1" fmla="*/ 7766 w 10000"/>
                <a:gd name="connsiteY1" fmla="*/ 42 h 10000"/>
                <a:gd name="connsiteX2" fmla="*/ 7766 w 10000"/>
                <a:gd name="connsiteY2" fmla="*/ 42 h 10000"/>
                <a:gd name="connsiteX3" fmla="*/ 7620 w 10000"/>
                <a:gd name="connsiteY3" fmla="*/ 42 h 10000"/>
                <a:gd name="connsiteX4" fmla="*/ 6266 w 10000"/>
                <a:gd name="connsiteY4" fmla="*/ 13 h 10000"/>
                <a:gd name="connsiteX5" fmla="*/ 992 w 10000"/>
                <a:gd name="connsiteY5" fmla="*/ 1953 h 10000"/>
                <a:gd name="connsiteX6" fmla="*/ 1467 w 10000"/>
                <a:gd name="connsiteY6" fmla="*/ 9060 h 10000"/>
                <a:gd name="connsiteX7" fmla="*/ 3848 w 10000"/>
                <a:gd name="connsiteY7" fmla="*/ 9060 h 10000"/>
                <a:gd name="connsiteX8" fmla="*/ 4104 w 10000"/>
                <a:gd name="connsiteY8" fmla="*/ 8612 h 10000"/>
                <a:gd name="connsiteX9" fmla="*/ 7190 w 10000"/>
                <a:gd name="connsiteY9" fmla="*/ 8545 h 10000"/>
                <a:gd name="connsiteX10" fmla="*/ 7446 w 10000"/>
                <a:gd name="connsiteY10" fmla="*/ 7267 h 10000"/>
                <a:gd name="connsiteX11" fmla="*/ 10000 w 10000"/>
                <a:gd name="connsiteY11" fmla="*/ 5298 h 10000"/>
                <a:gd name="connsiteX12" fmla="*/ 9525 w 10000"/>
                <a:gd name="connsiteY12" fmla="*/ 1834 h 10000"/>
                <a:gd name="connsiteX13" fmla="*/ 8133 w 10000"/>
                <a:gd name="connsiteY13" fmla="*/ 102 h 10000"/>
                <a:gd name="connsiteX0" fmla="*/ 8133 w 10000"/>
                <a:gd name="connsiteY0" fmla="*/ 102 h 10000"/>
                <a:gd name="connsiteX1" fmla="*/ 7766 w 10000"/>
                <a:gd name="connsiteY1" fmla="*/ 42 h 10000"/>
                <a:gd name="connsiteX2" fmla="*/ 7766 w 10000"/>
                <a:gd name="connsiteY2" fmla="*/ 42 h 10000"/>
                <a:gd name="connsiteX3" fmla="*/ 7620 w 10000"/>
                <a:gd name="connsiteY3" fmla="*/ 42 h 10000"/>
                <a:gd name="connsiteX4" fmla="*/ 6266 w 10000"/>
                <a:gd name="connsiteY4" fmla="*/ 13 h 10000"/>
                <a:gd name="connsiteX5" fmla="*/ 992 w 10000"/>
                <a:gd name="connsiteY5" fmla="*/ 1953 h 10000"/>
                <a:gd name="connsiteX6" fmla="*/ 1467 w 10000"/>
                <a:gd name="connsiteY6" fmla="*/ 9060 h 10000"/>
                <a:gd name="connsiteX7" fmla="*/ 3848 w 10000"/>
                <a:gd name="connsiteY7" fmla="*/ 9060 h 10000"/>
                <a:gd name="connsiteX8" fmla="*/ 4104 w 10000"/>
                <a:gd name="connsiteY8" fmla="*/ 8612 h 10000"/>
                <a:gd name="connsiteX9" fmla="*/ 7013 w 10000"/>
                <a:gd name="connsiteY9" fmla="*/ 8617 h 10000"/>
                <a:gd name="connsiteX10" fmla="*/ 7446 w 10000"/>
                <a:gd name="connsiteY10" fmla="*/ 7267 h 10000"/>
                <a:gd name="connsiteX11" fmla="*/ 10000 w 10000"/>
                <a:gd name="connsiteY11" fmla="*/ 5298 h 10000"/>
                <a:gd name="connsiteX12" fmla="*/ 9525 w 10000"/>
                <a:gd name="connsiteY12" fmla="*/ 1834 h 10000"/>
                <a:gd name="connsiteX13" fmla="*/ 8133 w 10000"/>
                <a:gd name="connsiteY13" fmla="*/ 102 h 10000"/>
                <a:gd name="connsiteX0" fmla="*/ 8133 w 10000"/>
                <a:gd name="connsiteY0" fmla="*/ 102 h 10000"/>
                <a:gd name="connsiteX1" fmla="*/ 7766 w 10000"/>
                <a:gd name="connsiteY1" fmla="*/ 42 h 10000"/>
                <a:gd name="connsiteX2" fmla="*/ 7766 w 10000"/>
                <a:gd name="connsiteY2" fmla="*/ 42 h 10000"/>
                <a:gd name="connsiteX3" fmla="*/ 7620 w 10000"/>
                <a:gd name="connsiteY3" fmla="*/ 42 h 10000"/>
                <a:gd name="connsiteX4" fmla="*/ 6266 w 10000"/>
                <a:gd name="connsiteY4" fmla="*/ 13 h 10000"/>
                <a:gd name="connsiteX5" fmla="*/ 992 w 10000"/>
                <a:gd name="connsiteY5" fmla="*/ 1953 h 10000"/>
                <a:gd name="connsiteX6" fmla="*/ 1467 w 10000"/>
                <a:gd name="connsiteY6" fmla="*/ 9060 h 10000"/>
                <a:gd name="connsiteX7" fmla="*/ 3848 w 10000"/>
                <a:gd name="connsiteY7" fmla="*/ 9060 h 10000"/>
                <a:gd name="connsiteX8" fmla="*/ 5517 w 10000"/>
                <a:gd name="connsiteY8" fmla="*/ 9044 h 10000"/>
                <a:gd name="connsiteX9" fmla="*/ 7013 w 10000"/>
                <a:gd name="connsiteY9" fmla="*/ 8617 h 10000"/>
                <a:gd name="connsiteX10" fmla="*/ 7446 w 10000"/>
                <a:gd name="connsiteY10" fmla="*/ 7267 h 10000"/>
                <a:gd name="connsiteX11" fmla="*/ 10000 w 10000"/>
                <a:gd name="connsiteY11" fmla="*/ 5298 h 10000"/>
                <a:gd name="connsiteX12" fmla="*/ 9525 w 10000"/>
                <a:gd name="connsiteY12" fmla="*/ 1834 h 10000"/>
                <a:gd name="connsiteX13" fmla="*/ 8133 w 10000"/>
                <a:gd name="connsiteY13" fmla="*/ 102 h 10000"/>
                <a:gd name="connsiteX0" fmla="*/ 8133 w 10000"/>
                <a:gd name="connsiteY0" fmla="*/ 102 h 10000"/>
                <a:gd name="connsiteX1" fmla="*/ 7766 w 10000"/>
                <a:gd name="connsiteY1" fmla="*/ 42 h 10000"/>
                <a:gd name="connsiteX2" fmla="*/ 7766 w 10000"/>
                <a:gd name="connsiteY2" fmla="*/ 42 h 10000"/>
                <a:gd name="connsiteX3" fmla="*/ 7620 w 10000"/>
                <a:gd name="connsiteY3" fmla="*/ 42 h 10000"/>
                <a:gd name="connsiteX4" fmla="*/ 6266 w 10000"/>
                <a:gd name="connsiteY4" fmla="*/ 13 h 10000"/>
                <a:gd name="connsiteX5" fmla="*/ 992 w 10000"/>
                <a:gd name="connsiteY5" fmla="*/ 1953 h 10000"/>
                <a:gd name="connsiteX6" fmla="*/ 1467 w 10000"/>
                <a:gd name="connsiteY6" fmla="*/ 9060 h 10000"/>
                <a:gd name="connsiteX7" fmla="*/ 3848 w 10000"/>
                <a:gd name="connsiteY7" fmla="*/ 9060 h 10000"/>
                <a:gd name="connsiteX8" fmla="*/ 5517 w 10000"/>
                <a:gd name="connsiteY8" fmla="*/ 9044 h 10000"/>
                <a:gd name="connsiteX9" fmla="*/ 7013 w 10000"/>
                <a:gd name="connsiteY9" fmla="*/ 8617 h 10000"/>
                <a:gd name="connsiteX10" fmla="*/ 7446 w 10000"/>
                <a:gd name="connsiteY10" fmla="*/ 7267 h 10000"/>
                <a:gd name="connsiteX11" fmla="*/ 10000 w 10000"/>
                <a:gd name="connsiteY11" fmla="*/ 5298 h 10000"/>
                <a:gd name="connsiteX12" fmla="*/ 9525 w 10000"/>
                <a:gd name="connsiteY12" fmla="*/ 1834 h 10000"/>
                <a:gd name="connsiteX13" fmla="*/ 8133 w 10000"/>
                <a:gd name="connsiteY13" fmla="*/ 102 h 10000"/>
                <a:gd name="connsiteX0" fmla="*/ 8133 w 10000"/>
                <a:gd name="connsiteY0" fmla="*/ 102 h 10000"/>
                <a:gd name="connsiteX1" fmla="*/ 7766 w 10000"/>
                <a:gd name="connsiteY1" fmla="*/ 42 h 10000"/>
                <a:gd name="connsiteX2" fmla="*/ 7766 w 10000"/>
                <a:gd name="connsiteY2" fmla="*/ 42 h 10000"/>
                <a:gd name="connsiteX3" fmla="*/ 7620 w 10000"/>
                <a:gd name="connsiteY3" fmla="*/ 42 h 10000"/>
                <a:gd name="connsiteX4" fmla="*/ 6266 w 10000"/>
                <a:gd name="connsiteY4" fmla="*/ 13 h 10000"/>
                <a:gd name="connsiteX5" fmla="*/ 992 w 10000"/>
                <a:gd name="connsiteY5" fmla="*/ 1953 h 10000"/>
                <a:gd name="connsiteX6" fmla="*/ 1467 w 10000"/>
                <a:gd name="connsiteY6" fmla="*/ 9060 h 10000"/>
                <a:gd name="connsiteX7" fmla="*/ 3848 w 10000"/>
                <a:gd name="connsiteY7" fmla="*/ 9060 h 10000"/>
                <a:gd name="connsiteX8" fmla="*/ 5517 w 10000"/>
                <a:gd name="connsiteY8" fmla="*/ 9044 h 10000"/>
                <a:gd name="connsiteX9" fmla="*/ 7013 w 10000"/>
                <a:gd name="connsiteY9" fmla="*/ 8617 h 10000"/>
                <a:gd name="connsiteX10" fmla="*/ 7446 w 10000"/>
                <a:gd name="connsiteY10" fmla="*/ 7267 h 10000"/>
                <a:gd name="connsiteX11" fmla="*/ 10000 w 10000"/>
                <a:gd name="connsiteY11" fmla="*/ 5298 h 10000"/>
                <a:gd name="connsiteX12" fmla="*/ 9525 w 10000"/>
                <a:gd name="connsiteY12" fmla="*/ 1834 h 10000"/>
                <a:gd name="connsiteX13" fmla="*/ 8133 w 10000"/>
                <a:gd name="connsiteY13" fmla="*/ 102 h 10000"/>
                <a:gd name="connsiteX0" fmla="*/ 8133 w 10000"/>
                <a:gd name="connsiteY0" fmla="*/ 102 h 10000"/>
                <a:gd name="connsiteX1" fmla="*/ 7766 w 10000"/>
                <a:gd name="connsiteY1" fmla="*/ 42 h 10000"/>
                <a:gd name="connsiteX2" fmla="*/ 7766 w 10000"/>
                <a:gd name="connsiteY2" fmla="*/ 42 h 10000"/>
                <a:gd name="connsiteX3" fmla="*/ 7620 w 10000"/>
                <a:gd name="connsiteY3" fmla="*/ 42 h 10000"/>
                <a:gd name="connsiteX4" fmla="*/ 6266 w 10000"/>
                <a:gd name="connsiteY4" fmla="*/ 13 h 10000"/>
                <a:gd name="connsiteX5" fmla="*/ 992 w 10000"/>
                <a:gd name="connsiteY5" fmla="*/ 1953 h 10000"/>
                <a:gd name="connsiteX6" fmla="*/ 1467 w 10000"/>
                <a:gd name="connsiteY6" fmla="*/ 9060 h 10000"/>
                <a:gd name="connsiteX7" fmla="*/ 3848 w 10000"/>
                <a:gd name="connsiteY7" fmla="*/ 9060 h 10000"/>
                <a:gd name="connsiteX8" fmla="*/ 5517 w 10000"/>
                <a:gd name="connsiteY8" fmla="*/ 9044 h 10000"/>
                <a:gd name="connsiteX9" fmla="*/ 7013 w 10000"/>
                <a:gd name="connsiteY9" fmla="*/ 8617 h 10000"/>
                <a:gd name="connsiteX10" fmla="*/ 7446 w 10000"/>
                <a:gd name="connsiteY10" fmla="*/ 7267 h 10000"/>
                <a:gd name="connsiteX11" fmla="*/ 10000 w 10000"/>
                <a:gd name="connsiteY11" fmla="*/ 5298 h 10000"/>
                <a:gd name="connsiteX12" fmla="*/ 9525 w 10000"/>
                <a:gd name="connsiteY12" fmla="*/ 1834 h 10000"/>
                <a:gd name="connsiteX13" fmla="*/ 8133 w 10000"/>
                <a:gd name="connsiteY13" fmla="*/ 102 h 10000"/>
                <a:gd name="connsiteX0" fmla="*/ 8133 w 10000"/>
                <a:gd name="connsiteY0" fmla="*/ 102 h 10000"/>
                <a:gd name="connsiteX1" fmla="*/ 7766 w 10000"/>
                <a:gd name="connsiteY1" fmla="*/ 42 h 10000"/>
                <a:gd name="connsiteX2" fmla="*/ 7766 w 10000"/>
                <a:gd name="connsiteY2" fmla="*/ 42 h 10000"/>
                <a:gd name="connsiteX3" fmla="*/ 7620 w 10000"/>
                <a:gd name="connsiteY3" fmla="*/ 42 h 10000"/>
                <a:gd name="connsiteX4" fmla="*/ 6266 w 10000"/>
                <a:gd name="connsiteY4" fmla="*/ 13 h 10000"/>
                <a:gd name="connsiteX5" fmla="*/ 992 w 10000"/>
                <a:gd name="connsiteY5" fmla="*/ 1953 h 10000"/>
                <a:gd name="connsiteX6" fmla="*/ 1467 w 10000"/>
                <a:gd name="connsiteY6" fmla="*/ 9060 h 10000"/>
                <a:gd name="connsiteX7" fmla="*/ 3848 w 10000"/>
                <a:gd name="connsiteY7" fmla="*/ 9060 h 10000"/>
                <a:gd name="connsiteX8" fmla="*/ 5296 w 10000"/>
                <a:gd name="connsiteY8" fmla="*/ 9188 h 10000"/>
                <a:gd name="connsiteX9" fmla="*/ 7013 w 10000"/>
                <a:gd name="connsiteY9" fmla="*/ 8617 h 10000"/>
                <a:gd name="connsiteX10" fmla="*/ 7446 w 10000"/>
                <a:gd name="connsiteY10" fmla="*/ 7267 h 10000"/>
                <a:gd name="connsiteX11" fmla="*/ 10000 w 10000"/>
                <a:gd name="connsiteY11" fmla="*/ 5298 h 10000"/>
                <a:gd name="connsiteX12" fmla="*/ 9525 w 10000"/>
                <a:gd name="connsiteY12" fmla="*/ 1834 h 10000"/>
                <a:gd name="connsiteX13" fmla="*/ 8133 w 10000"/>
                <a:gd name="connsiteY13" fmla="*/ 102 h 10000"/>
                <a:gd name="connsiteX0" fmla="*/ 8133 w 10000"/>
                <a:gd name="connsiteY0" fmla="*/ 102 h 10000"/>
                <a:gd name="connsiteX1" fmla="*/ 7766 w 10000"/>
                <a:gd name="connsiteY1" fmla="*/ 42 h 10000"/>
                <a:gd name="connsiteX2" fmla="*/ 7766 w 10000"/>
                <a:gd name="connsiteY2" fmla="*/ 42 h 10000"/>
                <a:gd name="connsiteX3" fmla="*/ 7620 w 10000"/>
                <a:gd name="connsiteY3" fmla="*/ 42 h 10000"/>
                <a:gd name="connsiteX4" fmla="*/ 6266 w 10000"/>
                <a:gd name="connsiteY4" fmla="*/ 13 h 10000"/>
                <a:gd name="connsiteX5" fmla="*/ 992 w 10000"/>
                <a:gd name="connsiteY5" fmla="*/ 1953 h 10000"/>
                <a:gd name="connsiteX6" fmla="*/ 1467 w 10000"/>
                <a:gd name="connsiteY6" fmla="*/ 9060 h 10000"/>
                <a:gd name="connsiteX7" fmla="*/ 3848 w 10000"/>
                <a:gd name="connsiteY7" fmla="*/ 9060 h 10000"/>
                <a:gd name="connsiteX8" fmla="*/ 5296 w 10000"/>
                <a:gd name="connsiteY8" fmla="*/ 9188 h 10000"/>
                <a:gd name="connsiteX9" fmla="*/ 7013 w 10000"/>
                <a:gd name="connsiteY9" fmla="*/ 8617 h 10000"/>
                <a:gd name="connsiteX10" fmla="*/ 7446 w 10000"/>
                <a:gd name="connsiteY10" fmla="*/ 7267 h 10000"/>
                <a:gd name="connsiteX11" fmla="*/ 10000 w 10000"/>
                <a:gd name="connsiteY11" fmla="*/ 5298 h 10000"/>
                <a:gd name="connsiteX12" fmla="*/ 9525 w 10000"/>
                <a:gd name="connsiteY12" fmla="*/ 1834 h 10000"/>
                <a:gd name="connsiteX13" fmla="*/ 8133 w 10000"/>
                <a:gd name="connsiteY13" fmla="*/ 102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000" h="10000">
                  <a:moveTo>
                    <a:pt x="8133" y="102"/>
                  </a:moveTo>
                  <a:cubicBezTo>
                    <a:pt x="8023" y="72"/>
                    <a:pt x="7877" y="72"/>
                    <a:pt x="7766" y="42"/>
                  </a:cubicBezTo>
                  <a:lnTo>
                    <a:pt x="7766" y="42"/>
                  </a:lnTo>
                  <a:lnTo>
                    <a:pt x="7620" y="42"/>
                  </a:lnTo>
                  <a:cubicBezTo>
                    <a:pt x="7217" y="13"/>
                    <a:pt x="6741" y="-18"/>
                    <a:pt x="6266" y="13"/>
                  </a:cubicBezTo>
                  <a:cubicBezTo>
                    <a:pt x="4434" y="102"/>
                    <a:pt x="2419" y="609"/>
                    <a:pt x="992" y="1953"/>
                  </a:cubicBezTo>
                  <a:cubicBezTo>
                    <a:pt x="-1242" y="4043"/>
                    <a:pt x="919" y="7865"/>
                    <a:pt x="1467" y="9060"/>
                  </a:cubicBezTo>
                  <a:cubicBezTo>
                    <a:pt x="2017" y="10254"/>
                    <a:pt x="3152" y="10373"/>
                    <a:pt x="3848" y="9060"/>
                  </a:cubicBezTo>
                  <a:cubicBezTo>
                    <a:pt x="3921" y="8880"/>
                    <a:pt x="4295" y="9163"/>
                    <a:pt x="5296" y="9188"/>
                  </a:cubicBezTo>
                  <a:cubicBezTo>
                    <a:pt x="6051" y="9203"/>
                    <a:pt x="6579" y="9148"/>
                    <a:pt x="7013" y="8617"/>
                  </a:cubicBezTo>
                  <a:cubicBezTo>
                    <a:pt x="7264" y="8011"/>
                    <a:pt x="6948" y="7820"/>
                    <a:pt x="7446" y="7267"/>
                  </a:cubicBezTo>
                  <a:cubicBezTo>
                    <a:pt x="7944" y="6714"/>
                    <a:pt x="9817" y="5865"/>
                    <a:pt x="10000" y="5298"/>
                  </a:cubicBezTo>
                  <a:cubicBezTo>
                    <a:pt x="9781" y="4282"/>
                    <a:pt x="9671" y="2938"/>
                    <a:pt x="9525" y="1834"/>
                  </a:cubicBezTo>
                  <a:cubicBezTo>
                    <a:pt x="9341" y="580"/>
                    <a:pt x="8608" y="191"/>
                    <a:pt x="8133" y="10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46" name="kidney_monocolor"/>
          <p:cNvGrpSpPr>
            <a:grpSpLocks noChangeAspect="1"/>
          </p:cNvGrpSpPr>
          <p:nvPr/>
        </p:nvGrpSpPr>
        <p:grpSpPr bwMode="auto">
          <a:xfrm>
            <a:off x="5804488" y="3249470"/>
            <a:ext cx="158514" cy="245172"/>
            <a:chOff x="2662" y="626"/>
            <a:chExt cx="953" cy="1474"/>
          </a:xfrm>
        </p:grpSpPr>
        <p:sp>
          <p:nvSpPr>
            <p:cNvPr id="847" name="AutoShape 93"/>
            <p:cNvSpPr>
              <a:spLocks noChangeAspect="1" noChangeArrowheads="1" noTextEdit="1"/>
            </p:cNvSpPr>
            <p:nvPr/>
          </p:nvSpPr>
          <p:spPr bwMode="auto">
            <a:xfrm>
              <a:off x="2688" y="626"/>
              <a:ext cx="900" cy="14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8" name="Freeform 95"/>
            <p:cNvSpPr>
              <a:spLocks/>
            </p:cNvSpPr>
            <p:nvPr/>
          </p:nvSpPr>
          <p:spPr bwMode="auto">
            <a:xfrm>
              <a:off x="2722" y="688"/>
              <a:ext cx="893" cy="1370"/>
            </a:xfrm>
            <a:custGeom>
              <a:avLst/>
              <a:gdLst>
                <a:gd name="T0" fmla="*/ 375 w 375"/>
                <a:gd name="T1" fmla="*/ 408 h 577"/>
                <a:gd name="T2" fmla="*/ 310 w 375"/>
                <a:gd name="T3" fmla="*/ 275 h 577"/>
                <a:gd name="T4" fmla="*/ 307 w 375"/>
                <a:gd name="T5" fmla="*/ 240 h 577"/>
                <a:gd name="T6" fmla="*/ 352 w 375"/>
                <a:gd name="T7" fmla="*/ 103 h 577"/>
                <a:gd name="T8" fmla="*/ 238 w 375"/>
                <a:gd name="T9" fmla="*/ 1 h 577"/>
                <a:gd name="T10" fmla="*/ 218 w 375"/>
                <a:gd name="T11" fmla="*/ 0 h 577"/>
                <a:gd name="T12" fmla="*/ 105 w 375"/>
                <a:gd name="T13" fmla="*/ 78 h 577"/>
                <a:gd name="T14" fmla="*/ 83 w 375"/>
                <a:gd name="T15" fmla="*/ 104 h 577"/>
                <a:gd name="T16" fmla="*/ 30 w 375"/>
                <a:gd name="T17" fmla="*/ 195 h 577"/>
                <a:gd name="T18" fmla="*/ 25 w 375"/>
                <a:gd name="T19" fmla="*/ 219 h 577"/>
                <a:gd name="T20" fmla="*/ 24 w 375"/>
                <a:gd name="T21" fmla="*/ 387 h 577"/>
                <a:gd name="T22" fmla="*/ 43 w 375"/>
                <a:gd name="T23" fmla="*/ 429 h 577"/>
                <a:gd name="T24" fmla="*/ 80 w 375"/>
                <a:gd name="T25" fmla="*/ 491 h 577"/>
                <a:gd name="T26" fmla="*/ 92 w 375"/>
                <a:gd name="T27" fmla="*/ 503 h 577"/>
                <a:gd name="T28" fmla="*/ 189 w 375"/>
                <a:gd name="T29" fmla="*/ 559 h 577"/>
                <a:gd name="T30" fmla="*/ 201 w 375"/>
                <a:gd name="T31" fmla="*/ 558 h 577"/>
                <a:gd name="T32" fmla="*/ 320 w 375"/>
                <a:gd name="T33" fmla="*/ 463 h 577"/>
                <a:gd name="T34" fmla="*/ 319 w 375"/>
                <a:gd name="T35" fmla="*/ 546 h 577"/>
                <a:gd name="T36" fmla="*/ 317 w 375"/>
                <a:gd name="T37" fmla="*/ 577 h 577"/>
                <a:gd name="T38" fmla="*/ 367 w 375"/>
                <a:gd name="T39" fmla="*/ 577 h 577"/>
                <a:gd name="T40" fmla="*/ 369 w 375"/>
                <a:gd name="T41" fmla="*/ 550 h 577"/>
                <a:gd name="T42" fmla="*/ 375 w 375"/>
                <a:gd name="T43" fmla="*/ 408 h 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75" h="577">
                  <a:moveTo>
                    <a:pt x="375" y="408"/>
                  </a:moveTo>
                  <a:cubicBezTo>
                    <a:pt x="375" y="346"/>
                    <a:pt x="340" y="304"/>
                    <a:pt x="310" y="275"/>
                  </a:cubicBezTo>
                  <a:cubicBezTo>
                    <a:pt x="310" y="265"/>
                    <a:pt x="309" y="254"/>
                    <a:pt x="307" y="240"/>
                  </a:cubicBezTo>
                  <a:cubicBezTo>
                    <a:pt x="347" y="199"/>
                    <a:pt x="359" y="134"/>
                    <a:pt x="352" y="103"/>
                  </a:cubicBezTo>
                  <a:cubicBezTo>
                    <a:pt x="344" y="68"/>
                    <a:pt x="302" y="13"/>
                    <a:pt x="238" y="1"/>
                  </a:cubicBezTo>
                  <a:cubicBezTo>
                    <a:pt x="231" y="0"/>
                    <a:pt x="224" y="0"/>
                    <a:pt x="218" y="0"/>
                  </a:cubicBezTo>
                  <a:cubicBezTo>
                    <a:pt x="174" y="0"/>
                    <a:pt x="136" y="26"/>
                    <a:pt x="105" y="78"/>
                  </a:cubicBezTo>
                  <a:cubicBezTo>
                    <a:pt x="99" y="88"/>
                    <a:pt x="91" y="95"/>
                    <a:pt x="83" y="104"/>
                  </a:cubicBezTo>
                  <a:cubicBezTo>
                    <a:pt x="64" y="122"/>
                    <a:pt x="40" y="145"/>
                    <a:pt x="30" y="195"/>
                  </a:cubicBezTo>
                  <a:cubicBezTo>
                    <a:pt x="29" y="203"/>
                    <a:pt x="27" y="211"/>
                    <a:pt x="25" y="219"/>
                  </a:cubicBezTo>
                  <a:cubicBezTo>
                    <a:pt x="12" y="281"/>
                    <a:pt x="0" y="339"/>
                    <a:pt x="24" y="387"/>
                  </a:cubicBezTo>
                  <a:cubicBezTo>
                    <a:pt x="32" y="403"/>
                    <a:pt x="38" y="417"/>
                    <a:pt x="43" y="429"/>
                  </a:cubicBezTo>
                  <a:cubicBezTo>
                    <a:pt x="53" y="454"/>
                    <a:pt x="61" y="473"/>
                    <a:pt x="80" y="491"/>
                  </a:cubicBezTo>
                  <a:cubicBezTo>
                    <a:pt x="84" y="495"/>
                    <a:pt x="88" y="499"/>
                    <a:pt x="92" y="503"/>
                  </a:cubicBezTo>
                  <a:cubicBezTo>
                    <a:pt x="115" y="526"/>
                    <a:pt x="148" y="559"/>
                    <a:pt x="189" y="559"/>
                  </a:cubicBezTo>
                  <a:cubicBezTo>
                    <a:pt x="193" y="559"/>
                    <a:pt x="197" y="558"/>
                    <a:pt x="201" y="558"/>
                  </a:cubicBezTo>
                  <a:cubicBezTo>
                    <a:pt x="251" y="549"/>
                    <a:pt x="301" y="509"/>
                    <a:pt x="320" y="463"/>
                  </a:cubicBezTo>
                  <a:cubicBezTo>
                    <a:pt x="323" y="496"/>
                    <a:pt x="321" y="530"/>
                    <a:pt x="319" y="546"/>
                  </a:cubicBezTo>
                  <a:cubicBezTo>
                    <a:pt x="317" y="577"/>
                    <a:pt x="317" y="577"/>
                    <a:pt x="317" y="577"/>
                  </a:cubicBezTo>
                  <a:cubicBezTo>
                    <a:pt x="367" y="577"/>
                    <a:pt x="367" y="577"/>
                    <a:pt x="367" y="577"/>
                  </a:cubicBezTo>
                  <a:cubicBezTo>
                    <a:pt x="369" y="550"/>
                    <a:pt x="369" y="550"/>
                    <a:pt x="369" y="550"/>
                  </a:cubicBezTo>
                  <a:cubicBezTo>
                    <a:pt x="369" y="549"/>
                    <a:pt x="375" y="485"/>
                    <a:pt x="375" y="408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9" name="Freeform 96"/>
            <p:cNvSpPr>
              <a:spLocks/>
            </p:cNvSpPr>
            <p:nvPr/>
          </p:nvSpPr>
          <p:spPr bwMode="auto">
            <a:xfrm>
              <a:off x="2917" y="887"/>
              <a:ext cx="638" cy="1154"/>
            </a:xfrm>
            <a:custGeom>
              <a:avLst/>
              <a:gdLst>
                <a:gd name="T0" fmla="*/ 268 w 268"/>
                <a:gd name="T1" fmla="*/ 299 h 486"/>
                <a:gd name="T2" fmla="*/ 186 w 268"/>
                <a:gd name="T3" fmla="*/ 150 h 486"/>
                <a:gd name="T4" fmla="*/ 175 w 268"/>
                <a:gd name="T5" fmla="*/ 140 h 486"/>
                <a:gd name="T6" fmla="*/ 149 w 268"/>
                <a:gd name="T7" fmla="*/ 56 h 486"/>
                <a:gd name="T8" fmla="*/ 175 w 268"/>
                <a:gd name="T9" fmla="*/ 27 h 486"/>
                <a:gd name="T10" fmla="*/ 122 w 268"/>
                <a:gd name="T11" fmla="*/ 31 h 486"/>
                <a:gd name="T12" fmla="*/ 76 w 268"/>
                <a:gd name="T13" fmla="*/ 0 h 486"/>
                <a:gd name="T14" fmla="*/ 84 w 268"/>
                <a:gd name="T15" fmla="*/ 38 h 486"/>
                <a:gd name="T16" fmla="*/ 90 w 268"/>
                <a:gd name="T17" fmla="*/ 78 h 486"/>
                <a:gd name="T18" fmla="*/ 75 w 268"/>
                <a:gd name="T19" fmla="*/ 59 h 486"/>
                <a:gd name="T20" fmla="*/ 42 w 268"/>
                <a:gd name="T21" fmla="*/ 119 h 486"/>
                <a:gd name="T22" fmla="*/ 57 w 268"/>
                <a:gd name="T23" fmla="*/ 131 h 486"/>
                <a:gd name="T24" fmla="*/ 23 w 268"/>
                <a:gd name="T25" fmla="*/ 132 h 486"/>
                <a:gd name="T26" fmla="*/ 10 w 268"/>
                <a:gd name="T27" fmla="*/ 183 h 486"/>
                <a:gd name="T28" fmla="*/ 33 w 268"/>
                <a:gd name="T29" fmla="*/ 191 h 486"/>
                <a:gd name="T30" fmla="*/ 12 w 268"/>
                <a:gd name="T31" fmla="*/ 196 h 486"/>
                <a:gd name="T32" fmla="*/ 34 w 268"/>
                <a:gd name="T33" fmla="*/ 255 h 486"/>
                <a:gd name="T34" fmla="*/ 0 w 268"/>
                <a:gd name="T35" fmla="*/ 276 h 486"/>
                <a:gd name="T36" fmla="*/ 41 w 268"/>
                <a:gd name="T37" fmla="*/ 328 h 486"/>
                <a:gd name="T38" fmla="*/ 68 w 268"/>
                <a:gd name="T39" fmla="*/ 303 h 486"/>
                <a:gd name="T40" fmla="*/ 67 w 268"/>
                <a:gd name="T41" fmla="*/ 323 h 486"/>
                <a:gd name="T42" fmla="*/ 112 w 268"/>
                <a:gd name="T43" fmla="*/ 325 h 486"/>
                <a:gd name="T44" fmla="*/ 122 w 268"/>
                <a:gd name="T45" fmla="*/ 294 h 486"/>
                <a:gd name="T46" fmla="*/ 123 w 268"/>
                <a:gd name="T47" fmla="*/ 276 h 486"/>
                <a:gd name="T48" fmla="*/ 142 w 268"/>
                <a:gd name="T49" fmla="*/ 253 h 486"/>
                <a:gd name="T50" fmla="*/ 194 w 268"/>
                <a:gd name="T51" fmla="*/ 289 h 486"/>
                <a:gd name="T52" fmla="*/ 212 w 268"/>
                <a:gd name="T53" fmla="*/ 437 h 486"/>
                <a:gd name="T54" fmla="*/ 208 w 268"/>
                <a:gd name="T55" fmla="*/ 486 h 486"/>
                <a:gd name="T56" fmla="*/ 259 w 268"/>
                <a:gd name="T57" fmla="*/ 486 h 486"/>
                <a:gd name="T58" fmla="*/ 262 w 268"/>
                <a:gd name="T59" fmla="*/ 441 h 486"/>
                <a:gd name="T60" fmla="*/ 268 w 268"/>
                <a:gd name="T61" fmla="*/ 299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8" h="486">
                  <a:moveTo>
                    <a:pt x="268" y="299"/>
                  </a:moveTo>
                  <a:cubicBezTo>
                    <a:pt x="268" y="224"/>
                    <a:pt x="217" y="178"/>
                    <a:pt x="186" y="150"/>
                  </a:cubicBezTo>
                  <a:cubicBezTo>
                    <a:pt x="182" y="147"/>
                    <a:pt x="178" y="143"/>
                    <a:pt x="175" y="140"/>
                  </a:cubicBezTo>
                  <a:cubicBezTo>
                    <a:pt x="127" y="95"/>
                    <a:pt x="134" y="73"/>
                    <a:pt x="149" y="56"/>
                  </a:cubicBezTo>
                  <a:cubicBezTo>
                    <a:pt x="175" y="27"/>
                    <a:pt x="175" y="27"/>
                    <a:pt x="175" y="27"/>
                  </a:cubicBezTo>
                  <a:cubicBezTo>
                    <a:pt x="175" y="27"/>
                    <a:pt x="141" y="37"/>
                    <a:pt x="122" y="31"/>
                  </a:cubicBezTo>
                  <a:cubicBezTo>
                    <a:pt x="102" y="25"/>
                    <a:pt x="76" y="0"/>
                    <a:pt x="76" y="0"/>
                  </a:cubicBezTo>
                  <a:cubicBezTo>
                    <a:pt x="84" y="38"/>
                    <a:pt x="84" y="38"/>
                    <a:pt x="84" y="38"/>
                  </a:cubicBezTo>
                  <a:cubicBezTo>
                    <a:pt x="86" y="52"/>
                    <a:pt x="89" y="67"/>
                    <a:pt x="90" y="78"/>
                  </a:cubicBezTo>
                  <a:cubicBezTo>
                    <a:pt x="90" y="78"/>
                    <a:pt x="82" y="76"/>
                    <a:pt x="75" y="59"/>
                  </a:cubicBezTo>
                  <a:cubicBezTo>
                    <a:pt x="68" y="110"/>
                    <a:pt x="42" y="119"/>
                    <a:pt x="42" y="119"/>
                  </a:cubicBezTo>
                  <a:cubicBezTo>
                    <a:pt x="46" y="120"/>
                    <a:pt x="48" y="126"/>
                    <a:pt x="57" y="131"/>
                  </a:cubicBezTo>
                  <a:cubicBezTo>
                    <a:pt x="44" y="130"/>
                    <a:pt x="30" y="132"/>
                    <a:pt x="23" y="132"/>
                  </a:cubicBezTo>
                  <a:cubicBezTo>
                    <a:pt x="21" y="132"/>
                    <a:pt x="34" y="163"/>
                    <a:pt x="10" y="183"/>
                  </a:cubicBezTo>
                  <a:cubicBezTo>
                    <a:pt x="33" y="191"/>
                    <a:pt x="33" y="191"/>
                    <a:pt x="33" y="191"/>
                  </a:cubicBezTo>
                  <a:cubicBezTo>
                    <a:pt x="33" y="191"/>
                    <a:pt x="21" y="194"/>
                    <a:pt x="12" y="196"/>
                  </a:cubicBezTo>
                  <a:cubicBezTo>
                    <a:pt x="50" y="203"/>
                    <a:pt x="34" y="255"/>
                    <a:pt x="34" y="255"/>
                  </a:cubicBezTo>
                  <a:cubicBezTo>
                    <a:pt x="19" y="261"/>
                    <a:pt x="0" y="276"/>
                    <a:pt x="0" y="276"/>
                  </a:cubicBezTo>
                  <a:cubicBezTo>
                    <a:pt x="0" y="276"/>
                    <a:pt x="36" y="289"/>
                    <a:pt x="41" y="328"/>
                  </a:cubicBezTo>
                  <a:cubicBezTo>
                    <a:pt x="58" y="316"/>
                    <a:pt x="68" y="303"/>
                    <a:pt x="68" y="303"/>
                  </a:cubicBezTo>
                  <a:cubicBezTo>
                    <a:pt x="68" y="303"/>
                    <a:pt x="69" y="312"/>
                    <a:pt x="67" y="323"/>
                  </a:cubicBezTo>
                  <a:cubicBezTo>
                    <a:pt x="90" y="314"/>
                    <a:pt x="112" y="325"/>
                    <a:pt x="112" y="325"/>
                  </a:cubicBezTo>
                  <a:cubicBezTo>
                    <a:pt x="119" y="317"/>
                    <a:pt x="122" y="303"/>
                    <a:pt x="122" y="294"/>
                  </a:cubicBezTo>
                  <a:cubicBezTo>
                    <a:pt x="122" y="288"/>
                    <a:pt x="122" y="282"/>
                    <a:pt x="123" y="276"/>
                  </a:cubicBezTo>
                  <a:cubicBezTo>
                    <a:pt x="126" y="253"/>
                    <a:pt x="138" y="253"/>
                    <a:pt x="142" y="253"/>
                  </a:cubicBezTo>
                  <a:cubicBezTo>
                    <a:pt x="155" y="253"/>
                    <a:pt x="177" y="264"/>
                    <a:pt x="194" y="289"/>
                  </a:cubicBezTo>
                  <a:cubicBezTo>
                    <a:pt x="219" y="325"/>
                    <a:pt x="215" y="408"/>
                    <a:pt x="212" y="437"/>
                  </a:cubicBezTo>
                  <a:cubicBezTo>
                    <a:pt x="208" y="486"/>
                    <a:pt x="208" y="486"/>
                    <a:pt x="208" y="486"/>
                  </a:cubicBezTo>
                  <a:cubicBezTo>
                    <a:pt x="259" y="486"/>
                    <a:pt x="259" y="486"/>
                    <a:pt x="259" y="486"/>
                  </a:cubicBezTo>
                  <a:cubicBezTo>
                    <a:pt x="262" y="441"/>
                    <a:pt x="262" y="441"/>
                    <a:pt x="262" y="441"/>
                  </a:cubicBezTo>
                  <a:cubicBezTo>
                    <a:pt x="262" y="440"/>
                    <a:pt x="268" y="376"/>
                    <a:pt x="268" y="2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0" name="Freeform 97"/>
            <p:cNvSpPr>
              <a:spLocks/>
            </p:cNvSpPr>
            <p:nvPr/>
          </p:nvSpPr>
          <p:spPr bwMode="auto">
            <a:xfrm>
              <a:off x="2662" y="628"/>
              <a:ext cx="855" cy="1327"/>
            </a:xfrm>
            <a:custGeom>
              <a:avLst/>
              <a:gdLst>
                <a:gd name="T0" fmla="*/ 189 w 359"/>
                <a:gd name="T1" fmla="*/ 559 h 559"/>
                <a:gd name="T2" fmla="*/ 92 w 359"/>
                <a:gd name="T3" fmla="*/ 503 h 559"/>
                <a:gd name="T4" fmla="*/ 80 w 359"/>
                <a:gd name="T5" fmla="*/ 491 h 559"/>
                <a:gd name="T6" fmla="*/ 43 w 359"/>
                <a:gd name="T7" fmla="*/ 429 h 559"/>
                <a:gd name="T8" fmla="*/ 24 w 359"/>
                <a:gd name="T9" fmla="*/ 387 h 559"/>
                <a:gd name="T10" fmla="*/ 25 w 359"/>
                <a:gd name="T11" fmla="*/ 219 h 559"/>
                <a:gd name="T12" fmla="*/ 30 w 359"/>
                <a:gd name="T13" fmla="*/ 195 h 559"/>
                <a:gd name="T14" fmla="*/ 83 w 359"/>
                <a:gd name="T15" fmla="*/ 104 h 559"/>
                <a:gd name="T16" fmla="*/ 105 w 359"/>
                <a:gd name="T17" fmla="*/ 78 h 559"/>
                <a:gd name="T18" fmla="*/ 218 w 359"/>
                <a:gd name="T19" fmla="*/ 0 h 559"/>
                <a:gd name="T20" fmla="*/ 238 w 359"/>
                <a:gd name="T21" fmla="*/ 1 h 559"/>
                <a:gd name="T22" fmla="*/ 352 w 359"/>
                <a:gd name="T23" fmla="*/ 103 h 559"/>
                <a:gd name="T24" fmla="*/ 307 w 359"/>
                <a:gd name="T25" fmla="*/ 240 h 559"/>
                <a:gd name="T26" fmla="*/ 306 w 359"/>
                <a:gd name="T27" fmla="*/ 309 h 559"/>
                <a:gd name="T28" fmla="*/ 311 w 359"/>
                <a:gd name="T29" fmla="*/ 315 h 559"/>
                <a:gd name="T30" fmla="*/ 316 w 359"/>
                <a:gd name="T31" fmla="*/ 336 h 559"/>
                <a:gd name="T32" fmla="*/ 324 w 359"/>
                <a:gd name="T33" fmla="*/ 450 h 559"/>
                <a:gd name="T34" fmla="*/ 321 w 359"/>
                <a:gd name="T35" fmla="*/ 459 h 559"/>
                <a:gd name="T36" fmla="*/ 201 w 359"/>
                <a:gd name="T37" fmla="*/ 558 h 559"/>
                <a:gd name="T38" fmla="*/ 189 w 359"/>
                <a:gd name="T39" fmla="*/ 559 h 5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59" h="559">
                  <a:moveTo>
                    <a:pt x="189" y="559"/>
                  </a:moveTo>
                  <a:cubicBezTo>
                    <a:pt x="148" y="559"/>
                    <a:pt x="115" y="526"/>
                    <a:pt x="92" y="503"/>
                  </a:cubicBezTo>
                  <a:cubicBezTo>
                    <a:pt x="88" y="499"/>
                    <a:pt x="84" y="495"/>
                    <a:pt x="80" y="491"/>
                  </a:cubicBezTo>
                  <a:cubicBezTo>
                    <a:pt x="61" y="473"/>
                    <a:pt x="53" y="454"/>
                    <a:pt x="43" y="429"/>
                  </a:cubicBezTo>
                  <a:cubicBezTo>
                    <a:pt x="38" y="417"/>
                    <a:pt x="32" y="403"/>
                    <a:pt x="24" y="387"/>
                  </a:cubicBezTo>
                  <a:cubicBezTo>
                    <a:pt x="0" y="339"/>
                    <a:pt x="12" y="281"/>
                    <a:pt x="25" y="219"/>
                  </a:cubicBezTo>
                  <a:cubicBezTo>
                    <a:pt x="27" y="211"/>
                    <a:pt x="29" y="203"/>
                    <a:pt x="30" y="195"/>
                  </a:cubicBezTo>
                  <a:cubicBezTo>
                    <a:pt x="40" y="145"/>
                    <a:pt x="64" y="122"/>
                    <a:pt x="83" y="104"/>
                  </a:cubicBezTo>
                  <a:cubicBezTo>
                    <a:pt x="91" y="95"/>
                    <a:pt x="99" y="88"/>
                    <a:pt x="105" y="78"/>
                  </a:cubicBezTo>
                  <a:cubicBezTo>
                    <a:pt x="136" y="26"/>
                    <a:pt x="174" y="0"/>
                    <a:pt x="218" y="0"/>
                  </a:cubicBezTo>
                  <a:cubicBezTo>
                    <a:pt x="224" y="0"/>
                    <a:pt x="231" y="0"/>
                    <a:pt x="238" y="1"/>
                  </a:cubicBezTo>
                  <a:cubicBezTo>
                    <a:pt x="302" y="13"/>
                    <a:pt x="344" y="68"/>
                    <a:pt x="352" y="103"/>
                  </a:cubicBezTo>
                  <a:cubicBezTo>
                    <a:pt x="359" y="134"/>
                    <a:pt x="347" y="199"/>
                    <a:pt x="307" y="240"/>
                  </a:cubicBezTo>
                  <a:cubicBezTo>
                    <a:pt x="312" y="275"/>
                    <a:pt x="310" y="296"/>
                    <a:pt x="306" y="309"/>
                  </a:cubicBezTo>
                  <a:cubicBezTo>
                    <a:pt x="308" y="311"/>
                    <a:pt x="309" y="313"/>
                    <a:pt x="311" y="315"/>
                  </a:cubicBezTo>
                  <a:cubicBezTo>
                    <a:pt x="314" y="320"/>
                    <a:pt x="317" y="327"/>
                    <a:pt x="316" y="336"/>
                  </a:cubicBezTo>
                  <a:cubicBezTo>
                    <a:pt x="357" y="361"/>
                    <a:pt x="338" y="414"/>
                    <a:pt x="324" y="450"/>
                  </a:cubicBezTo>
                  <a:cubicBezTo>
                    <a:pt x="323" y="453"/>
                    <a:pt x="322" y="456"/>
                    <a:pt x="321" y="459"/>
                  </a:cubicBezTo>
                  <a:cubicBezTo>
                    <a:pt x="304" y="507"/>
                    <a:pt x="253" y="549"/>
                    <a:pt x="201" y="558"/>
                  </a:cubicBezTo>
                  <a:cubicBezTo>
                    <a:pt x="197" y="558"/>
                    <a:pt x="193" y="559"/>
                    <a:pt x="189" y="55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1" name="Freeform 98"/>
            <p:cNvSpPr>
              <a:spLocks/>
            </p:cNvSpPr>
            <p:nvPr/>
          </p:nvSpPr>
          <p:spPr bwMode="auto">
            <a:xfrm>
              <a:off x="2707" y="654"/>
              <a:ext cx="757" cy="1245"/>
            </a:xfrm>
            <a:custGeom>
              <a:avLst/>
              <a:gdLst>
                <a:gd name="T0" fmla="*/ 275 w 329"/>
                <a:gd name="T1" fmla="*/ 229 h 543"/>
                <a:gd name="T2" fmla="*/ 322 w 329"/>
                <a:gd name="T3" fmla="*/ 100 h 543"/>
                <a:gd name="T4" fmla="*/ 221 w 329"/>
                <a:gd name="T5" fmla="*/ 11 h 543"/>
                <a:gd name="T6" fmla="*/ 105 w 329"/>
                <a:gd name="T7" fmla="*/ 81 h 543"/>
                <a:gd name="T8" fmla="*/ 32 w 329"/>
                <a:gd name="T9" fmla="*/ 193 h 543"/>
                <a:gd name="T10" fmla="*/ 24 w 329"/>
                <a:gd name="T11" fmla="*/ 374 h 543"/>
                <a:gd name="T12" fmla="*/ 77 w 329"/>
                <a:gd name="T13" fmla="*/ 474 h 543"/>
                <a:gd name="T14" fmla="*/ 185 w 329"/>
                <a:gd name="T15" fmla="*/ 536 h 543"/>
                <a:gd name="T16" fmla="*/ 292 w 329"/>
                <a:gd name="T17" fmla="*/ 448 h 543"/>
                <a:gd name="T18" fmla="*/ 285 w 329"/>
                <a:gd name="T19" fmla="*/ 340 h 543"/>
                <a:gd name="T20" fmla="*/ 272 w 329"/>
                <a:gd name="T21" fmla="*/ 309 h 543"/>
                <a:gd name="T22" fmla="*/ 275 w 329"/>
                <a:gd name="T23" fmla="*/ 229 h 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29" h="543">
                  <a:moveTo>
                    <a:pt x="275" y="229"/>
                  </a:moveTo>
                  <a:cubicBezTo>
                    <a:pt x="318" y="191"/>
                    <a:pt x="328" y="126"/>
                    <a:pt x="322" y="100"/>
                  </a:cubicBezTo>
                  <a:cubicBezTo>
                    <a:pt x="316" y="75"/>
                    <a:pt x="281" y="22"/>
                    <a:pt x="221" y="11"/>
                  </a:cubicBezTo>
                  <a:cubicBezTo>
                    <a:pt x="160" y="0"/>
                    <a:pt x="124" y="47"/>
                    <a:pt x="105" y="81"/>
                  </a:cubicBezTo>
                  <a:cubicBezTo>
                    <a:pt x="85" y="114"/>
                    <a:pt x="46" y="124"/>
                    <a:pt x="32" y="193"/>
                  </a:cubicBezTo>
                  <a:cubicBezTo>
                    <a:pt x="18" y="261"/>
                    <a:pt x="0" y="326"/>
                    <a:pt x="24" y="374"/>
                  </a:cubicBezTo>
                  <a:cubicBezTo>
                    <a:pt x="49" y="422"/>
                    <a:pt x="52" y="450"/>
                    <a:pt x="77" y="474"/>
                  </a:cubicBezTo>
                  <a:cubicBezTo>
                    <a:pt x="103" y="498"/>
                    <a:pt x="139" y="543"/>
                    <a:pt x="185" y="536"/>
                  </a:cubicBezTo>
                  <a:cubicBezTo>
                    <a:pt x="230" y="528"/>
                    <a:pt x="277" y="490"/>
                    <a:pt x="292" y="448"/>
                  </a:cubicBezTo>
                  <a:cubicBezTo>
                    <a:pt x="307" y="406"/>
                    <a:pt x="329" y="356"/>
                    <a:pt x="285" y="340"/>
                  </a:cubicBezTo>
                  <a:cubicBezTo>
                    <a:pt x="292" y="313"/>
                    <a:pt x="272" y="309"/>
                    <a:pt x="272" y="309"/>
                  </a:cubicBezTo>
                  <a:cubicBezTo>
                    <a:pt x="272" y="309"/>
                    <a:pt x="287" y="295"/>
                    <a:pt x="275" y="22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2" name="Freeform 102"/>
            <p:cNvSpPr>
              <a:spLocks/>
            </p:cNvSpPr>
            <p:nvPr/>
          </p:nvSpPr>
          <p:spPr bwMode="auto">
            <a:xfrm>
              <a:off x="2962" y="970"/>
              <a:ext cx="547" cy="1128"/>
            </a:xfrm>
            <a:custGeom>
              <a:avLst/>
              <a:gdLst>
                <a:gd name="T0" fmla="*/ 118 w 230"/>
                <a:gd name="T1" fmla="*/ 11 h 475"/>
                <a:gd name="T2" fmla="*/ 145 w 230"/>
                <a:gd name="T3" fmla="*/ 117 h 475"/>
                <a:gd name="T4" fmla="*/ 230 w 230"/>
                <a:gd name="T5" fmla="*/ 262 h 475"/>
                <a:gd name="T6" fmla="*/ 221 w 230"/>
                <a:gd name="T7" fmla="*/ 475 h 475"/>
                <a:gd name="T8" fmla="*/ 203 w 230"/>
                <a:gd name="T9" fmla="*/ 474 h 475"/>
                <a:gd name="T10" fmla="*/ 189 w 230"/>
                <a:gd name="T11" fmla="*/ 245 h 475"/>
                <a:gd name="T12" fmla="*/ 88 w 230"/>
                <a:gd name="T13" fmla="*/ 238 h 475"/>
                <a:gd name="T14" fmla="*/ 85 w 230"/>
                <a:gd name="T15" fmla="*/ 275 h 475"/>
                <a:gd name="T16" fmla="*/ 61 w 230"/>
                <a:gd name="T17" fmla="*/ 275 h 475"/>
                <a:gd name="T18" fmla="*/ 70 w 230"/>
                <a:gd name="T19" fmla="*/ 231 h 475"/>
                <a:gd name="T20" fmla="*/ 29 w 230"/>
                <a:gd name="T21" fmla="*/ 270 h 475"/>
                <a:gd name="T22" fmla="*/ 0 w 230"/>
                <a:gd name="T23" fmla="*/ 241 h 475"/>
                <a:gd name="T24" fmla="*/ 71 w 230"/>
                <a:gd name="T25" fmla="*/ 210 h 475"/>
                <a:gd name="T26" fmla="*/ 65 w 230"/>
                <a:gd name="T27" fmla="*/ 188 h 475"/>
                <a:gd name="T28" fmla="*/ 26 w 230"/>
                <a:gd name="T29" fmla="*/ 215 h 475"/>
                <a:gd name="T30" fmla="*/ 28 w 230"/>
                <a:gd name="T31" fmla="*/ 169 h 475"/>
                <a:gd name="T32" fmla="*/ 79 w 230"/>
                <a:gd name="T33" fmla="*/ 153 h 475"/>
                <a:gd name="T34" fmla="*/ 11 w 230"/>
                <a:gd name="T35" fmla="*/ 141 h 475"/>
                <a:gd name="T36" fmla="*/ 18 w 230"/>
                <a:gd name="T37" fmla="*/ 107 h 475"/>
                <a:gd name="T38" fmla="*/ 80 w 230"/>
                <a:gd name="T39" fmla="*/ 115 h 475"/>
                <a:gd name="T40" fmla="*/ 47 w 230"/>
                <a:gd name="T41" fmla="*/ 82 h 475"/>
                <a:gd name="T42" fmla="*/ 65 w 230"/>
                <a:gd name="T43" fmla="*/ 62 h 475"/>
                <a:gd name="T44" fmla="*/ 83 w 230"/>
                <a:gd name="T45" fmla="*/ 71 h 475"/>
                <a:gd name="T46" fmla="*/ 80 w 230"/>
                <a:gd name="T47" fmla="*/ 0 h 475"/>
                <a:gd name="T48" fmla="*/ 118 w 230"/>
                <a:gd name="T49" fmla="*/ 11 h 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30" h="475">
                  <a:moveTo>
                    <a:pt x="118" y="11"/>
                  </a:moveTo>
                  <a:cubicBezTo>
                    <a:pt x="95" y="59"/>
                    <a:pt x="116" y="90"/>
                    <a:pt x="145" y="117"/>
                  </a:cubicBezTo>
                  <a:cubicBezTo>
                    <a:pt x="173" y="144"/>
                    <a:pt x="230" y="185"/>
                    <a:pt x="230" y="262"/>
                  </a:cubicBezTo>
                  <a:cubicBezTo>
                    <a:pt x="230" y="339"/>
                    <a:pt x="221" y="475"/>
                    <a:pt x="221" y="475"/>
                  </a:cubicBezTo>
                  <a:cubicBezTo>
                    <a:pt x="203" y="474"/>
                    <a:pt x="203" y="474"/>
                    <a:pt x="203" y="474"/>
                  </a:cubicBezTo>
                  <a:cubicBezTo>
                    <a:pt x="203" y="474"/>
                    <a:pt x="221" y="294"/>
                    <a:pt x="189" y="245"/>
                  </a:cubicBezTo>
                  <a:cubicBezTo>
                    <a:pt x="156" y="197"/>
                    <a:pt x="97" y="181"/>
                    <a:pt x="88" y="238"/>
                  </a:cubicBezTo>
                  <a:cubicBezTo>
                    <a:pt x="85" y="256"/>
                    <a:pt x="90" y="270"/>
                    <a:pt x="85" y="275"/>
                  </a:cubicBezTo>
                  <a:cubicBezTo>
                    <a:pt x="82" y="260"/>
                    <a:pt x="61" y="275"/>
                    <a:pt x="61" y="275"/>
                  </a:cubicBezTo>
                  <a:cubicBezTo>
                    <a:pt x="61" y="275"/>
                    <a:pt x="85" y="237"/>
                    <a:pt x="70" y="231"/>
                  </a:cubicBezTo>
                  <a:cubicBezTo>
                    <a:pt x="54" y="225"/>
                    <a:pt x="40" y="251"/>
                    <a:pt x="29" y="270"/>
                  </a:cubicBezTo>
                  <a:cubicBezTo>
                    <a:pt x="26" y="256"/>
                    <a:pt x="21" y="245"/>
                    <a:pt x="0" y="241"/>
                  </a:cubicBezTo>
                  <a:cubicBezTo>
                    <a:pt x="0" y="241"/>
                    <a:pt x="34" y="234"/>
                    <a:pt x="71" y="210"/>
                  </a:cubicBezTo>
                  <a:cubicBezTo>
                    <a:pt x="107" y="186"/>
                    <a:pt x="86" y="175"/>
                    <a:pt x="65" y="188"/>
                  </a:cubicBezTo>
                  <a:cubicBezTo>
                    <a:pt x="44" y="200"/>
                    <a:pt x="26" y="215"/>
                    <a:pt x="26" y="215"/>
                  </a:cubicBezTo>
                  <a:cubicBezTo>
                    <a:pt x="26" y="215"/>
                    <a:pt x="40" y="178"/>
                    <a:pt x="28" y="169"/>
                  </a:cubicBezTo>
                  <a:cubicBezTo>
                    <a:pt x="44" y="164"/>
                    <a:pt x="76" y="180"/>
                    <a:pt x="79" y="153"/>
                  </a:cubicBezTo>
                  <a:cubicBezTo>
                    <a:pt x="82" y="126"/>
                    <a:pt x="11" y="141"/>
                    <a:pt x="11" y="141"/>
                  </a:cubicBezTo>
                  <a:cubicBezTo>
                    <a:pt x="11" y="141"/>
                    <a:pt x="34" y="122"/>
                    <a:pt x="18" y="107"/>
                  </a:cubicBezTo>
                  <a:cubicBezTo>
                    <a:pt x="34" y="104"/>
                    <a:pt x="62" y="136"/>
                    <a:pt x="80" y="115"/>
                  </a:cubicBezTo>
                  <a:cubicBezTo>
                    <a:pt x="98" y="94"/>
                    <a:pt x="47" y="82"/>
                    <a:pt x="47" y="82"/>
                  </a:cubicBezTo>
                  <a:cubicBezTo>
                    <a:pt x="47" y="82"/>
                    <a:pt x="62" y="79"/>
                    <a:pt x="65" y="62"/>
                  </a:cubicBezTo>
                  <a:cubicBezTo>
                    <a:pt x="70" y="69"/>
                    <a:pt x="73" y="77"/>
                    <a:pt x="83" y="71"/>
                  </a:cubicBezTo>
                  <a:cubicBezTo>
                    <a:pt x="94" y="65"/>
                    <a:pt x="80" y="0"/>
                    <a:pt x="80" y="0"/>
                  </a:cubicBezTo>
                  <a:cubicBezTo>
                    <a:pt x="80" y="0"/>
                    <a:pt x="97" y="18"/>
                    <a:pt x="118" y="1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cxnSp>
        <p:nvCxnSpPr>
          <p:cNvPr id="853" name="Straight Connector 852"/>
          <p:cNvCxnSpPr>
            <a:stCxn id="613" idx="1"/>
            <a:endCxn id="812" idx="10"/>
          </p:cNvCxnSpPr>
          <p:nvPr/>
        </p:nvCxnSpPr>
        <p:spPr>
          <a:xfrm flipH="1">
            <a:off x="6111413" y="1845451"/>
            <a:ext cx="1285017" cy="919100"/>
          </a:xfrm>
          <a:prstGeom prst="line">
            <a:avLst/>
          </a:prstGeom>
          <a:ln w="25400" cap="rnd" cmpd="sng">
            <a:solidFill>
              <a:schemeClr val="bg2">
                <a:lumMod val="60000"/>
                <a:lumOff val="40000"/>
              </a:schemeClr>
            </a:solidFill>
            <a:headEnd type="triangle"/>
            <a:tailEnd type="triangle"/>
          </a:ln>
          <a:effectLst>
            <a:outerShdw dist="254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4" name="Straight Connector 853"/>
          <p:cNvCxnSpPr>
            <a:stCxn id="611" idx="1"/>
          </p:cNvCxnSpPr>
          <p:nvPr/>
        </p:nvCxnSpPr>
        <p:spPr>
          <a:xfrm flipH="1" flipV="1">
            <a:off x="6335423" y="3186409"/>
            <a:ext cx="1088927" cy="208349"/>
          </a:xfrm>
          <a:prstGeom prst="line">
            <a:avLst/>
          </a:prstGeom>
          <a:ln w="25400" cap="rnd" cmpd="sng">
            <a:solidFill>
              <a:schemeClr val="bg2">
                <a:lumMod val="60000"/>
                <a:lumOff val="40000"/>
              </a:schemeClr>
            </a:solidFill>
            <a:headEnd type="triangle"/>
            <a:tailEnd type="triangle"/>
          </a:ln>
          <a:effectLst>
            <a:outerShdw dist="254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5" name="Straight Connector 854"/>
          <p:cNvCxnSpPr>
            <a:stCxn id="609" idx="1"/>
            <a:endCxn id="845" idx="11"/>
          </p:cNvCxnSpPr>
          <p:nvPr/>
        </p:nvCxnSpPr>
        <p:spPr>
          <a:xfrm flipH="1" flipV="1">
            <a:off x="5940917" y="3152876"/>
            <a:ext cx="1483432" cy="1783475"/>
          </a:xfrm>
          <a:prstGeom prst="line">
            <a:avLst/>
          </a:prstGeom>
          <a:ln w="25400" cap="rnd" cmpd="sng">
            <a:solidFill>
              <a:schemeClr val="bg2">
                <a:lumMod val="60000"/>
                <a:lumOff val="40000"/>
              </a:schemeClr>
            </a:solidFill>
            <a:headEnd type="triangle"/>
            <a:tailEnd type="triangle"/>
          </a:ln>
          <a:effectLst>
            <a:outerShdw dist="254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6" name="Straight Connector 855"/>
          <p:cNvCxnSpPr/>
          <p:nvPr/>
        </p:nvCxnSpPr>
        <p:spPr>
          <a:xfrm flipH="1" flipV="1">
            <a:off x="4758779" y="1979714"/>
            <a:ext cx="1190820" cy="1486"/>
          </a:xfrm>
          <a:prstGeom prst="line">
            <a:avLst/>
          </a:prstGeom>
          <a:ln w="25400" cap="rnd" cmpd="sng">
            <a:solidFill>
              <a:schemeClr val="bg2">
                <a:lumMod val="60000"/>
                <a:lumOff val="40000"/>
              </a:schemeClr>
            </a:solidFill>
            <a:headEnd type="triangle"/>
            <a:tailEnd type="triangle"/>
          </a:ln>
          <a:effectLst>
            <a:outerShdw dist="254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7" name="Straight Connector 856"/>
          <p:cNvCxnSpPr>
            <a:stCxn id="779" idx="4"/>
            <a:endCxn id="612" idx="3"/>
          </p:cNvCxnSpPr>
          <p:nvPr/>
        </p:nvCxnSpPr>
        <p:spPr>
          <a:xfrm flipH="1">
            <a:off x="4786700" y="2811251"/>
            <a:ext cx="1023461" cy="583506"/>
          </a:xfrm>
          <a:prstGeom prst="line">
            <a:avLst/>
          </a:prstGeom>
          <a:ln w="25400" cap="rnd" cmpd="sng">
            <a:solidFill>
              <a:schemeClr val="bg2">
                <a:lumMod val="60000"/>
                <a:lumOff val="40000"/>
              </a:schemeClr>
            </a:solidFill>
            <a:headEnd type="triangle"/>
            <a:tailEnd type="triangle"/>
          </a:ln>
          <a:effectLst>
            <a:outerShdw dist="254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8" name="Straight Connector 857"/>
          <p:cNvCxnSpPr>
            <a:endCxn id="610" idx="3"/>
          </p:cNvCxnSpPr>
          <p:nvPr/>
        </p:nvCxnSpPr>
        <p:spPr>
          <a:xfrm flipH="1">
            <a:off x="4786699" y="3334432"/>
            <a:ext cx="1012300" cy="1601919"/>
          </a:xfrm>
          <a:prstGeom prst="line">
            <a:avLst/>
          </a:prstGeom>
          <a:ln w="25400" cap="rnd" cmpd="sng">
            <a:solidFill>
              <a:schemeClr val="bg2">
                <a:lumMod val="60000"/>
                <a:lumOff val="40000"/>
              </a:schemeClr>
            </a:solidFill>
            <a:headEnd type="triangle"/>
            <a:tailEnd type="triangle"/>
          </a:ln>
          <a:effectLst>
            <a:outerShdw dist="254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2475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/>
                                        <p:tgtEl>
                                          <p:spTgt spid="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800"/>
                                        <p:tgtEl>
                                          <p:spTgt spid="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80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800"/>
                                        <p:tgtEl>
                                          <p:spTgt spid="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7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7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6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6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6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6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nodeType="withEffect">
                                  <p:stCondLst>
                                    <p:cond delay="57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nodeType="withEffect">
                                  <p:stCondLst>
                                    <p:cond delay="59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2" fill="hold" nodeType="withEffect">
                                  <p:stCondLst>
                                    <p:cond delay="61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4" dur="500"/>
                                        <p:tgtEl>
                                          <p:spTgt spid="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2" fill="hold" nodeType="withEffect">
                                  <p:stCondLst>
                                    <p:cond delay="63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500"/>
                                        <p:tgtEl>
                                          <p:spTgt spid="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2" fill="hold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9" grpId="0" animBg="1"/>
      <p:bldP spid="610" grpId="0" animBg="1"/>
      <p:bldP spid="611" grpId="0" animBg="1"/>
      <p:bldP spid="612" grpId="0" animBg="1"/>
      <p:bldP spid="613" grpId="0" animBg="1"/>
      <p:bldP spid="6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What is ARI?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dirty="0">
                <a:solidFill>
                  <a:schemeClr val="bg1"/>
                </a:solidFill>
              </a:rPr>
              <a:t>ARI = Autonomic Regulation Index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Composite score describing how well the Autonomic Nervous System is balanced and adaptive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Derived from HeartQuest Professional HRV metrics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Used inside CRIS GOLD for quadrant placement and treatment logic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432101-E347-8DEC-2F96-0FF8A6DA77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6530" y="3918608"/>
            <a:ext cx="4720590" cy="28323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Why ARI Matters Clinically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ANS dysregulation is linked to fatigue, anxiety, chronic illness, pain, and cognitive decline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ARI summarizes complex HRV patterns into a clinically usable signal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Allows fast protocol selection and tracking over time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B79395-D136-2754-3182-86B765C3AD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8395" y="3550920"/>
            <a:ext cx="4391490" cy="34692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HQP Parameters Used in ARI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SDNN – overall autonomic adaptability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RMSSD – parasympathetic (vagal) function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Stress Index – sympathetic load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LF% – sympathetic/baroreflex activity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HF% – parasympathetic activity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VLF% – central nervous system &amp; emotional load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Total Power – energetic reserve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EE0AA3-0FFF-F148-6CAB-4EE0531ED3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6694" y="930408"/>
            <a:ext cx="3181917" cy="43513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Conceptual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High ARI = flexible, resilient nervous system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Low ARI = rigid, overloaded, or depleted nervous system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Balanced sympathetic + parasympathetic activity = optimal regulation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03AEB5-4371-1B39-135D-433B88FE2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061" y="3657599"/>
            <a:ext cx="5682939" cy="31114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C37D85-6325-056A-5CFA-356D5D8312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581" y="3319870"/>
            <a:ext cx="2391896" cy="31114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ARI and CRIS GOLD Quadrants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Q1 – Low regulation + low energy (depletion)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Q2 – Low regulation + high stress (overdrive)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Q3 – Improving regulation (recovery)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Q4 – High regulation + high resilience (optimal)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D98410-8EF0-F2CE-287B-94517F417E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214" t="34286" r="25381" b="21524"/>
          <a:stretch>
            <a:fillRect/>
          </a:stretch>
        </p:blipFill>
        <p:spPr>
          <a:xfrm>
            <a:off x="2055223" y="3614057"/>
            <a:ext cx="4833258" cy="30305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-134982"/>
            <a:ext cx="8229600" cy="1143000"/>
          </a:xfrm>
        </p:spPr>
        <p:txBody>
          <a:bodyPr/>
          <a:lstStyle/>
          <a:p>
            <a:r>
              <a:rPr dirty="0">
                <a:solidFill>
                  <a:schemeClr val="bg1"/>
                </a:solidFill>
              </a:rPr>
              <a:t>ARI Clinical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12126" y="1008019"/>
            <a:ext cx="8229600" cy="4525963"/>
          </a:xfrm>
        </p:spPr>
        <p:txBody>
          <a:bodyPr>
            <a:normAutofit/>
          </a:bodyPr>
          <a:lstStyle/>
          <a:p>
            <a:r>
              <a:rPr dirty="0">
                <a:solidFill>
                  <a:schemeClr val="bg1"/>
                </a:solidFill>
              </a:rPr>
              <a:t>Low ARI patterns: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• Low SDNN + low Total Power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• High Stress Index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• High LF% with low HF%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• High VLF% emotional load</a:t>
            </a:r>
          </a:p>
          <a:p>
            <a:pPr lvl="1"/>
            <a:endParaRPr dirty="0">
              <a:solidFill>
                <a:schemeClr val="bg1"/>
              </a:solidFill>
            </a:endParaRPr>
          </a:p>
          <a:p>
            <a:pPr lvl="1"/>
            <a:r>
              <a:rPr dirty="0">
                <a:solidFill>
                  <a:schemeClr val="bg1"/>
                </a:solidFill>
              </a:rPr>
              <a:t>High ARI patterns: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• Normal/high SDNN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• Balanced LF/HF ratio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• Normal Stress Index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• Adequate Total Power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ARI Integration in CRIS GOLD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Automatically calculated after HQP data entry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Used to drive: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• Quadrant selection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• NeuroVIZR protocol mapping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• Supplement category prioritization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• ERM / ELI contextual weighting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ARI + NeuroVIZR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Low ARI → autonomic stabilization protocols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Stress dominant → calming + vagal activation programs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Depletion dominant → gentle activation + energy restoration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High ARI → performance optimization protocols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ARI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Chronic fatigue &amp; burnout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PTSD / anxiety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Long COVID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Cardiometabolic dysfunction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Neurocognitive decline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Athletic overtraining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Tracking ARI Over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Baseline ARI at intake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Re-test after interventions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Trend analysis shows autonomic recovery or deterioration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Objective marker for treatment effectiveness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ARI simplifies autonomic complexity into a clinically actionable index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Built directly from HQP physiology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Core driver of CRIS GOLD intelligence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Enables consistent, scalable clinical decision-making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27440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1114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425</Words>
  <Application>Microsoft Office PowerPoint</Application>
  <PresentationFormat>Widescreen</PresentationFormat>
  <Paragraphs>74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CRIS GOLD™ Autonomic Regulation Index (ARI)</vt:lpstr>
      <vt:lpstr>CRIS Autonomic Nervous System Regulation Index (ARI)</vt:lpstr>
      <vt:lpstr>What is ARI?</vt:lpstr>
      <vt:lpstr>Why ARI Matters Clinically</vt:lpstr>
      <vt:lpstr>HQP Parameters Used in ARI</vt:lpstr>
      <vt:lpstr>Conceptual Model</vt:lpstr>
      <vt:lpstr>ARI and CRIS GOLD Quadrants</vt:lpstr>
      <vt:lpstr>ARI Clinical Interpretation</vt:lpstr>
      <vt:lpstr>ARI Integration in CRIS GOLD</vt:lpstr>
      <vt:lpstr>ARI + NeuroVIZR Mapping</vt:lpstr>
      <vt:lpstr>ARI Use Cases</vt:lpstr>
      <vt:lpstr>Tracking ARI Over Time</vt:lpstr>
      <vt:lpstr>Summary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Kessler</dc:creator>
  <cp:lastModifiedBy>Michael Kessler</cp:lastModifiedBy>
  <cp:revision>1</cp:revision>
  <dcterms:created xsi:type="dcterms:W3CDTF">2026-01-24T19:43:22Z</dcterms:created>
  <dcterms:modified xsi:type="dcterms:W3CDTF">2026-01-24T21:16:35Z</dcterms:modified>
</cp:coreProperties>
</file>