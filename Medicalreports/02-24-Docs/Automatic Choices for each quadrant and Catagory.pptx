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259" r:id="rId3"/>
    <p:sldId id="261" r:id="rId4"/>
    <p:sldId id="262" r:id="rId5"/>
    <p:sldId id="263" r:id="rId6"/>
    <p:sldId id="308" r:id="rId7"/>
    <p:sldId id="309" r:id="rId8"/>
    <p:sldId id="311" r:id="rId9"/>
    <p:sldId id="312" r:id="rId10"/>
    <p:sldId id="296" r:id="rId11"/>
    <p:sldId id="297" r:id="rId12"/>
    <p:sldId id="298" r:id="rId13"/>
    <p:sldId id="299" r:id="rId14"/>
    <p:sldId id="300" r:id="rId15"/>
    <p:sldId id="313" r:id="rId16"/>
    <p:sldId id="302" r:id="rId17"/>
    <p:sldId id="303" r:id="rId18"/>
    <p:sldId id="304" r:id="rId19"/>
    <p:sldId id="305" r:id="rId20"/>
    <p:sldId id="314" r:id="rId21"/>
    <p:sldId id="307" r:id="rId22"/>
    <p:sldId id="310" r:id="rId23"/>
    <p:sldId id="2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EC3C-4826-85BB-9B90-8E3A3C83D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41C92-77C6-DDCA-0F66-600903281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9AB3F-9AB5-2590-4665-439D1FC6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84466-C414-E6C5-9620-0F80D56C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A251-81DF-A192-015D-C9049E6F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3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1958C-17A9-2248-2299-BBAF111E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99BB8-C45C-D9E0-212B-377962B6D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870A-4EBD-DD98-75E1-9C6372E8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00F45-5DA7-C2C0-005B-08073E04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0A82-D3F9-B049-4701-4B50AC44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2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EE37-8ED6-1C2D-5134-89E379D2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1D837-8FFF-4397-3FCB-B28567CB7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8C6D9-91A6-904A-1645-9E35063D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36F7-D380-50CA-BDB6-70301F33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54DB5-42A8-F448-7985-C8AE2ACC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0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72CE-8BF4-1C69-696C-386441EE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BEC0-EF01-6DD6-028B-B0FB0EE18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5A49A-DEBA-9416-9F20-F6BA119F9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BB355-2EE7-2337-A5F1-B4C8302F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8482E-FD17-A9E0-DBD1-2DBE901D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3BE92-FA9F-559E-4433-687E9D07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0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C9E1-B2DC-B624-D8B0-4D43EF22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7BC03-4089-8F8D-20C7-A92A95672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D1736-1C16-31EC-2A82-AAD4265B0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2B304-2A15-AC26-89D2-F9DCCD2A3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D843A-8D23-A45B-38F8-74B1971C9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C9961-208A-E00F-454F-B4989665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FC064-2C2C-91DE-E533-B811DC35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ACAF8-518E-4BEA-0CA4-35A89B60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6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A486-2063-D948-24CA-D6AC56CA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93EB9-692F-07A9-43CE-8162EF07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142BA-350A-2487-838E-4ACA056D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5B876-D747-6DB1-A088-A3C7EAA5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9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7D7CB6-D15D-15F5-AA95-705CA847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75EFA-71D8-5F0B-2E36-53392172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25382-6540-5E3B-3AF2-0C9CCD23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1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8A5B-18A8-0FB4-0A9A-D573149F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44444-3EDB-2CCB-D211-7FD16683D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BAB69-1CD9-EE91-C0F4-F632F4E9E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F8B44-F11C-F390-6634-91B7F1CE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AC1CE-22AC-6A38-F870-831923DE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AF03-B561-4ACE-FF8D-D23CDEA73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2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5826-7FC7-6E23-7A3E-4CAAB526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26B80-C421-EB9B-A077-1B987270E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ABC5B-8E4C-79A3-8C8E-3AB791F3B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D2961-BF01-2EBA-ACB4-20C30D90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8A118-3147-7A4B-8713-6D028A52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0F5C1-54D5-4F10-51C9-1A5A9A03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3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EB15-4860-A0E4-11AF-06EB33EA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64AD1-C3D1-FFFC-6BBC-8C1C04AB7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7994A-A9A1-A47F-661E-70CD31A0D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59A3-8B88-CEBF-28F1-5E9F725D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8FE53-FCD6-4D35-7D4C-CE29907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3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E6B28-C4C4-020C-C6D4-21C031C76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60E1B-109F-271D-16B6-BB008FC78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53EB-4B30-A72B-E3C3-A9959071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111D-9968-B3B0-3A7C-60486119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48CD8-3A98-728A-DDDB-634E05BE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DECF8-6B5C-5E5D-635B-D79E55C1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2436-B00A-7DF6-5D16-EE6E79B9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7488-CD78-BBD9-EEC1-4EECB86D9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E742C-B868-41A8-8B89-D00A64AD26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9F13-51AC-A0A6-239B-3F40AD0DF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0D170-3736-117D-1B0A-105E48241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92C59-F83C-4D7A-95C3-3FA411F68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C2E71-6FF5-561E-C95E-FD7128CBB6F2}"/>
              </a:ext>
            </a:extLst>
          </p:cNvPr>
          <p:cNvSpPr txBox="1"/>
          <p:nvPr/>
        </p:nvSpPr>
        <p:spPr>
          <a:xfrm>
            <a:off x="2255520" y="2168435"/>
            <a:ext cx="652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Automatic Remedy Priority Choices for each category and Quadrant</a:t>
            </a:r>
          </a:p>
        </p:txBody>
      </p:sp>
    </p:spTree>
    <p:extLst>
      <p:ext uri="{BB962C8B-B14F-4D97-AF65-F5344CB8AC3E}">
        <p14:creationId xmlns:p14="http://schemas.microsoft.com/office/powerpoint/2010/main" val="249545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0E2CE4-5FA9-F1A3-E706-17FEF00C8A67}"/>
              </a:ext>
            </a:extLst>
          </p:cNvPr>
          <p:cNvSpPr txBox="1"/>
          <p:nvPr/>
        </p:nvSpPr>
        <p:spPr>
          <a:xfrm>
            <a:off x="583474" y="269966"/>
            <a:ext cx="8769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Drainage List from selection and ELI Remedies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B8145-E1AA-ABDA-EB43-7024E195902D}"/>
              </a:ext>
            </a:extLst>
          </p:cNvPr>
          <p:cNvSpPr txBox="1"/>
          <p:nvPr/>
        </p:nvSpPr>
        <p:spPr>
          <a:xfrm>
            <a:off x="2548813" y="916297"/>
            <a:ext cx="6363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Quadrant  1 of the Drainage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57803-3879-FA11-9337-6ABAEEBFF4EA}"/>
              </a:ext>
            </a:extLst>
          </p:cNvPr>
          <p:cNvSpPr txBox="1"/>
          <p:nvPr/>
        </p:nvSpPr>
        <p:spPr>
          <a:xfrm>
            <a:off x="4005943" y="1706282"/>
            <a:ext cx="32125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Mudipur</a:t>
            </a:r>
          </a:p>
          <a:p>
            <a:r>
              <a:rPr lang="en-US" sz="3600" dirty="0"/>
              <a:t>Stress Buster Kit</a:t>
            </a:r>
          </a:p>
        </p:txBody>
      </p:sp>
    </p:spTree>
    <p:extLst>
      <p:ext uri="{BB962C8B-B14F-4D97-AF65-F5344CB8AC3E}">
        <p14:creationId xmlns:p14="http://schemas.microsoft.com/office/powerpoint/2010/main" val="362499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1CE71-C51A-6447-0A7E-18525FCC05E9}"/>
              </a:ext>
            </a:extLst>
          </p:cNvPr>
          <p:cNvSpPr txBox="1"/>
          <p:nvPr/>
        </p:nvSpPr>
        <p:spPr>
          <a:xfrm>
            <a:off x="3252249" y="250026"/>
            <a:ext cx="45084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Quadrant 2 Drainage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0B4C7E-2886-C42B-5801-0ED86DD2F15A}"/>
              </a:ext>
            </a:extLst>
          </p:cNvPr>
          <p:cNvSpPr txBox="1"/>
          <p:nvPr/>
        </p:nvSpPr>
        <p:spPr>
          <a:xfrm>
            <a:off x="3544479" y="1140643"/>
            <a:ext cx="3212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Stress Buster Kit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459E8-18B2-CF37-744A-71266134B82E}"/>
              </a:ext>
            </a:extLst>
          </p:cNvPr>
          <p:cNvSpPr txBox="1"/>
          <p:nvPr/>
        </p:nvSpPr>
        <p:spPr>
          <a:xfrm>
            <a:off x="2984706" y="1878339"/>
            <a:ext cx="458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Detox and Drainage Kit</a:t>
            </a:r>
          </a:p>
        </p:txBody>
      </p:sp>
    </p:spTree>
    <p:extLst>
      <p:ext uri="{BB962C8B-B14F-4D97-AF65-F5344CB8AC3E}">
        <p14:creationId xmlns:p14="http://schemas.microsoft.com/office/powerpoint/2010/main" val="310517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993B2F-20B4-74FB-9D5C-397516DD08A8}"/>
              </a:ext>
            </a:extLst>
          </p:cNvPr>
          <p:cNvSpPr txBox="1"/>
          <p:nvPr/>
        </p:nvSpPr>
        <p:spPr>
          <a:xfrm>
            <a:off x="2818614" y="282803"/>
            <a:ext cx="45084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Quadrant 3 Drainage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A8F8C-A924-CEED-0BE3-C36B2D7C8D62}"/>
              </a:ext>
            </a:extLst>
          </p:cNvPr>
          <p:cNvSpPr txBox="1"/>
          <p:nvPr/>
        </p:nvSpPr>
        <p:spPr>
          <a:xfrm>
            <a:off x="3733014" y="1300899"/>
            <a:ext cx="2251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Neu-Regen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6CE31-81CB-839D-ED76-BD93DEE6EC0D}"/>
              </a:ext>
            </a:extLst>
          </p:cNvPr>
          <p:cNvSpPr txBox="1"/>
          <p:nvPr/>
        </p:nvSpPr>
        <p:spPr>
          <a:xfrm>
            <a:off x="3876097" y="2177592"/>
            <a:ext cx="1965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JUVE-CAL</a:t>
            </a:r>
          </a:p>
        </p:txBody>
      </p:sp>
    </p:spTree>
    <p:extLst>
      <p:ext uri="{BB962C8B-B14F-4D97-AF65-F5344CB8AC3E}">
        <p14:creationId xmlns:p14="http://schemas.microsoft.com/office/powerpoint/2010/main" val="263634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EC0C50-684C-C479-E6EB-AF43B2ED9CB3}"/>
              </a:ext>
            </a:extLst>
          </p:cNvPr>
          <p:cNvSpPr txBox="1"/>
          <p:nvPr/>
        </p:nvSpPr>
        <p:spPr>
          <a:xfrm>
            <a:off x="3601039" y="584461"/>
            <a:ext cx="3653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Quadrant 4 Drainage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E3854-C0FC-15C1-3E25-28C351B4BDB5}"/>
              </a:ext>
            </a:extLst>
          </p:cNvPr>
          <p:cNvSpPr txBox="1"/>
          <p:nvPr/>
        </p:nvSpPr>
        <p:spPr>
          <a:xfrm>
            <a:off x="3940404" y="1385740"/>
            <a:ext cx="1883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Detox Kit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2056D-C9DE-A7EA-16CB-01F84CB2CA56}"/>
              </a:ext>
            </a:extLst>
          </p:cNvPr>
          <p:cNvSpPr txBox="1"/>
          <p:nvPr/>
        </p:nvSpPr>
        <p:spPr>
          <a:xfrm>
            <a:off x="2425877" y="2375555"/>
            <a:ext cx="6658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Toxex but with caution and start slowly</a:t>
            </a:r>
          </a:p>
        </p:txBody>
      </p:sp>
    </p:spTree>
    <p:extLst>
      <p:ext uri="{BB962C8B-B14F-4D97-AF65-F5344CB8AC3E}">
        <p14:creationId xmlns:p14="http://schemas.microsoft.com/office/powerpoint/2010/main" val="192398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E1E338-3191-DEF2-B65C-9D707D9B856D}"/>
              </a:ext>
            </a:extLst>
          </p:cNvPr>
          <p:cNvSpPr txBox="1"/>
          <p:nvPr/>
        </p:nvSpPr>
        <p:spPr>
          <a:xfrm>
            <a:off x="4000500" y="815340"/>
            <a:ext cx="539327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Cell Membrane Quadrant 1</a:t>
            </a:r>
          </a:p>
          <a:p>
            <a:endParaRPr lang="en-US" sz="2400" dirty="0"/>
          </a:p>
          <a:p>
            <a:r>
              <a:rPr lang="en-US" sz="2400" dirty="0"/>
              <a:t>Membrane Mend</a:t>
            </a:r>
          </a:p>
          <a:p>
            <a:endParaRPr lang="en-US" sz="2400" dirty="0"/>
          </a:p>
          <a:p>
            <a:r>
              <a:rPr lang="en-US" sz="2400" dirty="0"/>
              <a:t>OmegaAvail Ultra DHA</a:t>
            </a:r>
          </a:p>
          <a:p>
            <a:endParaRPr lang="en-US" sz="2400" dirty="0"/>
          </a:p>
          <a:p>
            <a:r>
              <a:rPr lang="en-US" sz="2400" dirty="0"/>
              <a:t>Stress Buster Kit for Emotional Load Index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2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634006-D171-BB9B-BFCB-622EAC33F0A7}"/>
              </a:ext>
            </a:extLst>
          </p:cNvPr>
          <p:cNvSpPr txBox="1"/>
          <p:nvPr/>
        </p:nvSpPr>
        <p:spPr>
          <a:xfrm>
            <a:off x="3180786" y="933488"/>
            <a:ext cx="4098814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Cell Membrane Quadrant 2</a:t>
            </a:r>
          </a:p>
          <a:p>
            <a:endParaRPr lang="en-US" dirty="0"/>
          </a:p>
          <a:p>
            <a:r>
              <a:rPr lang="en-US" dirty="0"/>
              <a:t>Membrane Mend</a:t>
            </a:r>
          </a:p>
          <a:p>
            <a:endParaRPr lang="en-US" dirty="0"/>
          </a:p>
          <a:p>
            <a:r>
              <a:rPr lang="en-US" dirty="0"/>
              <a:t>OmegAvail Ultra DHA</a:t>
            </a:r>
          </a:p>
          <a:p>
            <a:endParaRPr lang="en-US" dirty="0"/>
          </a:p>
          <a:p>
            <a:r>
              <a:rPr lang="en-US" dirty="0"/>
              <a:t>Stress Buster Kit for Emotional Load Index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8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D0A3F0-9C9F-F910-FEE4-D180D2AA1ED8}"/>
              </a:ext>
            </a:extLst>
          </p:cNvPr>
          <p:cNvSpPr txBox="1"/>
          <p:nvPr/>
        </p:nvSpPr>
        <p:spPr>
          <a:xfrm>
            <a:off x="3446734" y="1565117"/>
            <a:ext cx="365003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Cell Membrane Quadrant 3</a:t>
            </a:r>
          </a:p>
          <a:p>
            <a:endParaRPr lang="en-US" dirty="0"/>
          </a:p>
          <a:p>
            <a:r>
              <a:rPr lang="en-US" sz="2400" dirty="0"/>
              <a:t>Membrane Mend</a:t>
            </a:r>
          </a:p>
          <a:p>
            <a:endParaRPr lang="en-US" sz="2400" dirty="0"/>
          </a:p>
          <a:p>
            <a:r>
              <a:rPr lang="en-US" sz="2400" dirty="0"/>
              <a:t>OmegAvail Ultra DHA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14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EE1F1D-64E0-C36D-31FF-493A39991C71}"/>
              </a:ext>
            </a:extLst>
          </p:cNvPr>
          <p:cNvSpPr txBox="1"/>
          <p:nvPr/>
        </p:nvSpPr>
        <p:spPr>
          <a:xfrm>
            <a:off x="4164746" y="998924"/>
            <a:ext cx="358200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Cell Membrane Quadrant 4</a:t>
            </a:r>
          </a:p>
          <a:p>
            <a:endParaRPr lang="en-US" dirty="0"/>
          </a:p>
          <a:p>
            <a:r>
              <a:rPr lang="en-US" sz="2000" dirty="0"/>
              <a:t>Membrane Mend</a:t>
            </a:r>
          </a:p>
          <a:p>
            <a:endParaRPr lang="en-US" sz="2000" dirty="0"/>
          </a:p>
          <a:p>
            <a:r>
              <a:rPr lang="en-US" sz="2000" dirty="0"/>
              <a:t>OmegAvail Ultra DHA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27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AA7C8-DE96-4C55-D8F8-03A9E6E10E08}"/>
              </a:ext>
            </a:extLst>
          </p:cNvPr>
          <p:cNvSpPr txBox="1"/>
          <p:nvPr/>
        </p:nvSpPr>
        <p:spPr>
          <a:xfrm>
            <a:off x="3666308" y="1645919"/>
            <a:ext cx="4465903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Mitochondria Quadrant 1</a:t>
            </a:r>
          </a:p>
          <a:p>
            <a:endParaRPr lang="en-US" dirty="0"/>
          </a:p>
          <a:p>
            <a:r>
              <a:rPr lang="en-US" dirty="0"/>
              <a:t>The ONE</a:t>
            </a:r>
          </a:p>
          <a:p>
            <a:endParaRPr lang="en-US" dirty="0"/>
          </a:p>
          <a:p>
            <a:r>
              <a:rPr lang="en-US" dirty="0"/>
              <a:t>ATP 360</a:t>
            </a:r>
          </a:p>
          <a:p>
            <a:endParaRPr lang="en-US" dirty="0"/>
          </a:p>
          <a:p>
            <a:r>
              <a:rPr lang="en-US" dirty="0"/>
              <a:t>Intra Min and Intra Max</a:t>
            </a:r>
          </a:p>
          <a:p>
            <a:endParaRPr lang="en-US" dirty="0"/>
          </a:p>
          <a:p>
            <a:r>
              <a:rPr lang="en-US" dirty="0"/>
              <a:t>Stress Buster Kit for the Emotional Load Index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953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DA0A1D-7DB2-23DC-50CC-383BCAFFAD78}"/>
              </a:ext>
            </a:extLst>
          </p:cNvPr>
          <p:cNvSpPr txBox="1"/>
          <p:nvPr/>
        </p:nvSpPr>
        <p:spPr>
          <a:xfrm>
            <a:off x="3274423" y="1245325"/>
            <a:ext cx="45345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Mitochondrial Quadrant 2</a:t>
            </a:r>
          </a:p>
          <a:p>
            <a:endParaRPr lang="en-US" dirty="0"/>
          </a:p>
          <a:p>
            <a:r>
              <a:rPr lang="en-US" sz="2000" dirty="0"/>
              <a:t>NAD+ Platinum Longevity</a:t>
            </a:r>
          </a:p>
          <a:p>
            <a:endParaRPr lang="en-US" sz="2000" dirty="0"/>
          </a:p>
          <a:p>
            <a:r>
              <a:rPr lang="en-US" sz="2000" dirty="0"/>
              <a:t>ATP Fuel</a:t>
            </a:r>
          </a:p>
          <a:p>
            <a:endParaRPr lang="en-US" sz="2000" dirty="0"/>
          </a:p>
          <a:p>
            <a:r>
              <a:rPr lang="en-US" sz="2000" dirty="0"/>
              <a:t>Stress Buster Kit for Emotional Load Index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7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B32626-B77C-241F-F950-ABA5E8B83BF6}"/>
              </a:ext>
            </a:extLst>
          </p:cNvPr>
          <p:cNvSpPr txBox="1"/>
          <p:nvPr/>
        </p:nvSpPr>
        <p:spPr>
          <a:xfrm>
            <a:off x="4223657" y="1105989"/>
            <a:ext cx="35110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Mitochondrial Quadrant 3</a:t>
            </a:r>
          </a:p>
          <a:p>
            <a:endParaRPr lang="en-US" sz="2400" dirty="0"/>
          </a:p>
          <a:p>
            <a:r>
              <a:rPr lang="en-US" sz="2000" dirty="0"/>
              <a:t>ATP 360</a:t>
            </a:r>
          </a:p>
          <a:p>
            <a:endParaRPr lang="en-US" sz="2000" dirty="0"/>
          </a:p>
          <a:p>
            <a:r>
              <a:rPr lang="en-US" sz="2000" dirty="0"/>
              <a:t>IntraMIN and IntraMAX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78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E9EE5-5F0A-1E59-5611-A0E40CFB3E67}"/>
              </a:ext>
            </a:extLst>
          </p:cNvPr>
          <p:cNvSpPr txBox="1"/>
          <p:nvPr/>
        </p:nvSpPr>
        <p:spPr>
          <a:xfrm>
            <a:off x="4354286" y="853440"/>
            <a:ext cx="35110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Mitochondrial Quadrant 4</a:t>
            </a:r>
          </a:p>
          <a:p>
            <a:endParaRPr lang="en-US" sz="2400" b="1" dirty="0"/>
          </a:p>
          <a:p>
            <a:r>
              <a:rPr lang="en-US" sz="2000" dirty="0"/>
              <a:t>BC-ATP</a:t>
            </a:r>
          </a:p>
          <a:p>
            <a:endParaRPr lang="en-US" sz="2000" dirty="0"/>
          </a:p>
          <a:p>
            <a:r>
              <a:rPr lang="en-US" sz="2000" dirty="0"/>
              <a:t>UltraMin and UltraMAX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60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83220-C2E7-6968-08D3-2BCE1D514065}"/>
              </a:ext>
            </a:extLst>
          </p:cNvPr>
          <p:cNvSpPr txBox="1"/>
          <p:nvPr/>
        </p:nvSpPr>
        <p:spPr>
          <a:xfrm>
            <a:off x="3601223" y="1267785"/>
            <a:ext cx="453451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Neurocognitive Quadrant 1</a:t>
            </a:r>
          </a:p>
          <a:p>
            <a:endParaRPr lang="en-US" dirty="0"/>
          </a:p>
          <a:p>
            <a:r>
              <a:rPr lang="en-US" sz="2000" dirty="0"/>
              <a:t>BDNF Essentials</a:t>
            </a:r>
          </a:p>
          <a:p>
            <a:endParaRPr lang="en-US" sz="2000" dirty="0"/>
          </a:p>
          <a:p>
            <a:r>
              <a:rPr lang="en-US" sz="2000" dirty="0"/>
              <a:t>Neuropregnenolone</a:t>
            </a:r>
          </a:p>
          <a:p>
            <a:endParaRPr lang="en-US" sz="2000" dirty="0"/>
          </a:p>
          <a:p>
            <a:r>
              <a:rPr lang="en-US" sz="2000" dirty="0"/>
              <a:t>Stress Buster Kit for Emotional Load Index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5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2E525-40B3-629C-73A2-7638B7B966A2}"/>
              </a:ext>
            </a:extLst>
          </p:cNvPr>
          <p:cNvSpPr txBox="1"/>
          <p:nvPr/>
        </p:nvSpPr>
        <p:spPr>
          <a:xfrm>
            <a:off x="3448594" y="1375954"/>
            <a:ext cx="4534511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Neurocognitive Quadrant 2</a:t>
            </a:r>
          </a:p>
          <a:p>
            <a:endParaRPr lang="en-US" dirty="0"/>
          </a:p>
          <a:p>
            <a:r>
              <a:rPr lang="en-US" sz="2000" dirty="0"/>
              <a:t>Liposomal Magtein</a:t>
            </a:r>
          </a:p>
          <a:p>
            <a:endParaRPr lang="en-US" sz="2000" dirty="0"/>
          </a:p>
          <a:p>
            <a:r>
              <a:rPr lang="en-US" sz="2000" dirty="0"/>
              <a:t>BDNF Essentials</a:t>
            </a:r>
          </a:p>
          <a:p>
            <a:endParaRPr lang="en-US" sz="2000" dirty="0"/>
          </a:p>
          <a:p>
            <a:r>
              <a:rPr lang="en-US" sz="2000" dirty="0"/>
              <a:t>Stress Buster Kit for Emotional Load Index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0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DA60B-CAB0-38AC-44C5-C278677DF372}"/>
              </a:ext>
            </a:extLst>
          </p:cNvPr>
          <p:cNvSpPr txBox="1"/>
          <p:nvPr/>
        </p:nvSpPr>
        <p:spPr>
          <a:xfrm>
            <a:off x="1844040" y="1145994"/>
            <a:ext cx="80461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Neurocognitive Quadrant 3</a:t>
            </a:r>
          </a:p>
          <a:p>
            <a:endParaRPr lang="en-US" dirty="0"/>
          </a:p>
          <a:p>
            <a:r>
              <a:rPr lang="en-US" sz="2000" dirty="0"/>
              <a:t>Neuro Pregnenolone</a:t>
            </a:r>
          </a:p>
          <a:p>
            <a:endParaRPr lang="en-US" sz="2000" dirty="0"/>
          </a:p>
          <a:p>
            <a:r>
              <a:rPr lang="en-US" sz="2000" dirty="0"/>
              <a:t>XOME-To be used with neuroinflammation or any neurodegenerative issues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61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103F05-9EE8-9522-0BF9-CDB111629CF2}"/>
              </a:ext>
            </a:extLst>
          </p:cNvPr>
          <p:cNvSpPr txBox="1"/>
          <p:nvPr/>
        </p:nvSpPr>
        <p:spPr>
          <a:xfrm>
            <a:off x="4606834" y="896983"/>
            <a:ext cx="3574568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Neurocognitive Quadrant 4</a:t>
            </a:r>
          </a:p>
          <a:p>
            <a:endParaRPr lang="en-US" sz="2400" dirty="0"/>
          </a:p>
          <a:p>
            <a:r>
              <a:rPr lang="en-US" sz="2000" dirty="0"/>
              <a:t>Brain Vitale</a:t>
            </a:r>
          </a:p>
          <a:p>
            <a:endParaRPr lang="en-US" sz="2000" dirty="0"/>
          </a:p>
          <a:p>
            <a:r>
              <a:rPr lang="en-US" sz="2000" dirty="0"/>
              <a:t>Teavigo</a:t>
            </a:r>
          </a:p>
          <a:p>
            <a:endParaRPr lang="en-US" sz="2000" dirty="0"/>
          </a:p>
          <a:p>
            <a:r>
              <a:rPr lang="en-US" sz="2000" dirty="0"/>
              <a:t>Tri Fortify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59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8B945-1403-9198-EAB1-1476028E41DB}"/>
              </a:ext>
            </a:extLst>
          </p:cNvPr>
          <p:cNvSpPr txBox="1"/>
          <p:nvPr/>
        </p:nvSpPr>
        <p:spPr>
          <a:xfrm>
            <a:off x="4118131" y="423390"/>
            <a:ext cx="4763612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Cardiovascular Quadrant 1</a:t>
            </a:r>
          </a:p>
          <a:p>
            <a:endParaRPr lang="en-US" b="1" dirty="0"/>
          </a:p>
          <a:p>
            <a:r>
              <a:rPr lang="en-US" dirty="0"/>
              <a:t>Carditone</a:t>
            </a:r>
          </a:p>
          <a:p>
            <a:endParaRPr lang="en-US" dirty="0"/>
          </a:p>
          <a:p>
            <a:r>
              <a:rPr lang="en-US" dirty="0"/>
              <a:t>Cardio Elite</a:t>
            </a:r>
          </a:p>
          <a:p>
            <a:endParaRPr lang="en-US" dirty="0"/>
          </a:p>
          <a:p>
            <a:r>
              <a:rPr lang="en-US" b="1" dirty="0"/>
              <a:t>For Rhythm Issues</a:t>
            </a:r>
          </a:p>
          <a:p>
            <a:endParaRPr lang="en-US" dirty="0"/>
          </a:p>
          <a:p>
            <a:r>
              <a:rPr lang="en-US" dirty="0"/>
              <a:t>Cardinorma</a:t>
            </a:r>
          </a:p>
          <a:p>
            <a:r>
              <a:rPr lang="en-US" dirty="0"/>
              <a:t>Coro-Calm</a:t>
            </a:r>
          </a:p>
          <a:p>
            <a:endParaRPr lang="en-US" dirty="0"/>
          </a:p>
          <a:p>
            <a:r>
              <a:rPr lang="en-US" b="1" dirty="0"/>
              <a:t>For Increased Pulse Pressure (Vascular Stiffness)</a:t>
            </a:r>
          </a:p>
          <a:p>
            <a:endParaRPr lang="en-US" b="1" dirty="0"/>
          </a:p>
          <a:p>
            <a:r>
              <a:rPr lang="en-US" dirty="0"/>
              <a:t>Lumbrokinase (Boluoke) with</a:t>
            </a:r>
          </a:p>
          <a:p>
            <a:r>
              <a:rPr lang="en-US" dirty="0"/>
              <a:t>Nattoxym</a:t>
            </a:r>
          </a:p>
          <a:p>
            <a:br>
              <a:rPr lang="en-US" dirty="0"/>
            </a:br>
            <a:r>
              <a:rPr lang="en-US" dirty="0"/>
              <a:t>Nano Emulsified D3/K2</a:t>
            </a:r>
          </a:p>
          <a:p>
            <a:endParaRPr lang="en-US" dirty="0"/>
          </a:p>
          <a:p>
            <a:r>
              <a:rPr lang="en-US" dirty="0"/>
              <a:t>Stress Buster Kit for Emotional Load Index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58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7DABD-5065-A11A-FFDB-4AF527F95FFB}"/>
              </a:ext>
            </a:extLst>
          </p:cNvPr>
          <p:cNvSpPr txBox="1"/>
          <p:nvPr/>
        </p:nvSpPr>
        <p:spPr>
          <a:xfrm>
            <a:off x="4751294" y="681318"/>
            <a:ext cx="379584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Cardiovascular Quadrant 2</a:t>
            </a:r>
          </a:p>
          <a:p>
            <a:endParaRPr lang="en-US" dirty="0"/>
          </a:p>
          <a:p>
            <a:r>
              <a:rPr lang="en-US" dirty="0"/>
              <a:t>Cardio Elite</a:t>
            </a:r>
          </a:p>
          <a:p>
            <a:endParaRPr lang="en-US" dirty="0"/>
          </a:p>
          <a:p>
            <a:r>
              <a:rPr lang="en-US" b="1" dirty="0"/>
              <a:t>If Rhythm Issues</a:t>
            </a:r>
          </a:p>
          <a:p>
            <a:endParaRPr lang="en-US" dirty="0"/>
          </a:p>
          <a:p>
            <a:r>
              <a:rPr lang="en-US" dirty="0"/>
              <a:t>Cardinorma</a:t>
            </a:r>
          </a:p>
          <a:p>
            <a:r>
              <a:rPr lang="en-US" dirty="0"/>
              <a:t>Coro-Calm</a:t>
            </a:r>
          </a:p>
          <a:p>
            <a:endParaRPr lang="en-US" dirty="0"/>
          </a:p>
          <a:p>
            <a:r>
              <a:rPr lang="en-US" b="1" dirty="0"/>
              <a:t>For Increased Pulse Pressure</a:t>
            </a:r>
          </a:p>
          <a:p>
            <a:endParaRPr lang="en-US" dirty="0"/>
          </a:p>
          <a:p>
            <a:r>
              <a:rPr lang="en-US" dirty="0"/>
              <a:t>Berkeley Life</a:t>
            </a:r>
          </a:p>
          <a:p>
            <a:endParaRPr lang="en-US" dirty="0"/>
          </a:p>
          <a:p>
            <a:r>
              <a:rPr lang="en-US" dirty="0"/>
              <a:t>Opti-Nitric</a:t>
            </a:r>
          </a:p>
          <a:p>
            <a:endParaRPr lang="en-US" dirty="0"/>
          </a:p>
          <a:p>
            <a:r>
              <a:rPr lang="en-US" dirty="0"/>
              <a:t>Nano Emulsified D3/K2</a:t>
            </a:r>
          </a:p>
          <a:p>
            <a:endParaRPr lang="en-US" dirty="0"/>
          </a:p>
          <a:p>
            <a:r>
              <a:rPr lang="en-US" dirty="0"/>
              <a:t>Stress Buster for Emotional Load 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121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D5AE-29CC-29CD-F333-6CE31206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DA9BB-309B-D3D3-C035-87F35271F2B7}"/>
              </a:ext>
            </a:extLst>
          </p:cNvPr>
          <p:cNvSpPr txBox="1"/>
          <p:nvPr/>
        </p:nvSpPr>
        <p:spPr>
          <a:xfrm>
            <a:off x="4356847" y="815788"/>
            <a:ext cx="271773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Cardiovascular Quadrant 3</a:t>
            </a:r>
          </a:p>
          <a:p>
            <a:endParaRPr lang="en-US" b="1" dirty="0"/>
          </a:p>
          <a:p>
            <a:r>
              <a:rPr lang="en-US" dirty="0"/>
              <a:t>CoQnol 100 or 200</a:t>
            </a:r>
          </a:p>
          <a:p>
            <a:endParaRPr lang="en-US" dirty="0"/>
          </a:p>
          <a:p>
            <a:r>
              <a:rPr lang="en-US" dirty="0"/>
              <a:t>Hi Omega 3</a:t>
            </a:r>
          </a:p>
          <a:p>
            <a:endParaRPr lang="en-US" b="1" dirty="0"/>
          </a:p>
          <a:p>
            <a:r>
              <a:rPr lang="en-US" b="1" dirty="0"/>
              <a:t>For High Pulse Pressure</a:t>
            </a:r>
          </a:p>
          <a:p>
            <a:endParaRPr lang="en-US" dirty="0"/>
          </a:p>
          <a:p>
            <a:r>
              <a:rPr lang="en-US" dirty="0"/>
              <a:t>Berkeley Life</a:t>
            </a:r>
          </a:p>
          <a:p>
            <a:endParaRPr lang="en-US" dirty="0"/>
          </a:p>
          <a:p>
            <a:r>
              <a:rPr lang="en-US" dirty="0"/>
              <a:t>Opti Nitric </a:t>
            </a:r>
          </a:p>
          <a:p>
            <a:endParaRPr lang="en-US" dirty="0"/>
          </a:p>
          <a:p>
            <a:r>
              <a:rPr lang="en-US" dirty="0"/>
              <a:t>Nano Emulsified D3/K2</a:t>
            </a:r>
          </a:p>
          <a:p>
            <a:endParaRPr lang="en-US" dirty="0"/>
          </a:p>
          <a:p>
            <a:r>
              <a:rPr lang="en-US" b="1" dirty="0"/>
              <a:t>For Rhythm Issues</a:t>
            </a:r>
          </a:p>
          <a:p>
            <a:endParaRPr lang="en-US" dirty="0"/>
          </a:p>
          <a:p>
            <a:r>
              <a:rPr lang="en-US" dirty="0"/>
              <a:t>Cardinorma</a:t>
            </a:r>
          </a:p>
          <a:p>
            <a:r>
              <a:rPr lang="en-US" dirty="0"/>
              <a:t>Coro-Calm</a:t>
            </a:r>
          </a:p>
          <a:p>
            <a:r>
              <a:rPr lang="en-US" dirty="0"/>
              <a:t>IntraMIN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28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5DE3A-78E0-1FE7-DE6B-EBA0AD4FDFF5}"/>
              </a:ext>
            </a:extLst>
          </p:cNvPr>
          <p:cNvSpPr txBox="1"/>
          <p:nvPr/>
        </p:nvSpPr>
        <p:spPr>
          <a:xfrm>
            <a:off x="4716780" y="876300"/>
            <a:ext cx="289925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Cardiovascular Quadrant 4</a:t>
            </a:r>
          </a:p>
          <a:p>
            <a:endParaRPr lang="en-US" dirty="0"/>
          </a:p>
          <a:p>
            <a:r>
              <a:rPr lang="en-US" dirty="0"/>
              <a:t>Carditone</a:t>
            </a:r>
          </a:p>
          <a:p>
            <a:endParaRPr lang="en-US" dirty="0"/>
          </a:p>
          <a:p>
            <a:r>
              <a:rPr lang="en-US" dirty="0"/>
              <a:t>Berkeley Life</a:t>
            </a:r>
          </a:p>
          <a:p>
            <a:endParaRPr lang="en-US" dirty="0"/>
          </a:p>
          <a:p>
            <a:r>
              <a:rPr lang="en-US" b="1" dirty="0"/>
              <a:t>For Rhythm Issues</a:t>
            </a:r>
          </a:p>
          <a:p>
            <a:endParaRPr lang="en-US" b="1" dirty="0"/>
          </a:p>
          <a:p>
            <a:r>
              <a:rPr lang="en-US" dirty="0"/>
              <a:t>Cardinorma</a:t>
            </a:r>
          </a:p>
          <a:p>
            <a:r>
              <a:rPr lang="en-US" dirty="0"/>
              <a:t>Coro-Calm</a:t>
            </a:r>
          </a:p>
          <a:p>
            <a:endParaRPr lang="en-US" dirty="0"/>
          </a:p>
          <a:p>
            <a:r>
              <a:rPr lang="en-US" dirty="0"/>
              <a:t>IntraMIN</a:t>
            </a:r>
          </a:p>
          <a:p>
            <a:endParaRPr lang="en-US" dirty="0"/>
          </a:p>
          <a:p>
            <a:r>
              <a:rPr lang="en-US" b="1" dirty="0"/>
              <a:t>For Increased Pulse Pressure</a:t>
            </a:r>
          </a:p>
          <a:p>
            <a:endParaRPr lang="en-US" b="1" dirty="0"/>
          </a:p>
          <a:p>
            <a:r>
              <a:rPr lang="en-US" dirty="0"/>
              <a:t>Berkeley Life</a:t>
            </a:r>
          </a:p>
          <a:p>
            <a:endParaRPr lang="en-US" dirty="0"/>
          </a:p>
          <a:p>
            <a:r>
              <a:rPr lang="en-US" dirty="0"/>
              <a:t>Opti Nitric</a:t>
            </a:r>
          </a:p>
          <a:p>
            <a:endParaRPr lang="en-US" dirty="0"/>
          </a:p>
          <a:p>
            <a:r>
              <a:rPr lang="en-US" dirty="0"/>
              <a:t>Nano Emulsified D3/K2</a:t>
            </a:r>
          </a:p>
        </p:txBody>
      </p:sp>
    </p:spTree>
    <p:extLst>
      <p:ext uri="{BB962C8B-B14F-4D97-AF65-F5344CB8AC3E}">
        <p14:creationId xmlns:p14="http://schemas.microsoft.com/office/powerpoint/2010/main" val="74402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175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35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323</Words>
  <Application>Microsoft Office PowerPoint</Application>
  <PresentationFormat>Widescreen</PresentationFormat>
  <Paragraphs>173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Kessler</dc:creator>
  <cp:lastModifiedBy>Michael Kessler</cp:lastModifiedBy>
  <cp:revision>1</cp:revision>
  <dcterms:created xsi:type="dcterms:W3CDTF">2026-02-15T18:55:35Z</dcterms:created>
  <dcterms:modified xsi:type="dcterms:W3CDTF">2026-02-15T19:13:04Z</dcterms:modified>
</cp:coreProperties>
</file>